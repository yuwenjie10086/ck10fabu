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32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_深蓝底_可编辑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B49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背景_左上光束_1"/>
          <p:cNvSpPr/>
          <p:nvPr/>
        </p:nvSpPr>
        <p:spPr>
          <a:xfrm>
            <a:off x="0" y="0"/>
            <a:ext cx="2423160" cy="1828800"/>
          </a:xfrm>
          <a:custGeom>
            <a:avLst/>
            <a:gdLst/>
            <a:ahLst/>
            <a:cxnLst/>
            <a:rect l="l" t="t" r="r" b="b"/>
            <a:pathLst>
              <a:path w="2423160" h="1828800">
                <a:moveTo>
                  <a:pt x="0" y="0"/>
                </a:moveTo>
                <a:lnTo>
                  <a:pt x="914400" y="0"/>
                </a:lnTo>
                <a:lnTo>
                  <a:pt x="2423160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8DEBFF">
              <a:alpha val="2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背景_左上光束_2"/>
          <p:cNvSpPr/>
          <p:nvPr/>
        </p:nvSpPr>
        <p:spPr>
          <a:xfrm>
            <a:off x="274320" y="0"/>
            <a:ext cx="2423159" cy="1828800"/>
          </a:xfrm>
          <a:custGeom>
            <a:avLst/>
            <a:gdLst/>
            <a:ahLst/>
            <a:cxnLst/>
            <a:rect l="l" t="t" r="r" b="b"/>
            <a:pathLst>
              <a:path w="2423159" h="1828800">
                <a:moveTo>
                  <a:pt x="0" y="0"/>
                </a:moveTo>
                <a:lnTo>
                  <a:pt x="914400" y="0"/>
                </a:lnTo>
                <a:lnTo>
                  <a:pt x="2423159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8DEBFF">
              <a:alpha val="2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背景_左上光束_3"/>
          <p:cNvSpPr/>
          <p:nvPr/>
        </p:nvSpPr>
        <p:spPr>
          <a:xfrm>
            <a:off x="640080" y="0"/>
            <a:ext cx="2423159" cy="1828800"/>
          </a:xfrm>
          <a:custGeom>
            <a:avLst/>
            <a:gdLst/>
            <a:ahLst/>
            <a:cxnLst/>
            <a:rect l="l" t="t" r="r" b="b"/>
            <a:pathLst>
              <a:path w="2423159" h="1828800">
                <a:moveTo>
                  <a:pt x="0" y="0"/>
                </a:moveTo>
                <a:lnTo>
                  <a:pt x="914400" y="0"/>
                </a:lnTo>
                <a:lnTo>
                  <a:pt x="2423159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8DEBFF">
              <a:alpha val="2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背景_星点_1"/>
          <p:cNvSpPr/>
          <p:nvPr/>
        </p:nvSpPr>
        <p:spPr>
          <a:xfrm>
            <a:off x="7015051" y="1728599"/>
            <a:ext cx="13716" cy="13716"/>
          </a:xfrm>
          <a:prstGeom prst="ellipse">
            <a:avLst/>
          </a:prstGeom>
          <a:solidFill>
            <a:srgbClr val="E8FDFF">
              <a:alpha val="7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背景_星点_2"/>
          <p:cNvSpPr/>
          <p:nvPr/>
        </p:nvSpPr>
        <p:spPr>
          <a:xfrm>
            <a:off x="7748777" y="4013694"/>
            <a:ext cx="36576" cy="36576"/>
          </a:xfrm>
          <a:prstGeom prst="ellipse">
            <a:avLst/>
          </a:prstGeom>
          <a:solidFill>
            <a:srgbClr val="E8FDFF">
              <a:alpha val="73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背景_星点_3"/>
          <p:cNvSpPr/>
          <p:nvPr/>
        </p:nvSpPr>
        <p:spPr>
          <a:xfrm>
            <a:off x="6816354" y="3217334"/>
            <a:ext cx="18288" cy="18288"/>
          </a:xfrm>
          <a:prstGeom prst="ellipse">
            <a:avLst/>
          </a:prstGeom>
          <a:solidFill>
            <a:srgbClr val="E8FDFF">
              <a:alpha val="36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背景_星点_4"/>
          <p:cNvSpPr/>
          <p:nvPr/>
        </p:nvSpPr>
        <p:spPr>
          <a:xfrm>
            <a:off x="1013947" y="2119387"/>
            <a:ext cx="13716" cy="13716"/>
          </a:xfrm>
          <a:prstGeom prst="ellipse">
            <a:avLst/>
          </a:prstGeom>
          <a:solidFill>
            <a:srgbClr val="E8FDFF">
              <a:alpha val="34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背景_星点_5"/>
          <p:cNvSpPr/>
          <p:nvPr/>
        </p:nvSpPr>
        <p:spPr>
          <a:xfrm>
            <a:off x="5270504" y="1695290"/>
            <a:ext cx="18288" cy="18288"/>
          </a:xfrm>
          <a:prstGeom prst="ellipse">
            <a:avLst/>
          </a:prstGeom>
          <a:solidFill>
            <a:srgbClr val="E8FDFF">
              <a:alpha val="48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背景_星点_6"/>
          <p:cNvSpPr/>
          <p:nvPr/>
        </p:nvSpPr>
        <p:spPr>
          <a:xfrm>
            <a:off x="5824331" y="3614303"/>
            <a:ext cx="22860" cy="22860"/>
          </a:xfrm>
          <a:prstGeom prst="ellipse">
            <a:avLst/>
          </a:prstGeom>
          <a:solidFill>
            <a:srgbClr val="E8FDFF">
              <a:alpha val="51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背景_星点_7"/>
          <p:cNvSpPr/>
          <p:nvPr/>
        </p:nvSpPr>
        <p:spPr>
          <a:xfrm>
            <a:off x="5091172" y="949816"/>
            <a:ext cx="27432" cy="27432"/>
          </a:xfrm>
          <a:prstGeom prst="ellipse">
            <a:avLst/>
          </a:prstGeom>
          <a:solidFill>
            <a:srgbClr val="E8FDFF">
              <a:alpha val="59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背景_星点_8"/>
          <p:cNvSpPr/>
          <p:nvPr/>
        </p:nvSpPr>
        <p:spPr>
          <a:xfrm>
            <a:off x="7809117" y="473934"/>
            <a:ext cx="27432" cy="27432"/>
          </a:xfrm>
          <a:prstGeom prst="ellipse">
            <a:avLst/>
          </a:prstGeom>
          <a:solidFill>
            <a:srgbClr val="E8FDFF">
              <a:alpha val="6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背景_星点_9"/>
          <p:cNvSpPr/>
          <p:nvPr/>
        </p:nvSpPr>
        <p:spPr>
          <a:xfrm>
            <a:off x="7971984" y="2165082"/>
            <a:ext cx="18288" cy="18288"/>
          </a:xfrm>
          <a:prstGeom prst="ellipse">
            <a:avLst/>
          </a:prstGeom>
          <a:solidFill>
            <a:srgbClr val="E8FDFF">
              <a:alpha val="4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背景_星点_10"/>
          <p:cNvSpPr/>
          <p:nvPr/>
        </p:nvSpPr>
        <p:spPr>
          <a:xfrm>
            <a:off x="2218607" y="1167030"/>
            <a:ext cx="36576" cy="36576"/>
          </a:xfrm>
          <a:prstGeom prst="ellipse">
            <a:avLst/>
          </a:prstGeom>
          <a:solidFill>
            <a:srgbClr val="E8FDFF">
              <a:alpha val="5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背景_星点_11"/>
          <p:cNvSpPr/>
          <p:nvPr/>
        </p:nvSpPr>
        <p:spPr>
          <a:xfrm>
            <a:off x="6559821" y="2069947"/>
            <a:ext cx="22860" cy="22860"/>
          </a:xfrm>
          <a:prstGeom prst="ellipse">
            <a:avLst/>
          </a:prstGeom>
          <a:solidFill>
            <a:srgbClr val="E8FDFF">
              <a:alpha val="31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背景_星点_12"/>
          <p:cNvSpPr/>
          <p:nvPr/>
        </p:nvSpPr>
        <p:spPr>
          <a:xfrm>
            <a:off x="390537" y="1944153"/>
            <a:ext cx="18288" cy="18288"/>
          </a:xfrm>
          <a:prstGeom prst="ellipse">
            <a:avLst/>
          </a:prstGeom>
          <a:solidFill>
            <a:srgbClr val="E8FDFF">
              <a:alpha val="3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背景_星点_13"/>
          <p:cNvSpPr/>
          <p:nvPr/>
        </p:nvSpPr>
        <p:spPr>
          <a:xfrm>
            <a:off x="8606927" y="1713439"/>
            <a:ext cx="27432" cy="27432"/>
          </a:xfrm>
          <a:prstGeom prst="ellipse">
            <a:avLst/>
          </a:prstGeom>
          <a:solidFill>
            <a:srgbClr val="E8FDFF">
              <a:alpha val="36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背景_星点_14"/>
          <p:cNvSpPr/>
          <p:nvPr/>
        </p:nvSpPr>
        <p:spPr>
          <a:xfrm>
            <a:off x="10432662" y="4028481"/>
            <a:ext cx="36576" cy="36576"/>
          </a:xfrm>
          <a:prstGeom prst="ellipse">
            <a:avLst/>
          </a:prstGeom>
          <a:solidFill>
            <a:srgbClr val="E8FDFF">
              <a:alpha val="54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背景_星点_15"/>
          <p:cNvSpPr/>
          <p:nvPr/>
        </p:nvSpPr>
        <p:spPr>
          <a:xfrm>
            <a:off x="4370267" y="2244736"/>
            <a:ext cx="13716" cy="13716"/>
          </a:xfrm>
          <a:prstGeom prst="ellipse">
            <a:avLst/>
          </a:prstGeom>
          <a:solidFill>
            <a:srgbClr val="E8FDFF">
              <a:alpha val="58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背景_星点_16"/>
          <p:cNvSpPr/>
          <p:nvPr/>
        </p:nvSpPr>
        <p:spPr>
          <a:xfrm>
            <a:off x="3544682" y="2399492"/>
            <a:ext cx="27432" cy="27432"/>
          </a:xfrm>
          <a:prstGeom prst="ellipse">
            <a:avLst/>
          </a:prstGeom>
          <a:solidFill>
            <a:srgbClr val="E8FDFF">
              <a:alpha val="5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背景_星点_17"/>
          <p:cNvSpPr/>
          <p:nvPr/>
        </p:nvSpPr>
        <p:spPr>
          <a:xfrm>
            <a:off x="2329604" y="3449402"/>
            <a:ext cx="36576" cy="36576"/>
          </a:xfrm>
          <a:prstGeom prst="ellipse">
            <a:avLst/>
          </a:prstGeom>
          <a:solidFill>
            <a:srgbClr val="E8FDFF">
              <a:alpha val="4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背景_星点_18"/>
          <p:cNvSpPr/>
          <p:nvPr/>
        </p:nvSpPr>
        <p:spPr>
          <a:xfrm>
            <a:off x="1326952" y="2927198"/>
            <a:ext cx="18288" cy="18288"/>
          </a:xfrm>
          <a:prstGeom prst="ellipse">
            <a:avLst/>
          </a:prstGeom>
          <a:solidFill>
            <a:srgbClr val="E8FDFF">
              <a:alpha val="5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背景_星点_19"/>
          <p:cNvSpPr/>
          <p:nvPr/>
        </p:nvSpPr>
        <p:spPr>
          <a:xfrm>
            <a:off x="2913606" y="1096491"/>
            <a:ext cx="18288" cy="18288"/>
          </a:xfrm>
          <a:prstGeom prst="ellipse">
            <a:avLst/>
          </a:prstGeom>
          <a:solidFill>
            <a:srgbClr val="E8FDFF">
              <a:alpha val="69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背景_星点_20"/>
          <p:cNvSpPr/>
          <p:nvPr/>
        </p:nvSpPr>
        <p:spPr>
          <a:xfrm>
            <a:off x="2631143" y="2541640"/>
            <a:ext cx="36576" cy="36576"/>
          </a:xfrm>
          <a:prstGeom prst="ellipse">
            <a:avLst/>
          </a:prstGeom>
          <a:solidFill>
            <a:srgbClr val="E8FDFF">
              <a:alpha val="71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背景_星点_21"/>
          <p:cNvSpPr/>
          <p:nvPr/>
        </p:nvSpPr>
        <p:spPr>
          <a:xfrm>
            <a:off x="8951245" y="3495160"/>
            <a:ext cx="36576" cy="36576"/>
          </a:xfrm>
          <a:prstGeom prst="ellipse">
            <a:avLst/>
          </a:prstGeom>
          <a:solidFill>
            <a:srgbClr val="E8FDFF">
              <a:alpha val="61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背景_星点_22"/>
          <p:cNvSpPr/>
          <p:nvPr/>
        </p:nvSpPr>
        <p:spPr>
          <a:xfrm>
            <a:off x="11388783" y="3368699"/>
            <a:ext cx="36576" cy="36576"/>
          </a:xfrm>
          <a:prstGeom prst="ellipse">
            <a:avLst/>
          </a:prstGeom>
          <a:solidFill>
            <a:srgbClr val="E8FDFF">
              <a:alpha val="54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背景_星点_23"/>
          <p:cNvSpPr/>
          <p:nvPr/>
        </p:nvSpPr>
        <p:spPr>
          <a:xfrm>
            <a:off x="6978191" y="2052776"/>
            <a:ext cx="36576" cy="36576"/>
          </a:xfrm>
          <a:prstGeom prst="ellipse">
            <a:avLst/>
          </a:prstGeom>
          <a:solidFill>
            <a:srgbClr val="E8FDFF">
              <a:alpha val="5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背景_星点_24"/>
          <p:cNvSpPr/>
          <p:nvPr/>
        </p:nvSpPr>
        <p:spPr>
          <a:xfrm>
            <a:off x="4331826" y="2621254"/>
            <a:ext cx="13716" cy="13716"/>
          </a:xfrm>
          <a:prstGeom prst="ellipse">
            <a:avLst/>
          </a:prstGeom>
          <a:solidFill>
            <a:srgbClr val="E8FDFF">
              <a:alpha val="6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背景_星点_25"/>
          <p:cNvSpPr/>
          <p:nvPr/>
        </p:nvSpPr>
        <p:spPr>
          <a:xfrm>
            <a:off x="10224376" y="2967711"/>
            <a:ext cx="13716" cy="13716"/>
          </a:xfrm>
          <a:prstGeom prst="ellipse">
            <a:avLst/>
          </a:prstGeom>
          <a:solidFill>
            <a:srgbClr val="E8FDFF">
              <a:alpha val="39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背景_星点_26"/>
          <p:cNvSpPr/>
          <p:nvPr/>
        </p:nvSpPr>
        <p:spPr>
          <a:xfrm>
            <a:off x="9493821" y="1947152"/>
            <a:ext cx="18288" cy="18288"/>
          </a:xfrm>
          <a:prstGeom prst="ellipse">
            <a:avLst/>
          </a:prstGeom>
          <a:solidFill>
            <a:srgbClr val="E8FDFF">
              <a:alpha val="4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背景_星点_27"/>
          <p:cNvSpPr/>
          <p:nvPr/>
        </p:nvSpPr>
        <p:spPr>
          <a:xfrm>
            <a:off x="10019878" y="3260825"/>
            <a:ext cx="36576" cy="36576"/>
          </a:xfrm>
          <a:prstGeom prst="ellipse">
            <a:avLst/>
          </a:prstGeom>
          <a:solidFill>
            <a:srgbClr val="E8FDFF">
              <a:alpha val="6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背景_星点_28"/>
          <p:cNvSpPr/>
          <p:nvPr/>
        </p:nvSpPr>
        <p:spPr>
          <a:xfrm>
            <a:off x="9423243" y="3790851"/>
            <a:ext cx="13716" cy="13716"/>
          </a:xfrm>
          <a:prstGeom prst="ellipse">
            <a:avLst/>
          </a:prstGeom>
          <a:solidFill>
            <a:srgbClr val="E8FDFF">
              <a:alpha val="4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背景_星点_29"/>
          <p:cNvSpPr/>
          <p:nvPr/>
        </p:nvSpPr>
        <p:spPr>
          <a:xfrm>
            <a:off x="1230755" y="1255457"/>
            <a:ext cx="18288" cy="18288"/>
          </a:xfrm>
          <a:prstGeom prst="ellipse">
            <a:avLst/>
          </a:prstGeom>
          <a:solidFill>
            <a:srgbClr val="E8FDFF">
              <a:alpha val="4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背景_星点_30"/>
          <p:cNvSpPr/>
          <p:nvPr/>
        </p:nvSpPr>
        <p:spPr>
          <a:xfrm>
            <a:off x="2988026" y="1185210"/>
            <a:ext cx="27432" cy="27432"/>
          </a:xfrm>
          <a:prstGeom prst="ellipse">
            <a:avLst/>
          </a:prstGeom>
          <a:solidFill>
            <a:srgbClr val="E8FDFF">
              <a:alpha val="6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背景_星点_31"/>
          <p:cNvSpPr/>
          <p:nvPr/>
        </p:nvSpPr>
        <p:spPr>
          <a:xfrm>
            <a:off x="2947396" y="3396410"/>
            <a:ext cx="13716" cy="13716"/>
          </a:xfrm>
          <a:prstGeom prst="ellipse">
            <a:avLst/>
          </a:prstGeom>
          <a:solidFill>
            <a:srgbClr val="E8FDFF">
              <a:alpha val="49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背景_星点_32"/>
          <p:cNvSpPr/>
          <p:nvPr/>
        </p:nvSpPr>
        <p:spPr>
          <a:xfrm>
            <a:off x="4119492" y="3788072"/>
            <a:ext cx="13716" cy="13716"/>
          </a:xfrm>
          <a:prstGeom prst="ellipse">
            <a:avLst/>
          </a:prstGeom>
          <a:solidFill>
            <a:srgbClr val="E8FDFF">
              <a:alpha val="5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背景_星点_33"/>
          <p:cNvSpPr/>
          <p:nvPr/>
        </p:nvSpPr>
        <p:spPr>
          <a:xfrm>
            <a:off x="10926098" y="985076"/>
            <a:ext cx="27432" cy="27432"/>
          </a:xfrm>
          <a:prstGeom prst="ellipse">
            <a:avLst/>
          </a:prstGeom>
          <a:solidFill>
            <a:srgbClr val="E8FDFF">
              <a:alpha val="46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背景_星点_34"/>
          <p:cNvSpPr/>
          <p:nvPr/>
        </p:nvSpPr>
        <p:spPr>
          <a:xfrm>
            <a:off x="1166340" y="737233"/>
            <a:ext cx="27432" cy="27432"/>
          </a:xfrm>
          <a:prstGeom prst="ellipse">
            <a:avLst/>
          </a:prstGeom>
          <a:solidFill>
            <a:srgbClr val="E8FDFF">
              <a:alpha val="71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背景_星点_35"/>
          <p:cNvSpPr/>
          <p:nvPr/>
        </p:nvSpPr>
        <p:spPr>
          <a:xfrm>
            <a:off x="4957336" y="2949158"/>
            <a:ext cx="36576" cy="36576"/>
          </a:xfrm>
          <a:prstGeom prst="ellipse">
            <a:avLst/>
          </a:prstGeom>
          <a:solidFill>
            <a:srgbClr val="E8FDFF">
              <a:alpha val="7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背景_星点_36"/>
          <p:cNvSpPr/>
          <p:nvPr/>
        </p:nvSpPr>
        <p:spPr>
          <a:xfrm>
            <a:off x="4267232" y="819893"/>
            <a:ext cx="36576" cy="36576"/>
          </a:xfrm>
          <a:prstGeom prst="ellipse">
            <a:avLst/>
          </a:prstGeom>
          <a:solidFill>
            <a:srgbClr val="E8FDFF">
              <a:alpha val="5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背景_星点_37"/>
          <p:cNvSpPr/>
          <p:nvPr/>
        </p:nvSpPr>
        <p:spPr>
          <a:xfrm>
            <a:off x="6829611" y="2114992"/>
            <a:ext cx="13716" cy="13716"/>
          </a:xfrm>
          <a:prstGeom prst="ellipse">
            <a:avLst/>
          </a:prstGeom>
          <a:solidFill>
            <a:srgbClr val="E8FDFF">
              <a:alpha val="53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背景_星点_38"/>
          <p:cNvSpPr/>
          <p:nvPr/>
        </p:nvSpPr>
        <p:spPr>
          <a:xfrm>
            <a:off x="8423933" y="3385915"/>
            <a:ext cx="27432" cy="27432"/>
          </a:xfrm>
          <a:prstGeom prst="ellipse">
            <a:avLst/>
          </a:prstGeom>
          <a:solidFill>
            <a:srgbClr val="E8FDFF">
              <a:alpha val="68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背景_星点_39"/>
          <p:cNvSpPr/>
          <p:nvPr/>
        </p:nvSpPr>
        <p:spPr>
          <a:xfrm>
            <a:off x="11107817" y="3165513"/>
            <a:ext cx="22860" cy="22860"/>
          </a:xfrm>
          <a:prstGeom prst="ellipse">
            <a:avLst/>
          </a:prstGeom>
          <a:solidFill>
            <a:srgbClr val="E8FDFF">
              <a:alpha val="64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背景_星点_40"/>
          <p:cNvSpPr/>
          <p:nvPr/>
        </p:nvSpPr>
        <p:spPr>
          <a:xfrm>
            <a:off x="10161549" y="3875500"/>
            <a:ext cx="18288" cy="18288"/>
          </a:xfrm>
          <a:prstGeom prst="ellipse">
            <a:avLst/>
          </a:prstGeom>
          <a:solidFill>
            <a:srgbClr val="E8FDFF">
              <a:alpha val="56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背景_星点_41"/>
          <p:cNvSpPr/>
          <p:nvPr/>
        </p:nvSpPr>
        <p:spPr>
          <a:xfrm>
            <a:off x="2904773" y="1447675"/>
            <a:ext cx="22860" cy="22860"/>
          </a:xfrm>
          <a:prstGeom prst="ellipse">
            <a:avLst/>
          </a:prstGeom>
          <a:solidFill>
            <a:srgbClr val="E8FDFF">
              <a:alpha val="7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背景_星点_42"/>
          <p:cNvSpPr/>
          <p:nvPr/>
        </p:nvSpPr>
        <p:spPr>
          <a:xfrm>
            <a:off x="4587945" y="2458076"/>
            <a:ext cx="27432" cy="27432"/>
          </a:xfrm>
          <a:prstGeom prst="ellipse">
            <a:avLst/>
          </a:prstGeom>
          <a:solidFill>
            <a:srgbClr val="E8FDFF">
              <a:alpha val="74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背景_星点_43"/>
          <p:cNvSpPr/>
          <p:nvPr/>
        </p:nvSpPr>
        <p:spPr>
          <a:xfrm>
            <a:off x="8942636" y="3546297"/>
            <a:ext cx="22860" cy="22860"/>
          </a:xfrm>
          <a:prstGeom prst="ellipse">
            <a:avLst/>
          </a:prstGeom>
          <a:solidFill>
            <a:srgbClr val="E8FDFF">
              <a:alpha val="38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背景_星点_44"/>
          <p:cNvSpPr/>
          <p:nvPr/>
        </p:nvSpPr>
        <p:spPr>
          <a:xfrm>
            <a:off x="6635572" y="3824968"/>
            <a:ext cx="36576" cy="36576"/>
          </a:xfrm>
          <a:prstGeom prst="ellipse">
            <a:avLst/>
          </a:prstGeom>
          <a:solidFill>
            <a:srgbClr val="E8FDFF">
              <a:alpha val="39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背景_星点_45"/>
          <p:cNvSpPr/>
          <p:nvPr/>
        </p:nvSpPr>
        <p:spPr>
          <a:xfrm>
            <a:off x="2113943" y="1262950"/>
            <a:ext cx="13716" cy="13716"/>
          </a:xfrm>
          <a:prstGeom prst="ellipse">
            <a:avLst/>
          </a:prstGeom>
          <a:solidFill>
            <a:srgbClr val="E8FDFF">
              <a:alpha val="48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背景_云雾_1"/>
          <p:cNvSpPr/>
          <p:nvPr/>
        </p:nvSpPr>
        <p:spPr>
          <a:xfrm>
            <a:off x="-914400" y="3246120"/>
            <a:ext cx="5943600" cy="1005840"/>
          </a:xfrm>
          <a:prstGeom prst="ellipse">
            <a:avLst/>
          </a:prstGeom>
          <a:solidFill>
            <a:srgbClr val="DDF9FF">
              <a:alpha val="2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背景_云雾_2"/>
          <p:cNvSpPr/>
          <p:nvPr/>
        </p:nvSpPr>
        <p:spPr>
          <a:xfrm>
            <a:off x="3108960" y="3383280"/>
            <a:ext cx="5852160" cy="914400"/>
          </a:xfrm>
          <a:prstGeom prst="ellipse">
            <a:avLst/>
          </a:prstGeom>
          <a:solidFill>
            <a:srgbClr val="DDF9FF">
              <a:alpha val="2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背景_云雾_3"/>
          <p:cNvSpPr/>
          <p:nvPr/>
        </p:nvSpPr>
        <p:spPr>
          <a:xfrm>
            <a:off x="7498079" y="3246120"/>
            <a:ext cx="5669280" cy="1005840"/>
          </a:xfrm>
          <a:prstGeom prst="ellipse">
            <a:avLst/>
          </a:prstGeom>
          <a:solidFill>
            <a:srgbClr val="DDF9FF">
              <a:alpha val="2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背景_山体层_1"/>
          <p:cNvSpPr/>
          <p:nvPr/>
        </p:nvSpPr>
        <p:spPr>
          <a:xfrm>
            <a:off x="0" y="3278587"/>
            <a:ext cx="12191695" cy="3579413"/>
          </a:xfrm>
          <a:custGeom>
            <a:avLst/>
            <a:gdLst/>
            <a:ahLst/>
            <a:cxnLst/>
            <a:rect l="l" t="t" r="r" b="b"/>
            <a:pathLst>
              <a:path w="12191695" h="3579413">
                <a:moveTo>
                  <a:pt x="0" y="3579413"/>
                </a:moveTo>
                <a:lnTo>
                  <a:pt x="0" y="424733"/>
                </a:lnTo>
                <a:lnTo>
                  <a:pt x="502920" y="30004"/>
                </a:lnTo>
                <a:lnTo>
                  <a:pt x="1005840" y="181354"/>
                </a:lnTo>
                <a:lnTo>
                  <a:pt x="1417320" y="210741"/>
                </a:lnTo>
                <a:lnTo>
                  <a:pt x="1828800" y="412610"/>
                </a:lnTo>
                <a:lnTo>
                  <a:pt x="2194560" y="383182"/>
                </a:lnTo>
                <a:lnTo>
                  <a:pt x="2651760" y="343382"/>
                </a:lnTo>
                <a:lnTo>
                  <a:pt x="3063240" y="771301"/>
                </a:lnTo>
                <a:lnTo>
                  <a:pt x="3520440" y="844634"/>
                </a:lnTo>
                <a:lnTo>
                  <a:pt x="3931920" y="676338"/>
                </a:lnTo>
                <a:lnTo>
                  <a:pt x="4389120" y="423216"/>
                </a:lnTo>
                <a:lnTo>
                  <a:pt x="4892040" y="62364"/>
                </a:lnTo>
                <a:lnTo>
                  <a:pt x="5394960" y="342126"/>
                </a:lnTo>
                <a:lnTo>
                  <a:pt x="5852160" y="221530"/>
                </a:lnTo>
                <a:lnTo>
                  <a:pt x="6309360" y="176290"/>
                </a:lnTo>
                <a:lnTo>
                  <a:pt x="6858000" y="357716"/>
                </a:lnTo>
                <a:lnTo>
                  <a:pt x="7406640" y="743055"/>
                </a:lnTo>
                <a:lnTo>
                  <a:pt x="8001000" y="838585"/>
                </a:lnTo>
                <a:lnTo>
                  <a:pt x="8549640" y="418765"/>
                </a:lnTo>
                <a:lnTo>
                  <a:pt x="9052560" y="369638"/>
                </a:lnTo>
                <a:lnTo>
                  <a:pt x="9601200" y="269916"/>
                </a:lnTo>
                <a:lnTo>
                  <a:pt x="10149840" y="257250"/>
                </a:lnTo>
                <a:lnTo>
                  <a:pt x="10744200" y="0"/>
                </a:lnTo>
                <a:lnTo>
                  <a:pt x="11338560" y="568225"/>
                </a:lnTo>
                <a:lnTo>
                  <a:pt x="12188952" y="837003"/>
                </a:lnTo>
                <a:lnTo>
                  <a:pt x="12191695" y="3579413"/>
                </a:lnTo>
                <a:close/>
              </a:path>
            </a:pathLst>
          </a:custGeom>
          <a:solidFill>
            <a:srgbClr val="124D72">
              <a:alpha val="7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背景_山体层_2"/>
          <p:cNvSpPr/>
          <p:nvPr/>
        </p:nvSpPr>
        <p:spPr>
          <a:xfrm>
            <a:off x="0" y="3514638"/>
            <a:ext cx="12191695" cy="3343362"/>
          </a:xfrm>
          <a:custGeom>
            <a:avLst/>
            <a:gdLst/>
            <a:ahLst/>
            <a:cxnLst/>
            <a:rect l="l" t="t" r="r" b="b"/>
            <a:pathLst>
              <a:path w="12191695" h="3343362">
                <a:moveTo>
                  <a:pt x="0" y="3343362"/>
                </a:moveTo>
                <a:lnTo>
                  <a:pt x="0" y="89872"/>
                </a:lnTo>
                <a:lnTo>
                  <a:pt x="438912" y="0"/>
                </a:lnTo>
                <a:lnTo>
                  <a:pt x="914400" y="381022"/>
                </a:lnTo>
                <a:lnTo>
                  <a:pt x="1298448" y="393165"/>
                </a:lnTo>
                <a:lnTo>
                  <a:pt x="1737360" y="509037"/>
                </a:lnTo>
                <a:lnTo>
                  <a:pt x="2121408" y="549549"/>
                </a:lnTo>
                <a:lnTo>
                  <a:pt x="2487168" y="531820"/>
                </a:lnTo>
                <a:lnTo>
                  <a:pt x="2944368" y="900942"/>
                </a:lnTo>
                <a:lnTo>
                  <a:pt x="3429000" y="788411"/>
                </a:lnTo>
                <a:lnTo>
                  <a:pt x="3840480" y="398583"/>
                </a:lnTo>
                <a:lnTo>
                  <a:pt x="4315968" y="227901"/>
                </a:lnTo>
                <a:lnTo>
                  <a:pt x="4754880" y="80478"/>
                </a:lnTo>
                <a:lnTo>
                  <a:pt x="5212080" y="364102"/>
                </a:lnTo>
                <a:lnTo>
                  <a:pt x="5623560" y="394692"/>
                </a:lnTo>
                <a:lnTo>
                  <a:pt x="6053328" y="226250"/>
                </a:lnTo>
                <a:lnTo>
                  <a:pt x="6446520" y="495236"/>
                </a:lnTo>
                <a:lnTo>
                  <a:pt x="6949440" y="735339"/>
                </a:lnTo>
                <a:lnTo>
                  <a:pt x="7452360" y="925475"/>
                </a:lnTo>
                <a:lnTo>
                  <a:pt x="7955279" y="629255"/>
                </a:lnTo>
                <a:lnTo>
                  <a:pt x="8458200" y="222317"/>
                </a:lnTo>
                <a:lnTo>
                  <a:pt x="8915400" y="358180"/>
                </a:lnTo>
                <a:lnTo>
                  <a:pt x="9436608" y="236701"/>
                </a:lnTo>
                <a:lnTo>
                  <a:pt x="9921240" y="290787"/>
                </a:lnTo>
                <a:lnTo>
                  <a:pt x="10424160" y="149577"/>
                </a:lnTo>
                <a:lnTo>
                  <a:pt x="10972800" y="646414"/>
                </a:lnTo>
                <a:lnTo>
                  <a:pt x="11475720" y="892971"/>
                </a:lnTo>
                <a:lnTo>
                  <a:pt x="12188952" y="688790"/>
                </a:lnTo>
                <a:lnTo>
                  <a:pt x="12191695" y="3343362"/>
                </a:lnTo>
                <a:close/>
              </a:path>
            </a:pathLst>
          </a:custGeom>
          <a:solidFill>
            <a:srgbClr val="0F4165">
              <a:alpha val="8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背景_山体层_3"/>
          <p:cNvSpPr/>
          <p:nvPr/>
        </p:nvSpPr>
        <p:spPr>
          <a:xfrm>
            <a:off x="0" y="3810785"/>
            <a:ext cx="12191695" cy="3047215"/>
          </a:xfrm>
          <a:custGeom>
            <a:avLst/>
            <a:gdLst/>
            <a:ahLst/>
            <a:cxnLst/>
            <a:rect l="l" t="t" r="r" b="b"/>
            <a:pathLst>
              <a:path w="12191695" h="3047215">
                <a:moveTo>
                  <a:pt x="0" y="3047215"/>
                </a:moveTo>
                <a:lnTo>
                  <a:pt x="0" y="0"/>
                </a:lnTo>
                <a:lnTo>
                  <a:pt x="384048" y="183268"/>
                </a:lnTo>
                <a:lnTo>
                  <a:pt x="804672" y="615808"/>
                </a:lnTo>
                <a:lnTo>
                  <a:pt x="1188720" y="569560"/>
                </a:lnTo>
                <a:lnTo>
                  <a:pt x="1572768" y="550615"/>
                </a:lnTo>
                <a:lnTo>
                  <a:pt x="1965960" y="697285"/>
                </a:lnTo>
                <a:lnTo>
                  <a:pt x="2377440" y="690214"/>
                </a:lnTo>
                <a:lnTo>
                  <a:pt x="2788920" y="841443"/>
                </a:lnTo>
                <a:lnTo>
                  <a:pt x="3154680" y="781352"/>
                </a:lnTo>
                <a:lnTo>
                  <a:pt x="3611880" y="210878"/>
                </a:lnTo>
                <a:lnTo>
                  <a:pt x="4041648" y="121860"/>
                </a:lnTo>
                <a:lnTo>
                  <a:pt x="4443984" y="207229"/>
                </a:lnTo>
                <a:lnTo>
                  <a:pt x="4846320" y="285864"/>
                </a:lnTo>
                <a:lnTo>
                  <a:pt x="5303520" y="545930"/>
                </a:lnTo>
                <a:lnTo>
                  <a:pt x="5724144" y="414374"/>
                </a:lnTo>
                <a:lnTo>
                  <a:pt x="6144768" y="498172"/>
                </a:lnTo>
                <a:lnTo>
                  <a:pt x="6565392" y="890948"/>
                </a:lnTo>
                <a:lnTo>
                  <a:pt x="6967728" y="864269"/>
                </a:lnTo>
                <a:lnTo>
                  <a:pt x="7388352" y="739645"/>
                </a:lnTo>
                <a:lnTo>
                  <a:pt x="7790688" y="472346"/>
                </a:lnTo>
                <a:lnTo>
                  <a:pt x="8211312" y="97453"/>
                </a:lnTo>
                <a:lnTo>
                  <a:pt x="8641080" y="290337"/>
                </a:lnTo>
                <a:lnTo>
                  <a:pt x="9070848" y="377208"/>
                </a:lnTo>
                <a:lnTo>
                  <a:pt x="9491472" y="240901"/>
                </a:lnTo>
                <a:lnTo>
                  <a:pt x="9930384" y="374971"/>
                </a:lnTo>
                <a:lnTo>
                  <a:pt x="10387584" y="445894"/>
                </a:lnTo>
                <a:lnTo>
                  <a:pt x="10808208" y="811393"/>
                </a:lnTo>
                <a:lnTo>
                  <a:pt x="11292840" y="898375"/>
                </a:lnTo>
                <a:lnTo>
                  <a:pt x="12188952" y="459186"/>
                </a:lnTo>
                <a:lnTo>
                  <a:pt x="12191695" y="3047215"/>
                </a:lnTo>
                <a:close/>
              </a:path>
            </a:pathLst>
          </a:custGeom>
          <a:solidFill>
            <a:srgbClr val="0A3456">
              <a:alpha val="9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背景_数据光柱_1"/>
          <p:cNvCxnSpPr/>
          <p:nvPr/>
        </p:nvCxnSpPr>
        <p:spPr>
          <a:xfrm>
            <a:off x="502920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背景_光柱节点_1"/>
          <p:cNvSpPr/>
          <p:nvPr/>
        </p:nvSpPr>
        <p:spPr>
          <a:xfrm>
            <a:off x="480060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背景_数据光柱_2"/>
          <p:cNvCxnSpPr/>
          <p:nvPr/>
        </p:nvCxnSpPr>
        <p:spPr>
          <a:xfrm>
            <a:off x="749808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背景_光柱节点_2"/>
          <p:cNvSpPr/>
          <p:nvPr/>
        </p:nvSpPr>
        <p:spPr>
          <a:xfrm>
            <a:off x="726947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背景_数据光柱_3"/>
          <p:cNvCxnSpPr/>
          <p:nvPr/>
        </p:nvCxnSpPr>
        <p:spPr>
          <a:xfrm>
            <a:off x="969264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背景_光柱节点_3"/>
          <p:cNvSpPr/>
          <p:nvPr/>
        </p:nvSpPr>
        <p:spPr>
          <a:xfrm>
            <a:off x="946404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背景_数据光柱_4"/>
          <p:cNvCxnSpPr/>
          <p:nvPr/>
        </p:nvCxnSpPr>
        <p:spPr>
          <a:xfrm>
            <a:off x="10954512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背景_光柱节点_4"/>
          <p:cNvSpPr/>
          <p:nvPr/>
        </p:nvSpPr>
        <p:spPr>
          <a:xfrm>
            <a:off x="10931652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背景_数据光柱_5"/>
          <p:cNvCxnSpPr/>
          <p:nvPr/>
        </p:nvCxnSpPr>
        <p:spPr>
          <a:xfrm>
            <a:off x="11201400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背景_光柱节点_5"/>
          <p:cNvSpPr/>
          <p:nvPr/>
        </p:nvSpPr>
        <p:spPr>
          <a:xfrm>
            <a:off x="11178540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背景_数据光柱_6"/>
          <p:cNvCxnSpPr/>
          <p:nvPr/>
        </p:nvCxnSpPr>
        <p:spPr>
          <a:xfrm>
            <a:off x="11475720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背景_光柱节点_6"/>
          <p:cNvSpPr/>
          <p:nvPr/>
        </p:nvSpPr>
        <p:spPr>
          <a:xfrm>
            <a:off x="11452860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背景_地面暗层"/>
          <p:cNvSpPr/>
          <p:nvPr/>
        </p:nvSpPr>
        <p:spPr>
          <a:xfrm>
            <a:off x="0" y="4617720"/>
            <a:ext cx="12191695" cy="2240280"/>
          </a:xfrm>
          <a:prstGeom prst="rect">
            <a:avLst/>
          </a:prstGeom>
          <a:solidFill>
            <a:srgbClr val="062742">
              <a:alpha val="9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背景_光路底_0"/>
          <p:cNvCxnSpPr/>
          <p:nvPr/>
        </p:nvCxnSpPr>
        <p:spPr>
          <a:xfrm>
            <a:off x="155447" y="5500116"/>
            <a:ext cx="495301" cy="2269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背景_光路亮线_0"/>
          <p:cNvCxnSpPr/>
          <p:nvPr/>
        </p:nvCxnSpPr>
        <p:spPr>
          <a:xfrm>
            <a:off x="155447" y="5500116"/>
            <a:ext cx="495301" cy="2269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背景_光路底_0"/>
          <p:cNvCxnSpPr/>
          <p:nvPr/>
        </p:nvCxnSpPr>
        <p:spPr>
          <a:xfrm>
            <a:off x="650748" y="5522814"/>
            <a:ext cx="495299" cy="15742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背景_光路亮线_0"/>
          <p:cNvCxnSpPr/>
          <p:nvPr/>
        </p:nvCxnSpPr>
        <p:spPr>
          <a:xfrm>
            <a:off x="650748" y="5522814"/>
            <a:ext cx="495299" cy="15742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背景_光路底_0"/>
          <p:cNvCxnSpPr/>
          <p:nvPr/>
        </p:nvCxnSpPr>
        <p:spPr>
          <a:xfrm>
            <a:off x="1146047" y="5538556"/>
            <a:ext cx="495301" cy="38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背景_光路亮线_0"/>
          <p:cNvCxnSpPr/>
          <p:nvPr/>
        </p:nvCxnSpPr>
        <p:spPr>
          <a:xfrm>
            <a:off x="1146047" y="5538556"/>
            <a:ext cx="495301" cy="38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背景_光路底_0"/>
          <p:cNvCxnSpPr/>
          <p:nvPr/>
        </p:nvCxnSpPr>
        <p:spPr>
          <a:xfrm flipV="1">
            <a:off x="1641348" y="5518748"/>
            <a:ext cx="495299" cy="2019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背景_光路亮线_0"/>
          <p:cNvCxnSpPr/>
          <p:nvPr/>
        </p:nvCxnSpPr>
        <p:spPr>
          <a:xfrm flipV="1">
            <a:off x="1641348" y="5518748"/>
            <a:ext cx="495299" cy="2019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背景_光路底_0"/>
          <p:cNvCxnSpPr/>
          <p:nvPr/>
        </p:nvCxnSpPr>
        <p:spPr>
          <a:xfrm flipV="1">
            <a:off x="2136647" y="5476807"/>
            <a:ext cx="495301" cy="4194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背景_光路亮线_0"/>
          <p:cNvCxnSpPr/>
          <p:nvPr/>
        </p:nvCxnSpPr>
        <p:spPr>
          <a:xfrm flipV="1">
            <a:off x="2136647" y="5476807"/>
            <a:ext cx="495301" cy="4194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背景_光路底_0"/>
          <p:cNvCxnSpPr/>
          <p:nvPr/>
        </p:nvCxnSpPr>
        <p:spPr>
          <a:xfrm flipV="1">
            <a:off x="2631948" y="5416224"/>
            <a:ext cx="495300" cy="6058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背景_光路亮线_0"/>
          <p:cNvCxnSpPr/>
          <p:nvPr/>
        </p:nvCxnSpPr>
        <p:spPr>
          <a:xfrm flipV="1">
            <a:off x="2631948" y="5416224"/>
            <a:ext cx="495300" cy="6058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背景_光路底_0"/>
          <p:cNvCxnSpPr/>
          <p:nvPr/>
        </p:nvCxnSpPr>
        <p:spPr>
          <a:xfrm flipV="1">
            <a:off x="3127248" y="5343834"/>
            <a:ext cx="495300" cy="7239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背景_光路亮线_0"/>
          <p:cNvCxnSpPr/>
          <p:nvPr/>
        </p:nvCxnSpPr>
        <p:spPr>
          <a:xfrm flipV="1">
            <a:off x="3127248" y="5343834"/>
            <a:ext cx="495300" cy="7239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背景_光路底_0"/>
          <p:cNvCxnSpPr/>
          <p:nvPr/>
        </p:nvCxnSpPr>
        <p:spPr>
          <a:xfrm flipV="1">
            <a:off x="3622548" y="5269035"/>
            <a:ext cx="495299" cy="74799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背景_光路亮线_0"/>
          <p:cNvCxnSpPr/>
          <p:nvPr/>
        </p:nvCxnSpPr>
        <p:spPr>
          <a:xfrm flipV="1">
            <a:off x="3622548" y="5269035"/>
            <a:ext cx="495299" cy="74799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背景_光路底_0"/>
          <p:cNvCxnSpPr/>
          <p:nvPr/>
        </p:nvCxnSpPr>
        <p:spPr>
          <a:xfrm flipV="1">
            <a:off x="4117847" y="5202181"/>
            <a:ext cx="495301" cy="66854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背景_光路亮线_0"/>
          <p:cNvCxnSpPr/>
          <p:nvPr/>
        </p:nvCxnSpPr>
        <p:spPr>
          <a:xfrm flipV="1">
            <a:off x="4117847" y="5202181"/>
            <a:ext cx="495301" cy="66854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背景_光路底_0"/>
          <p:cNvCxnSpPr/>
          <p:nvPr/>
        </p:nvCxnSpPr>
        <p:spPr>
          <a:xfrm flipV="1">
            <a:off x="4613148" y="5152812"/>
            <a:ext cx="495300" cy="49369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背景_光路亮线_0"/>
          <p:cNvCxnSpPr/>
          <p:nvPr/>
        </p:nvCxnSpPr>
        <p:spPr>
          <a:xfrm flipV="1">
            <a:off x="4613148" y="5152812"/>
            <a:ext cx="495300" cy="49369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背景_光路底_0"/>
          <p:cNvCxnSpPr/>
          <p:nvPr/>
        </p:nvCxnSpPr>
        <p:spPr>
          <a:xfrm flipV="1">
            <a:off x="5108448" y="5128016"/>
            <a:ext cx="495300" cy="24796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背景_光路亮线_0"/>
          <p:cNvCxnSpPr/>
          <p:nvPr/>
        </p:nvCxnSpPr>
        <p:spPr>
          <a:xfrm flipV="1">
            <a:off x="5108448" y="5128016"/>
            <a:ext cx="495300" cy="24796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背景_光路底_0"/>
          <p:cNvCxnSpPr/>
          <p:nvPr/>
        </p:nvCxnSpPr>
        <p:spPr>
          <a:xfrm>
            <a:off x="5603748" y="5128016"/>
            <a:ext cx="495300" cy="320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背景_光路亮线_0"/>
          <p:cNvCxnSpPr/>
          <p:nvPr/>
        </p:nvCxnSpPr>
        <p:spPr>
          <a:xfrm>
            <a:off x="5603748" y="5128016"/>
            <a:ext cx="495300" cy="320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背景_光路底_0"/>
          <p:cNvCxnSpPr/>
          <p:nvPr/>
        </p:nvCxnSpPr>
        <p:spPr>
          <a:xfrm>
            <a:off x="6099048" y="5131221"/>
            <a:ext cx="495299" cy="3038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背景_光路亮线_0"/>
          <p:cNvCxnSpPr/>
          <p:nvPr/>
        </p:nvCxnSpPr>
        <p:spPr>
          <a:xfrm>
            <a:off x="6099048" y="5131221"/>
            <a:ext cx="495299" cy="3038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背景_光路底_0"/>
          <p:cNvCxnSpPr/>
          <p:nvPr/>
        </p:nvCxnSpPr>
        <p:spPr>
          <a:xfrm>
            <a:off x="6594347" y="5161608"/>
            <a:ext cx="495301" cy="5264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背景_光路亮线_0"/>
          <p:cNvCxnSpPr/>
          <p:nvPr/>
        </p:nvCxnSpPr>
        <p:spPr>
          <a:xfrm>
            <a:off x="6594347" y="5161608"/>
            <a:ext cx="495301" cy="5264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背景_光路底_0"/>
          <p:cNvCxnSpPr/>
          <p:nvPr/>
        </p:nvCxnSpPr>
        <p:spPr>
          <a:xfrm>
            <a:off x="7089648" y="5214248"/>
            <a:ext cx="495300" cy="6670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背景_光路亮线_0"/>
          <p:cNvCxnSpPr/>
          <p:nvPr/>
        </p:nvCxnSpPr>
        <p:spPr>
          <a:xfrm>
            <a:off x="7089648" y="5214248"/>
            <a:ext cx="495300" cy="6670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背景_光路底_0"/>
          <p:cNvCxnSpPr/>
          <p:nvPr/>
        </p:nvCxnSpPr>
        <p:spPr>
          <a:xfrm>
            <a:off x="7584948" y="5280949"/>
            <a:ext cx="495299" cy="70706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背景_光路亮线_0"/>
          <p:cNvCxnSpPr/>
          <p:nvPr/>
        </p:nvCxnSpPr>
        <p:spPr>
          <a:xfrm>
            <a:off x="7584948" y="5280949"/>
            <a:ext cx="495299" cy="70706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背景_光路底_0"/>
          <p:cNvCxnSpPr/>
          <p:nvPr/>
        </p:nvCxnSpPr>
        <p:spPr>
          <a:xfrm>
            <a:off x="8080247" y="5351655"/>
            <a:ext cx="495301" cy="6451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背景_光路亮线_0"/>
          <p:cNvCxnSpPr/>
          <p:nvPr/>
        </p:nvCxnSpPr>
        <p:spPr>
          <a:xfrm>
            <a:off x="8080247" y="5351655"/>
            <a:ext cx="495301" cy="6451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背景_光路底_0"/>
          <p:cNvCxnSpPr/>
          <p:nvPr/>
        </p:nvCxnSpPr>
        <p:spPr>
          <a:xfrm>
            <a:off x="8575548" y="5416170"/>
            <a:ext cx="495300" cy="49729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背景_光路亮线_0"/>
          <p:cNvCxnSpPr/>
          <p:nvPr/>
        </p:nvCxnSpPr>
        <p:spPr>
          <a:xfrm>
            <a:off x="8575548" y="5416170"/>
            <a:ext cx="495300" cy="49729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背景_光路底_0"/>
          <p:cNvCxnSpPr/>
          <p:nvPr/>
        </p:nvCxnSpPr>
        <p:spPr>
          <a:xfrm>
            <a:off x="9070848" y="5465899"/>
            <a:ext cx="495300" cy="2942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背景_光路亮线_0"/>
          <p:cNvCxnSpPr/>
          <p:nvPr/>
        </p:nvCxnSpPr>
        <p:spPr>
          <a:xfrm>
            <a:off x="9070848" y="5465899"/>
            <a:ext cx="495300" cy="2942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背景_光路底_0"/>
          <p:cNvCxnSpPr/>
          <p:nvPr/>
        </p:nvCxnSpPr>
        <p:spPr>
          <a:xfrm>
            <a:off x="9566148" y="5495320"/>
            <a:ext cx="495300" cy="761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背景_光路亮线_0"/>
          <p:cNvCxnSpPr/>
          <p:nvPr/>
        </p:nvCxnSpPr>
        <p:spPr>
          <a:xfrm>
            <a:off x="9566148" y="5495320"/>
            <a:ext cx="495300" cy="761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背景_光路底_0"/>
          <p:cNvCxnSpPr/>
          <p:nvPr/>
        </p:nvCxnSpPr>
        <p:spPr>
          <a:xfrm flipV="1">
            <a:off x="10061448" y="5491503"/>
            <a:ext cx="495300" cy="1142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背景_光路亮线_0"/>
          <p:cNvCxnSpPr/>
          <p:nvPr/>
        </p:nvCxnSpPr>
        <p:spPr>
          <a:xfrm flipV="1">
            <a:off x="10061448" y="5491503"/>
            <a:ext cx="495300" cy="1142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背景_光路底_0"/>
          <p:cNvCxnSpPr/>
          <p:nvPr/>
        </p:nvCxnSpPr>
        <p:spPr>
          <a:xfrm flipV="1">
            <a:off x="10556748" y="5467610"/>
            <a:ext cx="495300" cy="2389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背景_光路亮线_0"/>
          <p:cNvCxnSpPr/>
          <p:nvPr/>
        </p:nvCxnSpPr>
        <p:spPr>
          <a:xfrm flipV="1">
            <a:off x="10556748" y="5467610"/>
            <a:ext cx="495300" cy="2389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背景_光路底_0"/>
          <p:cNvCxnSpPr/>
          <p:nvPr/>
        </p:nvCxnSpPr>
        <p:spPr>
          <a:xfrm flipV="1">
            <a:off x="11052048" y="5440503"/>
            <a:ext cx="495300" cy="2710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背景_光路亮线_0"/>
          <p:cNvCxnSpPr/>
          <p:nvPr/>
        </p:nvCxnSpPr>
        <p:spPr>
          <a:xfrm flipV="1">
            <a:off x="11052048" y="5440503"/>
            <a:ext cx="495300" cy="2710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背景_光路底_0"/>
          <p:cNvCxnSpPr/>
          <p:nvPr/>
        </p:nvCxnSpPr>
        <p:spPr>
          <a:xfrm flipV="1">
            <a:off x="11547348" y="5420523"/>
            <a:ext cx="495300" cy="1998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背景_光路亮线_0"/>
          <p:cNvCxnSpPr/>
          <p:nvPr/>
        </p:nvCxnSpPr>
        <p:spPr>
          <a:xfrm flipV="1">
            <a:off x="11547348" y="5420523"/>
            <a:ext cx="495300" cy="1998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背景_光路底_1"/>
          <p:cNvCxnSpPr/>
          <p:nvPr/>
        </p:nvCxnSpPr>
        <p:spPr>
          <a:xfrm flipV="1">
            <a:off x="155447" y="5658465"/>
            <a:ext cx="495301" cy="1505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背景_光路亮线_1"/>
          <p:cNvCxnSpPr/>
          <p:nvPr/>
        </p:nvCxnSpPr>
        <p:spPr>
          <a:xfrm flipV="1">
            <a:off x="155447" y="5658465"/>
            <a:ext cx="495301" cy="1505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背景_光路底_1"/>
          <p:cNvCxnSpPr/>
          <p:nvPr/>
        </p:nvCxnSpPr>
        <p:spPr>
          <a:xfrm flipV="1">
            <a:off x="650748" y="5621848"/>
            <a:ext cx="495299" cy="3661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背景_光路亮线_1"/>
          <p:cNvCxnSpPr/>
          <p:nvPr/>
        </p:nvCxnSpPr>
        <p:spPr>
          <a:xfrm flipV="1">
            <a:off x="650748" y="5621848"/>
            <a:ext cx="495299" cy="3661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背景_光路底_1"/>
          <p:cNvCxnSpPr/>
          <p:nvPr/>
        </p:nvCxnSpPr>
        <p:spPr>
          <a:xfrm flipV="1">
            <a:off x="1146047" y="5564230"/>
            <a:ext cx="495301" cy="5761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背景_光路亮线_1"/>
          <p:cNvCxnSpPr/>
          <p:nvPr/>
        </p:nvCxnSpPr>
        <p:spPr>
          <a:xfrm flipV="1">
            <a:off x="1146047" y="5564230"/>
            <a:ext cx="495301" cy="5761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背景_光路底_1"/>
          <p:cNvCxnSpPr/>
          <p:nvPr/>
        </p:nvCxnSpPr>
        <p:spPr>
          <a:xfrm flipV="1">
            <a:off x="1641348" y="5490308"/>
            <a:ext cx="495299" cy="73922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背景_光路亮线_1"/>
          <p:cNvCxnSpPr/>
          <p:nvPr/>
        </p:nvCxnSpPr>
        <p:spPr>
          <a:xfrm flipV="1">
            <a:off x="1641348" y="5490308"/>
            <a:ext cx="495299" cy="73922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背景_光路底_1"/>
          <p:cNvCxnSpPr/>
          <p:nvPr/>
        </p:nvCxnSpPr>
        <p:spPr>
          <a:xfrm flipV="1">
            <a:off x="2136647" y="5408114"/>
            <a:ext cx="495301" cy="82194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背景_光路亮线_1"/>
          <p:cNvCxnSpPr/>
          <p:nvPr/>
        </p:nvCxnSpPr>
        <p:spPr>
          <a:xfrm flipV="1">
            <a:off x="2136647" y="5408114"/>
            <a:ext cx="495301" cy="82194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背景_光路底_1"/>
          <p:cNvCxnSpPr/>
          <p:nvPr/>
        </p:nvCxnSpPr>
        <p:spPr>
          <a:xfrm flipV="1">
            <a:off x="2631948" y="5327637"/>
            <a:ext cx="495300" cy="8047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背景_光路亮线_1"/>
          <p:cNvCxnSpPr/>
          <p:nvPr/>
        </p:nvCxnSpPr>
        <p:spPr>
          <a:xfrm flipV="1">
            <a:off x="2631948" y="5327637"/>
            <a:ext cx="495300" cy="8047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背景_光路底_1"/>
          <p:cNvCxnSpPr/>
          <p:nvPr/>
        </p:nvCxnSpPr>
        <p:spPr>
          <a:xfrm flipV="1">
            <a:off x="3127248" y="5259116"/>
            <a:ext cx="495300" cy="6852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背景_光路亮线_1"/>
          <p:cNvCxnSpPr/>
          <p:nvPr/>
        </p:nvCxnSpPr>
        <p:spPr>
          <a:xfrm flipV="1">
            <a:off x="3127248" y="5259116"/>
            <a:ext cx="495300" cy="6852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背景_光路底_1"/>
          <p:cNvCxnSpPr/>
          <p:nvPr/>
        </p:nvCxnSpPr>
        <p:spPr>
          <a:xfrm flipV="1">
            <a:off x="3622548" y="5211289"/>
            <a:ext cx="495299" cy="4782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背景_光路亮线_1"/>
          <p:cNvCxnSpPr/>
          <p:nvPr/>
        </p:nvCxnSpPr>
        <p:spPr>
          <a:xfrm flipV="1">
            <a:off x="3622548" y="5211289"/>
            <a:ext cx="495299" cy="4782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背景_光路底_1"/>
          <p:cNvCxnSpPr/>
          <p:nvPr/>
        </p:nvCxnSpPr>
        <p:spPr>
          <a:xfrm flipV="1">
            <a:off x="4117847" y="5189894"/>
            <a:ext cx="495301" cy="2139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背景_光路亮线_1"/>
          <p:cNvCxnSpPr/>
          <p:nvPr/>
        </p:nvCxnSpPr>
        <p:spPr>
          <a:xfrm flipV="1">
            <a:off x="4117847" y="5189894"/>
            <a:ext cx="495301" cy="2139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背景_光路底_1"/>
          <p:cNvCxnSpPr/>
          <p:nvPr/>
        </p:nvCxnSpPr>
        <p:spPr>
          <a:xfrm>
            <a:off x="4613148" y="5189894"/>
            <a:ext cx="495300" cy="679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背景_光路亮线_1"/>
          <p:cNvCxnSpPr/>
          <p:nvPr/>
        </p:nvCxnSpPr>
        <p:spPr>
          <a:xfrm>
            <a:off x="4613148" y="5189894"/>
            <a:ext cx="495300" cy="679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背景_光路底_1"/>
          <p:cNvCxnSpPr/>
          <p:nvPr/>
        </p:nvCxnSpPr>
        <p:spPr>
          <a:xfrm>
            <a:off x="5108448" y="5196692"/>
            <a:ext cx="495300" cy="3246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背景_光路亮线_1"/>
          <p:cNvCxnSpPr/>
          <p:nvPr/>
        </p:nvCxnSpPr>
        <p:spPr>
          <a:xfrm>
            <a:off x="5108448" y="5196692"/>
            <a:ext cx="495300" cy="3246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背景_光路底_1"/>
          <p:cNvCxnSpPr/>
          <p:nvPr/>
        </p:nvCxnSpPr>
        <p:spPr>
          <a:xfrm>
            <a:off x="5603748" y="5229160"/>
            <a:ext cx="495300" cy="5176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背景_光路亮线_1"/>
          <p:cNvCxnSpPr/>
          <p:nvPr/>
        </p:nvCxnSpPr>
        <p:spPr>
          <a:xfrm>
            <a:off x="5603748" y="5229160"/>
            <a:ext cx="495300" cy="5176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背景_光路底_1"/>
          <p:cNvCxnSpPr/>
          <p:nvPr/>
        </p:nvCxnSpPr>
        <p:spPr>
          <a:xfrm>
            <a:off x="6099048" y="5280928"/>
            <a:ext cx="495299" cy="6193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背景_光路亮线_1"/>
          <p:cNvCxnSpPr/>
          <p:nvPr/>
        </p:nvCxnSpPr>
        <p:spPr>
          <a:xfrm>
            <a:off x="6099048" y="5280928"/>
            <a:ext cx="495299" cy="6193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背景_光路底_1"/>
          <p:cNvCxnSpPr/>
          <p:nvPr/>
        </p:nvCxnSpPr>
        <p:spPr>
          <a:xfrm>
            <a:off x="6594347" y="5342866"/>
            <a:ext cx="495301" cy="6178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背景_光路亮线_1"/>
          <p:cNvCxnSpPr/>
          <p:nvPr/>
        </p:nvCxnSpPr>
        <p:spPr>
          <a:xfrm>
            <a:off x="6594347" y="5342866"/>
            <a:ext cx="495301" cy="6178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背景_光路底_1"/>
          <p:cNvCxnSpPr/>
          <p:nvPr/>
        </p:nvCxnSpPr>
        <p:spPr>
          <a:xfrm>
            <a:off x="7089648" y="5404647"/>
            <a:ext cx="495300" cy="5186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背景_光路亮线_1"/>
          <p:cNvCxnSpPr/>
          <p:nvPr/>
        </p:nvCxnSpPr>
        <p:spPr>
          <a:xfrm>
            <a:off x="7089648" y="5404647"/>
            <a:ext cx="495300" cy="5186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背景_光路底_1"/>
          <p:cNvCxnSpPr/>
          <p:nvPr/>
        </p:nvCxnSpPr>
        <p:spPr>
          <a:xfrm>
            <a:off x="7584948" y="5456515"/>
            <a:ext cx="495299" cy="3443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背景_光路亮线_1"/>
          <p:cNvCxnSpPr/>
          <p:nvPr/>
        </p:nvCxnSpPr>
        <p:spPr>
          <a:xfrm>
            <a:off x="7584948" y="5456515"/>
            <a:ext cx="495299" cy="3443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背景_光路底_1"/>
          <p:cNvCxnSpPr/>
          <p:nvPr/>
        </p:nvCxnSpPr>
        <p:spPr>
          <a:xfrm>
            <a:off x="8080247" y="5490952"/>
            <a:ext cx="495301" cy="13016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背景_光路亮线_1"/>
          <p:cNvCxnSpPr/>
          <p:nvPr/>
        </p:nvCxnSpPr>
        <p:spPr>
          <a:xfrm>
            <a:off x="8080247" y="5490952"/>
            <a:ext cx="495301" cy="13016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背景_光路底_1"/>
          <p:cNvCxnSpPr/>
          <p:nvPr/>
        </p:nvCxnSpPr>
        <p:spPr>
          <a:xfrm flipV="1">
            <a:off x="8575548" y="5495779"/>
            <a:ext cx="495300" cy="8189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背景_光路亮线_1"/>
          <p:cNvCxnSpPr/>
          <p:nvPr/>
        </p:nvCxnSpPr>
        <p:spPr>
          <a:xfrm flipV="1">
            <a:off x="8575548" y="5495779"/>
            <a:ext cx="495300" cy="8189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背景_光路底_1"/>
          <p:cNvCxnSpPr/>
          <p:nvPr/>
        </p:nvCxnSpPr>
        <p:spPr>
          <a:xfrm flipV="1">
            <a:off x="9070848" y="5470776"/>
            <a:ext cx="495300" cy="2500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背景_光路亮线_1"/>
          <p:cNvCxnSpPr/>
          <p:nvPr/>
        </p:nvCxnSpPr>
        <p:spPr>
          <a:xfrm flipV="1">
            <a:off x="9070848" y="5470776"/>
            <a:ext cx="495300" cy="2500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背景_光路底_1"/>
          <p:cNvCxnSpPr/>
          <p:nvPr/>
        </p:nvCxnSpPr>
        <p:spPr>
          <a:xfrm flipV="1">
            <a:off x="9566148" y="5436768"/>
            <a:ext cx="495300" cy="3400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背景_光路亮线_1"/>
          <p:cNvCxnSpPr/>
          <p:nvPr/>
        </p:nvCxnSpPr>
        <p:spPr>
          <a:xfrm flipV="1">
            <a:off x="9566148" y="5436768"/>
            <a:ext cx="495300" cy="3400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背景_光路底_1"/>
          <p:cNvCxnSpPr/>
          <p:nvPr/>
        </p:nvCxnSpPr>
        <p:spPr>
          <a:xfrm flipV="1">
            <a:off x="10061448" y="5403648"/>
            <a:ext cx="495300" cy="3312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背景_光路亮线_1"/>
          <p:cNvCxnSpPr/>
          <p:nvPr/>
        </p:nvCxnSpPr>
        <p:spPr>
          <a:xfrm flipV="1">
            <a:off x="10061448" y="5403648"/>
            <a:ext cx="495300" cy="3312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背景_光路底_1"/>
          <p:cNvCxnSpPr/>
          <p:nvPr/>
        </p:nvCxnSpPr>
        <p:spPr>
          <a:xfrm flipV="1">
            <a:off x="10556748" y="5381703"/>
            <a:ext cx="495300" cy="2194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背景_光路亮线_1"/>
          <p:cNvCxnSpPr/>
          <p:nvPr/>
        </p:nvCxnSpPr>
        <p:spPr>
          <a:xfrm flipV="1">
            <a:off x="10556748" y="5381703"/>
            <a:ext cx="495300" cy="2194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背景_光路底_1"/>
          <p:cNvCxnSpPr/>
          <p:nvPr/>
        </p:nvCxnSpPr>
        <p:spPr>
          <a:xfrm flipV="1">
            <a:off x="11052048" y="5379848"/>
            <a:ext cx="495300" cy="185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背景_光路亮线_1"/>
          <p:cNvCxnSpPr/>
          <p:nvPr/>
        </p:nvCxnSpPr>
        <p:spPr>
          <a:xfrm flipV="1">
            <a:off x="11052048" y="5379848"/>
            <a:ext cx="495300" cy="185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背景_光路底_1"/>
          <p:cNvCxnSpPr/>
          <p:nvPr/>
        </p:nvCxnSpPr>
        <p:spPr>
          <a:xfrm>
            <a:off x="11547348" y="5379848"/>
            <a:ext cx="495300" cy="2425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背景_光路亮线_1"/>
          <p:cNvCxnSpPr/>
          <p:nvPr/>
        </p:nvCxnSpPr>
        <p:spPr>
          <a:xfrm>
            <a:off x="11547348" y="5379848"/>
            <a:ext cx="495300" cy="2425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背景_光路底_2"/>
          <p:cNvCxnSpPr/>
          <p:nvPr/>
        </p:nvCxnSpPr>
        <p:spPr>
          <a:xfrm flipV="1">
            <a:off x="155447" y="5661198"/>
            <a:ext cx="495301" cy="7253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背景_光路亮线_2"/>
          <p:cNvCxnSpPr/>
          <p:nvPr/>
        </p:nvCxnSpPr>
        <p:spPr>
          <a:xfrm flipV="1">
            <a:off x="155447" y="5661198"/>
            <a:ext cx="495301" cy="7253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背景_光路底_2"/>
          <p:cNvCxnSpPr/>
          <p:nvPr/>
        </p:nvCxnSpPr>
        <p:spPr>
          <a:xfrm flipV="1">
            <a:off x="650748" y="5575238"/>
            <a:ext cx="495299" cy="8596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背景_光路亮线_2"/>
          <p:cNvCxnSpPr/>
          <p:nvPr/>
        </p:nvCxnSpPr>
        <p:spPr>
          <a:xfrm flipV="1">
            <a:off x="650748" y="5575238"/>
            <a:ext cx="495299" cy="8596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背景_光路底_2"/>
          <p:cNvCxnSpPr/>
          <p:nvPr/>
        </p:nvCxnSpPr>
        <p:spPr>
          <a:xfrm flipV="1">
            <a:off x="1146047" y="5484858"/>
            <a:ext cx="495301" cy="9038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背景_光路亮线_2"/>
          <p:cNvCxnSpPr/>
          <p:nvPr/>
        </p:nvCxnSpPr>
        <p:spPr>
          <a:xfrm flipV="1">
            <a:off x="1146047" y="5484858"/>
            <a:ext cx="495301" cy="9038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背景_光路底_2"/>
          <p:cNvCxnSpPr/>
          <p:nvPr/>
        </p:nvCxnSpPr>
        <p:spPr>
          <a:xfrm flipV="1">
            <a:off x="1641348" y="5400361"/>
            <a:ext cx="495299" cy="8449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背景_光路亮线_2"/>
          <p:cNvCxnSpPr/>
          <p:nvPr/>
        </p:nvCxnSpPr>
        <p:spPr>
          <a:xfrm flipV="1">
            <a:off x="1641348" y="5400361"/>
            <a:ext cx="495299" cy="8449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背景_光路底_2"/>
          <p:cNvCxnSpPr/>
          <p:nvPr/>
        </p:nvCxnSpPr>
        <p:spPr>
          <a:xfrm flipV="1">
            <a:off x="2136647" y="5331588"/>
            <a:ext cx="495301" cy="6877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背景_光路亮线_2"/>
          <p:cNvCxnSpPr/>
          <p:nvPr/>
        </p:nvCxnSpPr>
        <p:spPr>
          <a:xfrm flipV="1">
            <a:off x="2136647" y="5331588"/>
            <a:ext cx="495301" cy="6877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背景_光路底_2"/>
          <p:cNvCxnSpPr/>
          <p:nvPr/>
        </p:nvCxnSpPr>
        <p:spPr>
          <a:xfrm flipV="1">
            <a:off x="2631948" y="5286233"/>
            <a:ext cx="495300" cy="4535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背景_光路亮线_2"/>
          <p:cNvCxnSpPr/>
          <p:nvPr/>
        </p:nvCxnSpPr>
        <p:spPr>
          <a:xfrm flipV="1">
            <a:off x="2631948" y="5286233"/>
            <a:ext cx="495300" cy="4535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背景_光路底_2"/>
          <p:cNvCxnSpPr/>
          <p:nvPr/>
        </p:nvCxnSpPr>
        <p:spPr>
          <a:xfrm flipV="1">
            <a:off x="3127248" y="5268525"/>
            <a:ext cx="495300" cy="1770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背景_光路亮线_2"/>
          <p:cNvCxnSpPr/>
          <p:nvPr/>
        </p:nvCxnSpPr>
        <p:spPr>
          <a:xfrm flipV="1">
            <a:off x="3127248" y="5268525"/>
            <a:ext cx="495300" cy="1770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背景_光路底_2"/>
          <p:cNvCxnSpPr/>
          <p:nvPr/>
        </p:nvCxnSpPr>
        <p:spPr>
          <a:xfrm>
            <a:off x="3622548" y="5268525"/>
            <a:ext cx="495299" cy="998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背景_光路亮线_2"/>
          <p:cNvCxnSpPr/>
          <p:nvPr/>
        </p:nvCxnSpPr>
        <p:spPr>
          <a:xfrm>
            <a:off x="3622548" y="5268525"/>
            <a:ext cx="495299" cy="998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背景_光路底_2"/>
          <p:cNvCxnSpPr/>
          <p:nvPr/>
        </p:nvCxnSpPr>
        <p:spPr>
          <a:xfrm>
            <a:off x="4117847" y="5278506"/>
            <a:ext cx="495301" cy="3351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背景_光路亮线_2"/>
          <p:cNvCxnSpPr/>
          <p:nvPr/>
        </p:nvCxnSpPr>
        <p:spPr>
          <a:xfrm>
            <a:off x="4117847" y="5278506"/>
            <a:ext cx="495301" cy="3351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背景_光路底_2"/>
          <p:cNvCxnSpPr/>
          <p:nvPr/>
        </p:nvCxnSpPr>
        <p:spPr>
          <a:xfrm>
            <a:off x="4613148" y="5312024"/>
            <a:ext cx="495300" cy="4941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背景_光路亮线_2"/>
          <p:cNvCxnSpPr/>
          <p:nvPr/>
        </p:nvCxnSpPr>
        <p:spPr>
          <a:xfrm>
            <a:off x="4613148" y="5312024"/>
            <a:ext cx="495300" cy="4941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背景_光路底_2"/>
          <p:cNvCxnSpPr/>
          <p:nvPr/>
        </p:nvCxnSpPr>
        <p:spPr>
          <a:xfrm>
            <a:off x="5108448" y="5361441"/>
            <a:ext cx="495300" cy="55502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背景_光路亮线_2"/>
          <p:cNvCxnSpPr/>
          <p:nvPr/>
        </p:nvCxnSpPr>
        <p:spPr>
          <a:xfrm>
            <a:off x="5108448" y="5361441"/>
            <a:ext cx="495300" cy="55502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背景_光路底_2"/>
          <p:cNvCxnSpPr/>
          <p:nvPr/>
        </p:nvCxnSpPr>
        <p:spPr>
          <a:xfrm>
            <a:off x="5603748" y="5416943"/>
            <a:ext cx="495300" cy="51276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背景_光路亮线_2"/>
          <p:cNvCxnSpPr/>
          <p:nvPr/>
        </p:nvCxnSpPr>
        <p:spPr>
          <a:xfrm>
            <a:off x="5603748" y="5416943"/>
            <a:ext cx="495300" cy="51276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背景_光路底_2"/>
          <p:cNvCxnSpPr/>
          <p:nvPr/>
        </p:nvCxnSpPr>
        <p:spPr>
          <a:xfrm>
            <a:off x="6099048" y="5468219"/>
            <a:ext cx="495299" cy="38004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背景_光路亮线_2"/>
          <p:cNvCxnSpPr/>
          <p:nvPr/>
        </p:nvCxnSpPr>
        <p:spPr>
          <a:xfrm>
            <a:off x="6099048" y="5468219"/>
            <a:ext cx="495299" cy="38004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背景_光路底_2"/>
          <p:cNvCxnSpPr/>
          <p:nvPr/>
        </p:nvCxnSpPr>
        <p:spPr>
          <a:xfrm>
            <a:off x="6594347" y="5506223"/>
            <a:ext cx="495301" cy="18499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背景_光路亮线_2"/>
          <p:cNvCxnSpPr/>
          <p:nvPr/>
        </p:nvCxnSpPr>
        <p:spPr>
          <a:xfrm>
            <a:off x="6594347" y="5506223"/>
            <a:ext cx="495301" cy="18499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背景_光路底_2"/>
          <p:cNvCxnSpPr/>
          <p:nvPr/>
        </p:nvCxnSpPr>
        <p:spPr>
          <a:xfrm flipV="1">
            <a:off x="7089648" y="5521368"/>
            <a:ext cx="495300" cy="3354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背景_光路亮线_2"/>
          <p:cNvCxnSpPr/>
          <p:nvPr/>
        </p:nvCxnSpPr>
        <p:spPr>
          <a:xfrm flipV="1">
            <a:off x="7089648" y="5521368"/>
            <a:ext cx="495300" cy="3354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背景_光路底_2"/>
          <p:cNvCxnSpPr/>
          <p:nvPr/>
        </p:nvCxnSpPr>
        <p:spPr>
          <a:xfrm flipV="1">
            <a:off x="7584948" y="5498091"/>
            <a:ext cx="495299" cy="2327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背景_光路亮线_2"/>
          <p:cNvCxnSpPr/>
          <p:nvPr/>
        </p:nvCxnSpPr>
        <p:spPr>
          <a:xfrm flipV="1">
            <a:off x="7584948" y="5498091"/>
            <a:ext cx="495299" cy="2327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背景_光路底_2"/>
          <p:cNvCxnSpPr/>
          <p:nvPr/>
        </p:nvCxnSpPr>
        <p:spPr>
          <a:xfrm flipV="1">
            <a:off x="8080247" y="5460777"/>
            <a:ext cx="495301" cy="37314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背景_光路亮线_2"/>
          <p:cNvCxnSpPr/>
          <p:nvPr/>
        </p:nvCxnSpPr>
        <p:spPr>
          <a:xfrm flipV="1">
            <a:off x="8080247" y="5460777"/>
            <a:ext cx="495301" cy="37314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背景_光路底_2"/>
          <p:cNvCxnSpPr/>
          <p:nvPr/>
        </p:nvCxnSpPr>
        <p:spPr>
          <a:xfrm flipV="1">
            <a:off x="8575548" y="5418255"/>
            <a:ext cx="495300" cy="42522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背景_光路亮线_2"/>
          <p:cNvCxnSpPr/>
          <p:nvPr/>
        </p:nvCxnSpPr>
        <p:spPr>
          <a:xfrm flipV="1">
            <a:off x="8575548" y="5418255"/>
            <a:ext cx="495300" cy="42522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背景_光路底_2"/>
          <p:cNvCxnSpPr/>
          <p:nvPr/>
        </p:nvCxnSpPr>
        <p:spPr>
          <a:xfrm flipV="1">
            <a:off x="9070848" y="5380789"/>
            <a:ext cx="495300" cy="37466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背景_光路亮线_2"/>
          <p:cNvCxnSpPr/>
          <p:nvPr/>
        </p:nvCxnSpPr>
        <p:spPr>
          <a:xfrm flipV="1">
            <a:off x="9070848" y="5380789"/>
            <a:ext cx="495300" cy="37466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背景_光路底_2"/>
          <p:cNvCxnSpPr/>
          <p:nvPr/>
        </p:nvCxnSpPr>
        <p:spPr>
          <a:xfrm flipV="1">
            <a:off x="9566148" y="5358322"/>
            <a:ext cx="495300" cy="2246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背景_光路亮线_2"/>
          <p:cNvCxnSpPr/>
          <p:nvPr/>
        </p:nvCxnSpPr>
        <p:spPr>
          <a:xfrm flipV="1">
            <a:off x="9566148" y="5358322"/>
            <a:ext cx="495300" cy="2246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背景_光路底_2"/>
          <p:cNvCxnSpPr/>
          <p:nvPr/>
        </p:nvCxnSpPr>
        <p:spPr>
          <a:xfrm>
            <a:off x="10061448" y="5358322"/>
            <a:ext cx="495300" cy="45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背景_光路亮线_2"/>
          <p:cNvCxnSpPr/>
          <p:nvPr/>
        </p:nvCxnSpPr>
        <p:spPr>
          <a:xfrm>
            <a:off x="10061448" y="5358322"/>
            <a:ext cx="495300" cy="45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背景_光路底_2"/>
          <p:cNvCxnSpPr/>
          <p:nvPr/>
        </p:nvCxnSpPr>
        <p:spPr>
          <a:xfrm>
            <a:off x="10556748" y="5358772"/>
            <a:ext cx="495300" cy="2791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背景_光路亮线_2"/>
          <p:cNvCxnSpPr/>
          <p:nvPr/>
        </p:nvCxnSpPr>
        <p:spPr>
          <a:xfrm>
            <a:off x="10556748" y="5358772"/>
            <a:ext cx="495300" cy="2791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背景_光路底_2"/>
          <p:cNvCxnSpPr/>
          <p:nvPr/>
        </p:nvCxnSpPr>
        <p:spPr>
          <a:xfrm>
            <a:off x="11052048" y="5386682"/>
            <a:ext cx="495300" cy="5575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背景_光路亮线_2"/>
          <p:cNvCxnSpPr/>
          <p:nvPr/>
        </p:nvCxnSpPr>
        <p:spPr>
          <a:xfrm>
            <a:off x="11052048" y="5386682"/>
            <a:ext cx="495300" cy="5575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背景_光路底_2"/>
          <p:cNvCxnSpPr/>
          <p:nvPr/>
        </p:nvCxnSpPr>
        <p:spPr>
          <a:xfrm>
            <a:off x="11547348" y="5442435"/>
            <a:ext cx="495300" cy="79762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背景_光路亮线_2"/>
          <p:cNvCxnSpPr/>
          <p:nvPr/>
        </p:nvCxnSpPr>
        <p:spPr>
          <a:xfrm>
            <a:off x="11547348" y="5442435"/>
            <a:ext cx="495300" cy="79762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4" name="背景_地平线光环"/>
          <p:cNvSpPr/>
          <p:nvPr/>
        </p:nvSpPr>
        <p:spPr>
          <a:xfrm>
            <a:off x="3721608" y="4140403"/>
            <a:ext cx="4754880" cy="1046073"/>
          </a:xfrm>
          <a:prstGeom prst="ellipse">
            <a:avLst/>
          </a:prstGeom>
          <a:noFill/>
          <a:ln w="11176">
            <a:solidFill>
              <a:srgbClr val="69E9FF">
                <a:alpha val="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背景_地平线光环"/>
          <p:cNvSpPr/>
          <p:nvPr/>
        </p:nvSpPr>
        <p:spPr>
          <a:xfrm>
            <a:off x="4315968" y="4271162"/>
            <a:ext cx="3566160" cy="784555"/>
          </a:xfrm>
          <a:prstGeom prst="ellipse">
            <a:avLst/>
          </a:prstGeom>
          <a:noFill/>
          <a:ln w="11176">
            <a:solidFill>
              <a:srgbClr val="69E9FF">
                <a:alpha val="1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背景_地平线光环"/>
          <p:cNvSpPr/>
          <p:nvPr/>
        </p:nvSpPr>
        <p:spPr>
          <a:xfrm>
            <a:off x="4910328" y="4401921"/>
            <a:ext cx="2377440" cy="523036"/>
          </a:xfrm>
          <a:prstGeom prst="ellipse">
            <a:avLst/>
          </a:prstGeom>
          <a:noFill/>
          <a:ln w="11176">
            <a:solidFill>
              <a:srgbClr val="69E9FF">
                <a:alpha val="14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封面_科技穹顶"/>
          <p:cNvSpPr/>
          <p:nvPr/>
        </p:nvSpPr>
        <p:spPr>
          <a:xfrm>
            <a:off x="1965960" y="137160"/>
            <a:ext cx="8275320" cy="5897880"/>
          </a:xfrm>
          <a:prstGeom prst="arc">
            <a:avLst/>
          </a:prstGeom>
          <a:noFill/>
          <a:ln w="15367">
            <a:solidFill>
              <a:srgbClr val="3489B5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8" name="封面_光柱_1"/>
          <p:cNvCxnSpPr/>
          <p:nvPr/>
        </p:nvCxnSpPr>
        <p:spPr>
          <a:xfrm>
            <a:off x="685800" y="3858768"/>
            <a:ext cx="0" cy="1581912"/>
          </a:xfrm>
          <a:prstGeom prst="line">
            <a:avLst/>
          </a:prstGeom>
          <a:ln w="9779">
            <a:solidFill>
              <a:srgbClr val="4DD5FF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封面_光柱_2"/>
          <p:cNvCxnSpPr/>
          <p:nvPr/>
        </p:nvCxnSpPr>
        <p:spPr>
          <a:xfrm>
            <a:off x="932688" y="3858768"/>
            <a:ext cx="0" cy="1581912"/>
          </a:xfrm>
          <a:prstGeom prst="line">
            <a:avLst/>
          </a:prstGeom>
          <a:ln w="9779">
            <a:solidFill>
              <a:srgbClr val="4DD5FF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封面_光柱_3"/>
          <p:cNvCxnSpPr/>
          <p:nvPr/>
        </p:nvCxnSpPr>
        <p:spPr>
          <a:xfrm>
            <a:off x="1188720" y="3858768"/>
            <a:ext cx="0" cy="1581912"/>
          </a:xfrm>
          <a:prstGeom prst="line">
            <a:avLst/>
          </a:prstGeom>
          <a:ln w="9779">
            <a:solidFill>
              <a:srgbClr val="4DD5FF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封面_光柱_4"/>
          <p:cNvCxnSpPr/>
          <p:nvPr/>
        </p:nvCxnSpPr>
        <p:spPr>
          <a:xfrm>
            <a:off x="10744200" y="3858768"/>
            <a:ext cx="0" cy="1581912"/>
          </a:xfrm>
          <a:prstGeom prst="line">
            <a:avLst/>
          </a:prstGeom>
          <a:ln w="9779">
            <a:solidFill>
              <a:srgbClr val="4DD5FF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封面_光柱_5"/>
          <p:cNvCxnSpPr/>
          <p:nvPr/>
        </p:nvCxnSpPr>
        <p:spPr>
          <a:xfrm>
            <a:off x="11018520" y="3858768"/>
            <a:ext cx="0" cy="1581912"/>
          </a:xfrm>
          <a:prstGeom prst="line">
            <a:avLst/>
          </a:prstGeom>
          <a:ln w="9779">
            <a:solidFill>
              <a:srgbClr val="4DD5FF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封面_光柱_6"/>
          <p:cNvCxnSpPr/>
          <p:nvPr/>
        </p:nvCxnSpPr>
        <p:spPr>
          <a:xfrm>
            <a:off x="11301984" y="3858768"/>
            <a:ext cx="0" cy="1581912"/>
          </a:xfrm>
          <a:prstGeom prst="line">
            <a:avLst/>
          </a:prstGeom>
          <a:ln w="9779">
            <a:solidFill>
              <a:srgbClr val="4DD5FF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原生可编辑文字_S01_001_双击编辑"/>
          <p:cNvSpPr txBox="1"/>
          <p:nvPr/>
        </p:nvSpPr>
        <p:spPr>
          <a:xfrm>
            <a:off x="4884420" y="914400"/>
            <a:ext cx="2415540" cy="30480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320">
                <a:solidFill>
                  <a:srgbClr val="F2F8FF"/>
                </a:solidFill>
                <a:latin typeface="Noto Sans CJK SC"/>
              </a:rPr>
              <a:t>Z H I  K A O  M A N A G E R</a:t>
            </a:r>
          </a:p>
        </p:txBody>
      </p:sp>
      <p:sp>
        <p:nvSpPr>
          <p:cNvPr id="8" name="原生可编辑文字_S01_002_双击编辑"/>
          <p:cNvSpPr txBox="1"/>
          <p:nvPr/>
        </p:nvSpPr>
        <p:spPr>
          <a:xfrm>
            <a:off x="3253740" y="1432560"/>
            <a:ext cx="5623560" cy="146304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5800">
                <a:solidFill>
                  <a:srgbClr val="F2F8FF"/>
                </a:solidFill>
                <a:latin typeface="Noto Serif CJK SC"/>
              </a:rPr>
              <a:t>智烤 管家</a:t>
            </a:r>
          </a:p>
        </p:txBody>
      </p:sp>
      <p:sp>
        <p:nvSpPr>
          <p:cNvPr id="10" name="原生可编辑文字_S01_003_双击编辑"/>
          <p:cNvSpPr txBox="1"/>
          <p:nvPr/>
        </p:nvSpPr>
        <p:spPr>
          <a:xfrm>
            <a:off x="3497579" y="2979420"/>
            <a:ext cx="5242560" cy="52578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800">
                <a:solidFill>
                  <a:srgbClr val="F2F8FF"/>
                </a:solidFill>
                <a:latin typeface="Noto Sans CJK SC"/>
              </a:rPr>
              <a:t>让每一座烤房，都有一份可计算的“健康档案”</a:t>
            </a:r>
          </a:p>
        </p:txBody>
      </p:sp>
      <p:sp>
        <p:nvSpPr>
          <p:cNvPr id="12" name="原生可编辑文字_S01_004_双击编辑"/>
          <p:cNvSpPr txBox="1"/>
          <p:nvPr/>
        </p:nvSpPr>
        <p:spPr>
          <a:xfrm>
            <a:off x="2918460" y="3764279"/>
            <a:ext cx="6263640" cy="48768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800">
                <a:solidFill>
                  <a:srgbClr val="F2F8FF"/>
                </a:solidFill>
                <a:latin typeface="Noto Sans CJK SC"/>
              </a:rPr>
              <a:t>一库清底  |  双模决策  |  三智落地  |  四队长效</a:t>
            </a:r>
          </a:p>
        </p:txBody>
      </p:sp>
      <p:sp>
        <p:nvSpPr>
          <p:cNvPr id="14" name="原生可编辑文字_S01_005_双击编辑"/>
          <p:cNvSpPr txBox="1"/>
          <p:nvPr/>
        </p:nvSpPr>
        <p:spPr>
          <a:xfrm>
            <a:off x="3764279" y="4427220"/>
            <a:ext cx="4701540" cy="48768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800">
                <a:solidFill>
                  <a:srgbClr val="F2F8FF"/>
                </a:solidFill>
                <a:latin typeface="Noto Sans CJK SC"/>
              </a:rPr>
              <a:t>基于健康评估的烤房用管管一体化解决方案</a:t>
            </a:r>
          </a:p>
        </p:txBody>
      </p:sp>
      <p:sp>
        <p:nvSpPr>
          <p:cNvPr id="16" name="原生可编辑文字_S01_006_双击编辑"/>
          <p:cNvSpPr txBox="1"/>
          <p:nvPr/>
        </p:nvSpPr>
        <p:spPr>
          <a:xfrm>
            <a:off x="3108960" y="6126480"/>
            <a:ext cx="2225040" cy="34290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485">
                <a:solidFill>
                  <a:srgbClr val="F2F8FF"/>
                </a:solidFill>
                <a:latin typeface="Noto Sans CJK SC"/>
              </a:rPr>
              <a:t>湖北烟草创客大赛  ·  决赛发布</a:t>
            </a:r>
          </a:p>
        </p:txBody>
      </p:sp>
      <p:sp>
        <p:nvSpPr>
          <p:cNvPr id="18" name="原生可编辑文字_S01_007_双击编辑"/>
          <p:cNvSpPr txBox="1"/>
          <p:nvPr/>
        </p:nvSpPr>
        <p:spPr>
          <a:xfrm>
            <a:off x="5501640" y="6118860"/>
            <a:ext cx="2598420" cy="35052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518">
                <a:solidFill>
                  <a:srgbClr val="F2F8FF"/>
                </a:solidFill>
                <a:latin typeface="Noto Sans CJK SC"/>
              </a:rPr>
              <a:t>宜昌市烟草公司  ·  智同道合创客小组</a:t>
            </a:r>
          </a:p>
        </p:txBody>
      </p:sp>
      <p:sp>
        <p:nvSpPr>
          <p:cNvPr id="20" name="原生可编辑文字_S01_008_双击编辑"/>
          <p:cNvSpPr txBox="1"/>
          <p:nvPr/>
        </p:nvSpPr>
        <p:spPr>
          <a:xfrm>
            <a:off x="8290560" y="6118860"/>
            <a:ext cx="762000" cy="3276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064">
                <a:solidFill>
                  <a:srgbClr val="F2F8FF"/>
                </a:solidFill>
                <a:latin typeface="Noto Serif CJK SC"/>
              </a:rPr>
              <a:t>2026.10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_深蓝底_可编辑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B49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背景_左上光束_1"/>
          <p:cNvSpPr/>
          <p:nvPr/>
        </p:nvSpPr>
        <p:spPr>
          <a:xfrm>
            <a:off x="0" y="0"/>
            <a:ext cx="2423160" cy="1828800"/>
          </a:xfrm>
          <a:custGeom>
            <a:avLst/>
            <a:gdLst/>
            <a:ahLst/>
            <a:cxnLst/>
            <a:rect l="l" t="t" r="r" b="b"/>
            <a:pathLst>
              <a:path w="2423160" h="1828800">
                <a:moveTo>
                  <a:pt x="0" y="0"/>
                </a:moveTo>
                <a:lnTo>
                  <a:pt x="914400" y="0"/>
                </a:lnTo>
                <a:lnTo>
                  <a:pt x="2423160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8DEBFF">
              <a:alpha val="2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背景_左上光束_2"/>
          <p:cNvSpPr/>
          <p:nvPr/>
        </p:nvSpPr>
        <p:spPr>
          <a:xfrm>
            <a:off x="274320" y="0"/>
            <a:ext cx="2423159" cy="1828800"/>
          </a:xfrm>
          <a:custGeom>
            <a:avLst/>
            <a:gdLst/>
            <a:ahLst/>
            <a:cxnLst/>
            <a:rect l="l" t="t" r="r" b="b"/>
            <a:pathLst>
              <a:path w="2423159" h="1828800">
                <a:moveTo>
                  <a:pt x="0" y="0"/>
                </a:moveTo>
                <a:lnTo>
                  <a:pt x="914400" y="0"/>
                </a:lnTo>
                <a:lnTo>
                  <a:pt x="2423159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8DEBFF">
              <a:alpha val="2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背景_左上光束_3"/>
          <p:cNvSpPr/>
          <p:nvPr/>
        </p:nvSpPr>
        <p:spPr>
          <a:xfrm>
            <a:off x="640080" y="0"/>
            <a:ext cx="2423159" cy="1828800"/>
          </a:xfrm>
          <a:custGeom>
            <a:avLst/>
            <a:gdLst/>
            <a:ahLst/>
            <a:cxnLst/>
            <a:rect l="l" t="t" r="r" b="b"/>
            <a:pathLst>
              <a:path w="2423159" h="1828800">
                <a:moveTo>
                  <a:pt x="0" y="0"/>
                </a:moveTo>
                <a:lnTo>
                  <a:pt x="914400" y="0"/>
                </a:lnTo>
                <a:lnTo>
                  <a:pt x="2423159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8DEBFF">
              <a:alpha val="2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背景_星点_1"/>
          <p:cNvSpPr/>
          <p:nvPr/>
        </p:nvSpPr>
        <p:spPr>
          <a:xfrm>
            <a:off x="8614461" y="2264241"/>
            <a:ext cx="36576" cy="36576"/>
          </a:xfrm>
          <a:prstGeom prst="ellipse">
            <a:avLst/>
          </a:prstGeom>
          <a:solidFill>
            <a:srgbClr val="E8FDFF">
              <a:alpha val="68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背景_星点_2"/>
          <p:cNvSpPr/>
          <p:nvPr/>
        </p:nvSpPr>
        <p:spPr>
          <a:xfrm>
            <a:off x="10349446" y="3758855"/>
            <a:ext cx="36576" cy="36576"/>
          </a:xfrm>
          <a:prstGeom prst="ellipse">
            <a:avLst/>
          </a:prstGeom>
          <a:solidFill>
            <a:srgbClr val="E8FDFF">
              <a:alpha val="7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背景_星点_3"/>
          <p:cNvSpPr/>
          <p:nvPr/>
        </p:nvSpPr>
        <p:spPr>
          <a:xfrm>
            <a:off x="1641366" y="4144151"/>
            <a:ext cx="22860" cy="22860"/>
          </a:xfrm>
          <a:prstGeom prst="ellipse">
            <a:avLst/>
          </a:prstGeom>
          <a:solidFill>
            <a:srgbClr val="E8FDFF">
              <a:alpha val="71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背景_星点_4"/>
          <p:cNvSpPr/>
          <p:nvPr/>
        </p:nvSpPr>
        <p:spPr>
          <a:xfrm>
            <a:off x="959753" y="3325942"/>
            <a:ext cx="22860" cy="22860"/>
          </a:xfrm>
          <a:prstGeom prst="ellipse">
            <a:avLst/>
          </a:prstGeom>
          <a:solidFill>
            <a:srgbClr val="E8FDFF">
              <a:alpha val="74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背景_星点_5"/>
          <p:cNvSpPr/>
          <p:nvPr/>
        </p:nvSpPr>
        <p:spPr>
          <a:xfrm>
            <a:off x="5711347" y="3995877"/>
            <a:ext cx="36576" cy="36576"/>
          </a:xfrm>
          <a:prstGeom prst="ellipse">
            <a:avLst/>
          </a:prstGeom>
          <a:solidFill>
            <a:srgbClr val="E8FDFF">
              <a:alpha val="5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背景_星点_6"/>
          <p:cNvSpPr/>
          <p:nvPr/>
        </p:nvSpPr>
        <p:spPr>
          <a:xfrm>
            <a:off x="9205241" y="2680202"/>
            <a:ext cx="36576" cy="36576"/>
          </a:xfrm>
          <a:prstGeom prst="ellipse">
            <a:avLst/>
          </a:prstGeom>
          <a:solidFill>
            <a:srgbClr val="E8FDFF">
              <a:alpha val="39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背景_星点_7"/>
          <p:cNvSpPr/>
          <p:nvPr/>
        </p:nvSpPr>
        <p:spPr>
          <a:xfrm>
            <a:off x="7399588" y="3097842"/>
            <a:ext cx="27432" cy="27432"/>
          </a:xfrm>
          <a:prstGeom prst="ellipse">
            <a:avLst/>
          </a:prstGeom>
          <a:solidFill>
            <a:srgbClr val="E8FDFF">
              <a:alpha val="41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背景_星点_8"/>
          <p:cNvSpPr/>
          <p:nvPr/>
        </p:nvSpPr>
        <p:spPr>
          <a:xfrm>
            <a:off x="11683319" y="1312861"/>
            <a:ext cx="36576" cy="36576"/>
          </a:xfrm>
          <a:prstGeom prst="ellipse">
            <a:avLst/>
          </a:prstGeom>
          <a:solidFill>
            <a:srgbClr val="E8FDFF">
              <a:alpha val="46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背景_星点_9"/>
          <p:cNvSpPr/>
          <p:nvPr/>
        </p:nvSpPr>
        <p:spPr>
          <a:xfrm>
            <a:off x="7126013" y="4188702"/>
            <a:ext cx="36576" cy="36576"/>
          </a:xfrm>
          <a:prstGeom prst="ellipse">
            <a:avLst/>
          </a:prstGeom>
          <a:solidFill>
            <a:srgbClr val="E8FDFF">
              <a:alpha val="5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背景_星点_10"/>
          <p:cNvSpPr/>
          <p:nvPr/>
        </p:nvSpPr>
        <p:spPr>
          <a:xfrm>
            <a:off x="11547740" y="3863677"/>
            <a:ext cx="22860" cy="22860"/>
          </a:xfrm>
          <a:prstGeom prst="ellipse">
            <a:avLst/>
          </a:prstGeom>
          <a:solidFill>
            <a:srgbClr val="E8FDFF">
              <a:alpha val="4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背景_星点_11"/>
          <p:cNvSpPr/>
          <p:nvPr/>
        </p:nvSpPr>
        <p:spPr>
          <a:xfrm>
            <a:off x="7445859" y="767406"/>
            <a:ext cx="27432" cy="27432"/>
          </a:xfrm>
          <a:prstGeom prst="ellipse">
            <a:avLst/>
          </a:prstGeom>
          <a:solidFill>
            <a:srgbClr val="E8FDFF">
              <a:alpha val="49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背景_星点_12"/>
          <p:cNvSpPr/>
          <p:nvPr/>
        </p:nvSpPr>
        <p:spPr>
          <a:xfrm>
            <a:off x="5767310" y="3472983"/>
            <a:ext cx="13716" cy="13716"/>
          </a:xfrm>
          <a:prstGeom prst="ellipse">
            <a:avLst/>
          </a:prstGeom>
          <a:solidFill>
            <a:srgbClr val="E8FDFF">
              <a:alpha val="43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背景_星点_13"/>
          <p:cNvSpPr/>
          <p:nvPr/>
        </p:nvSpPr>
        <p:spPr>
          <a:xfrm>
            <a:off x="1852611" y="988850"/>
            <a:ext cx="13716" cy="13716"/>
          </a:xfrm>
          <a:prstGeom prst="ellipse">
            <a:avLst/>
          </a:prstGeom>
          <a:solidFill>
            <a:srgbClr val="E8FDFF">
              <a:alpha val="4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背景_星点_14"/>
          <p:cNvSpPr/>
          <p:nvPr/>
        </p:nvSpPr>
        <p:spPr>
          <a:xfrm>
            <a:off x="7829056" y="3529762"/>
            <a:ext cx="18288" cy="18288"/>
          </a:xfrm>
          <a:prstGeom prst="ellipse">
            <a:avLst/>
          </a:prstGeom>
          <a:solidFill>
            <a:srgbClr val="E8FDFF">
              <a:alpha val="64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背景_星点_15"/>
          <p:cNvSpPr/>
          <p:nvPr/>
        </p:nvSpPr>
        <p:spPr>
          <a:xfrm>
            <a:off x="3003612" y="2486900"/>
            <a:ext cx="22860" cy="22860"/>
          </a:xfrm>
          <a:prstGeom prst="ellipse">
            <a:avLst/>
          </a:prstGeom>
          <a:solidFill>
            <a:srgbClr val="E8FDFF">
              <a:alpha val="58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背景_星点_16"/>
          <p:cNvSpPr/>
          <p:nvPr/>
        </p:nvSpPr>
        <p:spPr>
          <a:xfrm>
            <a:off x="643374" y="478187"/>
            <a:ext cx="18288" cy="18288"/>
          </a:xfrm>
          <a:prstGeom prst="ellipse">
            <a:avLst/>
          </a:prstGeom>
          <a:solidFill>
            <a:srgbClr val="E8FDFF">
              <a:alpha val="43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背景_星点_17"/>
          <p:cNvSpPr/>
          <p:nvPr/>
        </p:nvSpPr>
        <p:spPr>
          <a:xfrm>
            <a:off x="7545400" y="3361749"/>
            <a:ext cx="22860" cy="22860"/>
          </a:xfrm>
          <a:prstGeom prst="ellipse">
            <a:avLst/>
          </a:prstGeom>
          <a:solidFill>
            <a:srgbClr val="E8FDFF">
              <a:alpha val="5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背景_星点_18"/>
          <p:cNvSpPr/>
          <p:nvPr/>
        </p:nvSpPr>
        <p:spPr>
          <a:xfrm>
            <a:off x="7298725" y="1960420"/>
            <a:ext cx="36576" cy="36576"/>
          </a:xfrm>
          <a:prstGeom prst="ellipse">
            <a:avLst/>
          </a:prstGeom>
          <a:solidFill>
            <a:srgbClr val="E8FDFF">
              <a:alpha val="36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背景_星点_19"/>
          <p:cNvSpPr/>
          <p:nvPr/>
        </p:nvSpPr>
        <p:spPr>
          <a:xfrm>
            <a:off x="2052371" y="3155281"/>
            <a:ext cx="36576" cy="36576"/>
          </a:xfrm>
          <a:prstGeom prst="ellipse">
            <a:avLst/>
          </a:prstGeom>
          <a:solidFill>
            <a:srgbClr val="E8FDFF">
              <a:alpha val="7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背景_星点_20"/>
          <p:cNvSpPr/>
          <p:nvPr/>
        </p:nvSpPr>
        <p:spPr>
          <a:xfrm>
            <a:off x="410722" y="2791168"/>
            <a:ext cx="18288" cy="18288"/>
          </a:xfrm>
          <a:prstGeom prst="ellipse">
            <a:avLst/>
          </a:prstGeom>
          <a:solidFill>
            <a:srgbClr val="E8FDFF">
              <a:alpha val="73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背景_星点_21"/>
          <p:cNvSpPr/>
          <p:nvPr/>
        </p:nvSpPr>
        <p:spPr>
          <a:xfrm>
            <a:off x="5593257" y="1636124"/>
            <a:ext cx="36576" cy="36576"/>
          </a:xfrm>
          <a:prstGeom prst="ellipse">
            <a:avLst/>
          </a:prstGeom>
          <a:solidFill>
            <a:srgbClr val="E8FDFF">
              <a:alpha val="44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背景_星点_22"/>
          <p:cNvSpPr/>
          <p:nvPr/>
        </p:nvSpPr>
        <p:spPr>
          <a:xfrm>
            <a:off x="10663524" y="2990906"/>
            <a:ext cx="27432" cy="27432"/>
          </a:xfrm>
          <a:prstGeom prst="ellipse">
            <a:avLst/>
          </a:prstGeom>
          <a:solidFill>
            <a:srgbClr val="E8FDFF">
              <a:alpha val="58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背景_星点_23"/>
          <p:cNvSpPr/>
          <p:nvPr/>
        </p:nvSpPr>
        <p:spPr>
          <a:xfrm>
            <a:off x="6932725" y="3192522"/>
            <a:ext cx="22860" cy="22860"/>
          </a:xfrm>
          <a:prstGeom prst="ellipse">
            <a:avLst/>
          </a:prstGeom>
          <a:solidFill>
            <a:srgbClr val="E8FDFF">
              <a:alpha val="74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背景_星点_24"/>
          <p:cNvSpPr/>
          <p:nvPr/>
        </p:nvSpPr>
        <p:spPr>
          <a:xfrm>
            <a:off x="5735206" y="3537212"/>
            <a:ext cx="18288" cy="18288"/>
          </a:xfrm>
          <a:prstGeom prst="ellipse">
            <a:avLst/>
          </a:prstGeom>
          <a:solidFill>
            <a:srgbClr val="E8FDFF">
              <a:alpha val="3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背景_星点_25"/>
          <p:cNvSpPr/>
          <p:nvPr/>
        </p:nvSpPr>
        <p:spPr>
          <a:xfrm>
            <a:off x="2086867" y="1708440"/>
            <a:ext cx="18288" cy="18288"/>
          </a:xfrm>
          <a:prstGeom prst="ellipse">
            <a:avLst/>
          </a:prstGeom>
          <a:solidFill>
            <a:srgbClr val="E8FDFF">
              <a:alpha val="61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背景_星点_26"/>
          <p:cNvSpPr/>
          <p:nvPr/>
        </p:nvSpPr>
        <p:spPr>
          <a:xfrm>
            <a:off x="11071500" y="3838342"/>
            <a:ext cx="36576" cy="36576"/>
          </a:xfrm>
          <a:prstGeom prst="ellipse">
            <a:avLst/>
          </a:prstGeom>
          <a:solidFill>
            <a:srgbClr val="E8FDFF">
              <a:alpha val="68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背景_星点_27"/>
          <p:cNvSpPr/>
          <p:nvPr/>
        </p:nvSpPr>
        <p:spPr>
          <a:xfrm>
            <a:off x="11704046" y="3048250"/>
            <a:ext cx="22860" cy="22860"/>
          </a:xfrm>
          <a:prstGeom prst="ellipse">
            <a:avLst/>
          </a:prstGeom>
          <a:solidFill>
            <a:srgbClr val="E8FDFF">
              <a:alpha val="6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背景_星点_28"/>
          <p:cNvSpPr/>
          <p:nvPr/>
        </p:nvSpPr>
        <p:spPr>
          <a:xfrm>
            <a:off x="5053920" y="1042640"/>
            <a:ext cx="18288" cy="18288"/>
          </a:xfrm>
          <a:prstGeom prst="ellipse">
            <a:avLst/>
          </a:prstGeom>
          <a:solidFill>
            <a:srgbClr val="E8FDFF">
              <a:alpha val="5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背景_星点_29"/>
          <p:cNvSpPr/>
          <p:nvPr/>
        </p:nvSpPr>
        <p:spPr>
          <a:xfrm>
            <a:off x="3153920" y="2144588"/>
            <a:ext cx="18288" cy="18288"/>
          </a:xfrm>
          <a:prstGeom prst="ellipse">
            <a:avLst/>
          </a:prstGeom>
          <a:solidFill>
            <a:srgbClr val="E8FDFF">
              <a:alpha val="39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背景_星点_30"/>
          <p:cNvSpPr/>
          <p:nvPr/>
        </p:nvSpPr>
        <p:spPr>
          <a:xfrm>
            <a:off x="5579678" y="2824133"/>
            <a:ext cx="22860" cy="22860"/>
          </a:xfrm>
          <a:prstGeom prst="ellipse">
            <a:avLst/>
          </a:prstGeom>
          <a:solidFill>
            <a:srgbClr val="E8FDFF">
              <a:alpha val="5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背景_星点_31"/>
          <p:cNvSpPr/>
          <p:nvPr/>
        </p:nvSpPr>
        <p:spPr>
          <a:xfrm>
            <a:off x="2991102" y="327176"/>
            <a:ext cx="18288" cy="18288"/>
          </a:xfrm>
          <a:prstGeom prst="ellipse">
            <a:avLst/>
          </a:prstGeom>
          <a:solidFill>
            <a:srgbClr val="E8FDFF">
              <a:alpha val="6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背景_星点_32"/>
          <p:cNvSpPr/>
          <p:nvPr/>
        </p:nvSpPr>
        <p:spPr>
          <a:xfrm>
            <a:off x="9210434" y="1658873"/>
            <a:ext cx="13716" cy="13716"/>
          </a:xfrm>
          <a:prstGeom prst="ellipse">
            <a:avLst/>
          </a:prstGeom>
          <a:solidFill>
            <a:srgbClr val="E8FDFF">
              <a:alpha val="53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背景_星点_33"/>
          <p:cNvSpPr/>
          <p:nvPr/>
        </p:nvSpPr>
        <p:spPr>
          <a:xfrm>
            <a:off x="8339979" y="4084019"/>
            <a:ext cx="18288" cy="18288"/>
          </a:xfrm>
          <a:prstGeom prst="ellipse">
            <a:avLst/>
          </a:prstGeom>
          <a:solidFill>
            <a:srgbClr val="E8FDFF">
              <a:alpha val="5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背景_星点_34"/>
          <p:cNvSpPr/>
          <p:nvPr/>
        </p:nvSpPr>
        <p:spPr>
          <a:xfrm>
            <a:off x="7657834" y="2482181"/>
            <a:ext cx="13716" cy="13716"/>
          </a:xfrm>
          <a:prstGeom prst="ellipse">
            <a:avLst/>
          </a:prstGeom>
          <a:solidFill>
            <a:srgbClr val="E8FDFF">
              <a:alpha val="73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背景_星点_35"/>
          <p:cNvSpPr/>
          <p:nvPr/>
        </p:nvSpPr>
        <p:spPr>
          <a:xfrm>
            <a:off x="5903151" y="3392250"/>
            <a:ext cx="18288" cy="18288"/>
          </a:xfrm>
          <a:prstGeom prst="ellipse">
            <a:avLst/>
          </a:prstGeom>
          <a:solidFill>
            <a:srgbClr val="E8FDFF">
              <a:alpha val="46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背景_星点_36"/>
          <p:cNvSpPr/>
          <p:nvPr/>
        </p:nvSpPr>
        <p:spPr>
          <a:xfrm>
            <a:off x="7571403" y="2803097"/>
            <a:ext cx="36576" cy="36576"/>
          </a:xfrm>
          <a:prstGeom prst="ellipse">
            <a:avLst/>
          </a:prstGeom>
          <a:solidFill>
            <a:srgbClr val="E8FDFF">
              <a:alpha val="58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背景_星点_37"/>
          <p:cNvSpPr/>
          <p:nvPr/>
        </p:nvSpPr>
        <p:spPr>
          <a:xfrm>
            <a:off x="7045316" y="3273811"/>
            <a:ext cx="13716" cy="13716"/>
          </a:xfrm>
          <a:prstGeom prst="ellipse">
            <a:avLst/>
          </a:prstGeom>
          <a:solidFill>
            <a:srgbClr val="E8FDFF">
              <a:alpha val="66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背景_星点_38"/>
          <p:cNvSpPr/>
          <p:nvPr/>
        </p:nvSpPr>
        <p:spPr>
          <a:xfrm>
            <a:off x="9480250" y="1487897"/>
            <a:ext cx="18288" cy="18288"/>
          </a:xfrm>
          <a:prstGeom prst="ellipse">
            <a:avLst/>
          </a:prstGeom>
          <a:solidFill>
            <a:srgbClr val="E8FDFF">
              <a:alpha val="5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背景_星点_39"/>
          <p:cNvSpPr/>
          <p:nvPr/>
        </p:nvSpPr>
        <p:spPr>
          <a:xfrm>
            <a:off x="3910101" y="1143894"/>
            <a:ext cx="22860" cy="22860"/>
          </a:xfrm>
          <a:prstGeom prst="ellipse">
            <a:avLst/>
          </a:prstGeom>
          <a:solidFill>
            <a:srgbClr val="E8FDFF">
              <a:alpha val="31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背景_星点_40"/>
          <p:cNvSpPr/>
          <p:nvPr/>
        </p:nvSpPr>
        <p:spPr>
          <a:xfrm>
            <a:off x="6511005" y="474051"/>
            <a:ext cx="27432" cy="27432"/>
          </a:xfrm>
          <a:prstGeom prst="ellipse">
            <a:avLst/>
          </a:prstGeom>
          <a:solidFill>
            <a:srgbClr val="E8FDFF">
              <a:alpha val="6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背景_星点_41"/>
          <p:cNvSpPr/>
          <p:nvPr/>
        </p:nvSpPr>
        <p:spPr>
          <a:xfrm>
            <a:off x="4849699" y="617405"/>
            <a:ext cx="27432" cy="27432"/>
          </a:xfrm>
          <a:prstGeom prst="ellipse">
            <a:avLst/>
          </a:prstGeom>
          <a:solidFill>
            <a:srgbClr val="E8FDFF">
              <a:alpha val="7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背景_星点_42"/>
          <p:cNvSpPr/>
          <p:nvPr/>
        </p:nvSpPr>
        <p:spPr>
          <a:xfrm>
            <a:off x="5918576" y="429756"/>
            <a:ext cx="13716" cy="13716"/>
          </a:xfrm>
          <a:prstGeom prst="ellipse">
            <a:avLst/>
          </a:prstGeom>
          <a:solidFill>
            <a:srgbClr val="E8FDFF">
              <a:alpha val="6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背景_星点_43"/>
          <p:cNvSpPr/>
          <p:nvPr/>
        </p:nvSpPr>
        <p:spPr>
          <a:xfrm>
            <a:off x="1321101" y="3554408"/>
            <a:ext cx="22860" cy="22860"/>
          </a:xfrm>
          <a:prstGeom prst="ellipse">
            <a:avLst/>
          </a:prstGeom>
          <a:solidFill>
            <a:srgbClr val="E8FDFF">
              <a:alpha val="7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背景_星点_44"/>
          <p:cNvSpPr/>
          <p:nvPr/>
        </p:nvSpPr>
        <p:spPr>
          <a:xfrm>
            <a:off x="8642178" y="930172"/>
            <a:ext cx="22860" cy="22860"/>
          </a:xfrm>
          <a:prstGeom prst="ellipse">
            <a:avLst/>
          </a:prstGeom>
          <a:solidFill>
            <a:srgbClr val="E8FDFF">
              <a:alpha val="74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背景_星点_45"/>
          <p:cNvSpPr/>
          <p:nvPr/>
        </p:nvSpPr>
        <p:spPr>
          <a:xfrm>
            <a:off x="11457070" y="1108548"/>
            <a:ext cx="36576" cy="36576"/>
          </a:xfrm>
          <a:prstGeom prst="ellipse">
            <a:avLst/>
          </a:prstGeom>
          <a:solidFill>
            <a:srgbClr val="E8FDFF">
              <a:alpha val="56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背景_云雾_1"/>
          <p:cNvSpPr/>
          <p:nvPr/>
        </p:nvSpPr>
        <p:spPr>
          <a:xfrm>
            <a:off x="-914400" y="3246120"/>
            <a:ext cx="5943600" cy="1005840"/>
          </a:xfrm>
          <a:prstGeom prst="ellipse">
            <a:avLst/>
          </a:prstGeom>
          <a:solidFill>
            <a:srgbClr val="DDF9FF">
              <a:alpha val="2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背景_云雾_2"/>
          <p:cNvSpPr/>
          <p:nvPr/>
        </p:nvSpPr>
        <p:spPr>
          <a:xfrm>
            <a:off x="3108960" y="3383280"/>
            <a:ext cx="5852160" cy="914400"/>
          </a:xfrm>
          <a:prstGeom prst="ellipse">
            <a:avLst/>
          </a:prstGeom>
          <a:solidFill>
            <a:srgbClr val="DDF9FF">
              <a:alpha val="2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背景_云雾_3"/>
          <p:cNvSpPr/>
          <p:nvPr/>
        </p:nvSpPr>
        <p:spPr>
          <a:xfrm>
            <a:off x="7498079" y="3246120"/>
            <a:ext cx="5669280" cy="1005840"/>
          </a:xfrm>
          <a:prstGeom prst="ellipse">
            <a:avLst/>
          </a:prstGeom>
          <a:solidFill>
            <a:srgbClr val="DDF9FF">
              <a:alpha val="2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背景_山体层_1"/>
          <p:cNvSpPr/>
          <p:nvPr/>
        </p:nvSpPr>
        <p:spPr>
          <a:xfrm>
            <a:off x="0" y="3278587"/>
            <a:ext cx="12191695" cy="3579413"/>
          </a:xfrm>
          <a:custGeom>
            <a:avLst/>
            <a:gdLst/>
            <a:ahLst/>
            <a:cxnLst/>
            <a:rect l="l" t="t" r="r" b="b"/>
            <a:pathLst>
              <a:path w="12191695" h="3579413">
                <a:moveTo>
                  <a:pt x="0" y="3579413"/>
                </a:moveTo>
                <a:lnTo>
                  <a:pt x="0" y="424733"/>
                </a:lnTo>
                <a:lnTo>
                  <a:pt x="502920" y="30004"/>
                </a:lnTo>
                <a:lnTo>
                  <a:pt x="1005840" y="181354"/>
                </a:lnTo>
                <a:lnTo>
                  <a:pt x="1417320" y="210741"/>
                </a:lnTo>
                <a:lnTo>
                  <a:pt x="1828800" y="412610"/>
                </a:lnTo>
                <a:lnTo>
                  <a:pt x="2194560" y="383182"/>
                </a:lnTo>
                <a:lnTo>
                  <a:pt x="2651760" y="343382"/>
                </a:lnTo>
                <a:lnTo>
                  <a:pt x="3063240" y="771301"/>
                </a:lnTo>
                <a:lnTo>
                  <a:pt x="3520440" y="844634"/>
                </a:lnTo>
                <a:lnTo>
                  <a:pt x="3931920" y="676338"/>
                </a:lnTo>
                <a:lnTo>
                  <a:pt x="4389120" y="423216"/>
                </a:lnTo>
                <a:lnTo>
                  <a:pt x="4892040" y="62364"/>
                </a:lnTo>
                <a:lnTo>
                  <a:pt x="5394960" y="342126"/>
                </a:lnTo>
                <a:lnTo>
                  <a:pt x="5852160" y="221530"/>
                </a:lnTo>
                <a:lnTo>
                  <a:pt x="6309360" y="176290"/>
                </a:lnTo>
                <a:lnTo>
                  <a:pt x="6858000" y="357716"/>
                </a:lnTo>
                <a:lnTo>
                  <a:pt x="7406640" y="743055"/>
                </a:lnTo>
                <a:lnTo>
                  <a:pt x="8001000" y="838585"/>
                </a:lnTo>
                <a:lnTo>
                  <a:pt x="8549640" y="418765"/>
                </a:lnTo>
                <a:lnTo>
                  <a:pt x="9052560" y="369638"/>
                </a:lnTo>
                <a:lnTo>
                  <a:pt x="9601200" y="269916"/>
                </a:lnTo>
                <a:lnTo>
                  <a:pt x="10149840" y="257250"/>
                </a:lnTo>
                <a:lnTo>
                  <a:pt x="10744200" y="0"/>
                </a:lnTo>
                <a:lnTo>
                  <a:pt x="11338560" y="568225"/>
                </a:lnTo>
                <a:lnTo>
                  <a:pt x="12188952" y="837003"/>
                </a:lnTo>
                <a:lnTo>
                  <a:pt x="12191695" y="3579413"/>
                </a:lnTo>
                <a:close/>
              </a:path>
            </a:pathLst>
          </a:custGeom>
          <a:solidFill>
            <a:srgbClr val="124D72">
              <a:alpha val="7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背景_山体层_2"/>
          <p:cNvSpPr/>
          <p:nvPr/>
        </p:nvSpPr>
        <p:spPr>
          <a:xfrm>
            <a:off x="0" y="3514638"/>
            <a:ext cx="12191695" cy="3343362"/>
          </a:xfrm>
          <a:custGeom>
            <a:avLst/>
            <a:gdLst/>
            <a:ahLst/>
            <a:cxnLst/>
            <a:rect l="l" t="t" r="r" b="b"/>
            <a:pathLst>
              <a:path w="12191695" h="3343362">
                <a:moveTo>
                  <a:pt x="0" y="3343362"/>
                </a:moveTo>
                <a:lnTo>
                  <a:pt x="0" y="89872"/>
                </a:lnTo>
                <a:lnTo>
                  <a:pt x="438912" y="0"/>
                </a:lnTo>
                <a:lnTo>
                  <a:pt x="914400" y="381022"/>
                </a:lnTo>
                <a:lnTo>
                  <a:pt x="1298448" y="393165"/>
                </a:lnTo>
                <a:lnTo>
                  <a:pt x="1737360" y="509037"/>
                </a:lnTo>
                <a:lnTo>
                  <a:pt x="2121408" y="549549"/>
                </a:lnTo>
                <a:lnTo>
                  <a:pt x="2487168" y="531820"/>
                </a:lnTo>
                <a:lnTo>
                  <a:pt x="2944368" y="900942"/>
                </a:lnTo>
                <a:lnTo>
                  <a:pt x="3429000" y="788411"/>
                </a:lnTo>
                <a:lnTo>
                  <a:pt x="3840480" y="398583"/>
                </a:lnTo>
                <a:lnTo>
                  <a:pt x="4315968" y="227901"/>
                </a:lnTo>
                <a:lnTo>
                  <a:pt x="4754880" y="80478"/>
                </a:lnTo>
                <a:lnTo>
                  <a:pt x="5212080" y="364102"/>
                </a:lnTo>
                <a:lnTo>
                  <a:pt x="5623560" y="394692"/>
                </a:lnTo>
                <a:lnTo>
                  <a:pt x="6053328" y="226250"/>
                </a:lnTo>
                <a:lnTo>
                  <a:pt x="6446520" y="495236"/>
                </a:lnTo>
                <a:lnTo>
                  <a:pt x="6949440" y="735339"/>
                </a:lnTo>
                <a:lnTo>
                  <a:pt x="7452360" y="925475"/>
                </a:lnTo>
                <a:lnTo>
                  <a:pt x="7955279" y="629255"/>
                </a:lnTo>
                <a:lnTo>
                  <a:pt x="8458200" y="222317"/>
                </a:lnTo>
                <a:lnTo>
                  <a:pt x="8915400" y="358180"/>
                </a:lnTo>
                <a:lnTo>
                  <a:pt x="9436608" y="236701"/>
                </a:lnTo>
                <a:lnTo>
                  <a:pt x="9921240" y="290787"/>
                </a:lnTo>
                <a:lnTo>
                  <a:pt x="10424160" y="149577"/>
                </a:lnTo>
                <a:lnTo>
                  <a:pt x="10972800" y="646414"/>
                </a:lnTo>
                <a:lnTo>
                  <a:pt x="11475720" y="892971"/>
                </a:lnTo>
                <a:lnTo>
                  <a:pt x="12188952" y="688790"/>
                </a:lnTo>
                <a:lnTo>
                  <a:pt x="12191695" y="3343362"/>
                </a:lnTo>
                <a:close/>
              </a:path>
            </a:pathLst>
          </a:custGeom>
          <a:solidFill>
            <a:srgbClr val="0F4165">
              <a:alpha val="8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背景_山体层_3"/>
          <p:cNvSpPr/>
          <p:nvPr/>
        </p:nvSpPr>
        <p:spPr>
          <a:xfrm>
            <a:off x="0" y="3810785"/>
            <a:ext cx="12191695" cy="3047215"/>
          </a:xfrm>
          <a:custGeom>
            <a:avLst/>
            <a:gdLst/>
            <a:ahLst/>
            <a:cxnLst/>
            <a:rect l="l" t="t" r="r" b="b"/>
            <a:pathLst>
              <a:path w="12191695" h="3047215">
                <a:moveTo>
                  <a:pt x="0" y="3047215"/>
                </a:moveTo>
                <a:lnTo>
                  <a:pt x="0" y="0"/>
                </a:lnTo>
                <a:lnTo>
                  <a:pt x="384048" y="183268"/>
                </a:lnTo>
                <a:lnTo>
                  <a:pt x="804672" y="615808"/>
                </a:lnTo>
                <a:lnTo>
                  <a:pt x="1188720" y="569560"/>
                </a:lnTo>
                <a:lnTo>
                  <a:pt x="1572768" y="550615"/>
                </a:lnTo>
                <a:lnTo>
                  <a:pt x="1965960" y="697285"/>
                </a:lnTo>
                <a:lnTo>
                  <a:pt x="2377440" y="690214"/>
                </a:lnTo>
                <a:lnTo>
                  <a:pt x="2788920" y="841443"/>
                </a:lnTo>
                <a:lnTo>
                  <a:pt x="3154680" y="781352"/>
                </a:lnTo>
                <a:lnTo>
                  <a:pt x="3611880" y="210878"/>
                </a:lnTo>
                <a:lnTo>
                  <a:pt x="4041648" y="121860"/>
                </a:lnTo>
                <a:lnTo>
                  <a:pt x="4443984" y="207229"/>
                </a:lnTo>
                <a:lnTo>
                  <a:pt x="4846320" y="285864"/>
                </a:lnTo>
                <a:lnTo>
                  <a:pt x="5303520" y="545930"/>
                </a:lnTo>
                <a:lnTo>
                  <a:pt x="5724144" y="414374"/>
                </a:lnTo>
                <a:lnTo>
                  <a:pt x="6144768" y="498172"/>
                </a:lnTo>
                <a:lnTo>
                  <a:pt x="6565392" y="890948"/>
                </a:lnTo>
                <a:lnTo>
                  <a:pt x="6967728" y="864269"/>
                </a:lnTo>
                <a:lnTo>
                  <a:pt x="7388352" y="739645"/>
                </a:lnTo>
                <a:lnTo>
                  <a:pt x="7790688" y="472346"/>
                </a:lnTo>
                <a:lnTo>
                  <a:pt x="8211312" y="97453"/>
                </a:lnTo>
                <a:lnTo>
                  <a:pt x="8641080" y="290337"/>
                </a:lnTo>
                <a:lnTo>
                  <a:pt x="9070848" y="377208"/>
                </a:lnTo>
                <a:lnTo>
                  <a:pt x="9491472" y="240901"/>
                </a:lnTo>
                <a:lnTo>
                  <a:pt x="9930384" y="374971"/>
                </a:lnTo>
                <a:lnTo>
                  <a:pt x="10387584" y="445894"/>
                </a:lnTo>
                <a:lnTo>
                  <a:pt x="10808208" y="811393"/>
                </a:lnTo>
                <a:lnTo>
                  <a:pt x="11292840" y="898375"/>
                </a:lnTo>
                <a:lnTo>
                  <a:pt x="12188952" y="459186"/>
                </a:lnTo>
                <a:lnTo>
                  <a:pt x="12191695" y="3047215"/>
                </a:lnTo>
                <a:close/>
              </a:path>
            </a:pathLst>
          </a:custGeom>
          <a:solidFill>
            <a:srgbClr val="0A3456">
              <a:alpha val="9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背景_数据光柱_1"/>
          <p:cNvCxnSpPr/>
          <p:nvPr/>
        </p:nvCxnSpPr>
        <p:spPr>
          <a:xfrm>
            <a:off x="502920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背景_光柱节点_1"/>
          <p:cNvSpPr/>
          <p:nvPr/>
        </p:nvSpPr>
        <p:spPr>
          <a:xfrm>
            <a:off x="480060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背景_数据光柱_2"/>
          <p:cNvCxnSpPr/>
          <p:nvPr/>
        </p:nvCxnSpPr>
        <p:spPr>
          <a:xfrm>
            <a:off x="749808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背景_光柱节点_2"/>
          <p:cNvSpPr/>
          <p:nvPr/>
        </p:nvSpPr>
        <p:spPr>
          <a:xfrm>
            <a:off x="726947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背景_数据光柱_3"/>
          <p:cNvCxnSpPr/>
          <p:nvPr/>
        </p:nvCxnSpPr>
        <p:spPr>
          <a:xfrm>
            <a:off x="969264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背景_光柱节点_3"/>
          <p:cNvSpPr/>
          <p:nvPr/>
        </p:nvSpPr>
        <p:spPr>
          <a:xfrm>
            <a:off x="946404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背景_数据光柱_4"/>
          <p:cNvCxnSpPr/>
          <p:nvPr/>
        </p:nvCxnSpPr>
        <p:spPr>
          <a:xfrm>
            <a:off x="10954512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背景_光柱节点_4"/>
          <p:cNvSpPr/>
          <p:nvPr/>
        </p:nvSpPr>
        <p:spPr>
          <a:xfrm>
            <a:off x="10931652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背景_数据光柱_5"/>
          <p:cNvCxnSpPr/>
          <p:nvPr/>
        </p:nvCxnSpPr>
        <p:spPr>
          <a:xfrm>
            <a:off x="11201400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背景_光柱节点_5"/>
          <p:cNvSpPr/>
          <p:nvPr/>
        </p:nvSpPr>
        <p:spPr>
          <a:xfrm>
            <a:off x="11178540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背景_数据光柱_6"/>
          <p:cNvCxnSpPr/>
          <p:nvPr/>
        </p:nvCxnSpPr>
        <p:spPr>
          <a:xfrm>
            <a:off x="11475720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背景_光柱节点_6"/>
          <p:cNvSpPr/>
          <p:nvPr/>
        </p:nvSpPr>
        <p:spPr>
          <a:xfrm>
            <a:off x="11452860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背景_地面暗层"/>
          <p:cNvSpPr/>
          <p:nvPr/>
        </p:nvSpPr>
        <p:spPr>
          <a:xfrm>
            <a:off x="0" y="4617720"/>
            <a:ext cx="12191695" cy="2240280"/>
          </a:xfrm>
          <a:prstGeom prst="rect">
            <a:avLst/>
          </a:prstGeom>
          <a:solidFill>
            <a:srgbClr val="062742">
              <a:alpha val="9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背景_光路底_0"/>
          <p:cNvCxnSpPr/>
          <p:nvPr/>
        </p:nvCxnSpPr>
        <p:spPr>
          <a:xfrm>
            <a:off x="155447" y="5500116"/>
            <a:ext cx="495301" cy="2269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背景_光路亮线_0"/>
          <p:cNvCxnSpPr/>
          <p:nvPr/>
        </p:nvCxnSpPr>
        <p:spPr>
          <a:xfrm>
            <a:off x="155447" y="5500116"/>
            <a:ext cx="495301" cy="2269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背景_光路底_0"/>
          <p:cNvCxnSpPr/>
          <p:nvPr/>
        </p:nvCxnSpPr>
        <p:spPr>
          <a:xfrm>
            <a:off x="650748" y="5522814"/>
            <a:ext cx="495299" cy="15742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背景_光路亮线_0"/>
          <p:cNvCxnSpPr/>
          <p:nvPr/>
        </p:nvCxnSpPr>
        <p:spPr>
          <a:xfrm>
            <a:off x="650748" y="5522814"/>
            <a:ext cx="495299" cy="15742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背景_光路底_0"/>
          <p:cNvCxnSpPr/>
          <p:nvPr/>
        </p:nvCxnSpPr>
        <p:spPr>
          <a:xfrm>
            <a:off x="1146047" y="5538556"/>
            <a:ext cx="495301" cy="38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背景_光路亮线_0"/>
          <p:cNvCxnSpPr/>
          <p:nvPr/>
        </p:nvCxnSpPr>
        <p:spPr>
          <a:xfrm>
            <a:off x="1146047" y="5538556"/>
            <a:ext cx="495301" cy="38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背景_光路底_0"/>
          <p:cNvCxnSpPr/>
          <p:nvPr/>
        </p:nvCxnSpPr>
        <p:spPr>
          <a:xfrm flipV="1">
            <a:off x="1641348" y="5518748"/>
            <a:ext cx="495299" cy="2019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背景_光路亮线_0"/>
          <p:cNvCxnSpPr/>
          <p:nvPr/>
        </p:nvCxnSpPr>
        <p:spPr>
          <a:xfrm flipV="1">
            <a:off x="1641348" y="5518748"/>
            <a:ext cx="495299" cy="2019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背景_光路底_0"/>
          <p:cNvCxnSpPr/>
          <p:nvPr/>
        </p:nvCxnSpPr>
        <p:spPr>
          <a:xfrm flipV="1">
            <a:off x="2136647" y="5476807"/>
            <a:ext cx="495301" cy="4194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背景_光路亮线_0"/>
          <p:cNvCxnSpPr/>
          <p:nvPr/>
        </p:nvCxnSpPr>
        <p:spPr>
          <a:xfrm flipV="1">
            <a:off x="2136647" y="5476807"/>
            <a:ext cx="495301" cy="4194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背景_光路底_0"/>
          <p:cNvCxnSpPr/>
          <p:nvPr/>
        </p:nvCxnSpPr>
        <p:spPr>
          <a:xfrm flipV="1">
            <a:off x="2631948" y="5416224"/>
            <a:ext cx="495300" cy="6058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背景_光路亮线_0"/>
          <p:cNvCxnSpPr/>
          <p:nvPr/>
        </p:nvCxnSpPr>
        <p:spPr>
          <a:xfrm flipV="1">
            <a:off x="2631948" y="5416224"/>
            <a:ext cx="495300" cy="6058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背景_光路底_0"/>
          <p:cNvCxnSpPr/>
          <p:nvPr/>
        </p:nvCxnSpPr>
        <p:spPr>
          <a:xfrm flipV="1">
            <a:off x="3127248" y="5343834"/>
            <a:ext cx="495300" cy="7239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背景_光路亮线_0"/>
          <p:cNvCxnSpPr/>
          <p:nvPr/>
        </p:nvCxnSpPr>
        <p:spPr>
          <a:xfrm flipV="1">
            <a:off x="3127248" y="5343834"/>
            <a:ext cx="495300" cy="7239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背景_光路底_0"/>
          <p:cNvCxnSpPr/>
          <p:nvPr/>
        </p:nvCxnSpPr>
        <p:spPr>
          <a:xfrm flipV="1">
            <a:off x="3622548" y="5269035"/>
            <a:ext cx="495299" cy="74799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背景_光路亮线_0"/>
          <p:cNvCxnSpPr/>
          <p:nvPr/>
        </p:nvCxnSpPr>
        <p:spPr>
          <a:xfrm flipV="1">
            <a:off x="3622548" y="5269035"/>
            <a:ext cx="495299" cy="74799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背景_光路底_0"/>
          <p:cNvCxnSpPr/>
          <p:nvPr/>
        </p:nvCxnSpPr>
        <p:spPr>
          <a:xfrm flipV="1">
            <a:off x="4117847" y="5202181"/>
            <a:ext cx="495301" cy="66854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背景_光路亮线_0"/>
          <p:cNvCxnSpPr/>
          <p:nvPr/>
        </p:nvCxnSpPr>
        <p:spPr>
          <a:xfrm flipV="1">
            <a:off x="4117847" y="5202181"/>
            <a:ext cx="495301" cy="66854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背景_光路底_0"/>
          <p:cNvCxnSpPr/>
          <p:nvPr/>
        </p:nvCxnSpPr>
        <p:spPr>
          <a:xfrm flipV="1">
            <a:off x="4613148" y="5152812"/>
            <a:ext cx="495300" cy="49369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背景_光路亮线_0"/>
          <p:cNvCxnSpPr/>
          <p:nvPr/>
        </p:nvCxnSpPr>
        <p:spPr>
          <a:xfrm flipV="1">
            <a:off x="4613148" y="5152812"/>
            <a:ext cx="495300" cy="49369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背景_光路底_0"/>
          <p:cNvCxnSpPr/>
          <p:nvPr/>
        </p:nvCxnSpPr>
        <p:spPr>
          <a:xfrm flipV="1">
            <a:off x="5108448" y="5128016"/>
            <a:ext cx="495300" cy="24796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背景_光路亮线_0"/>
          <p:cNvCxnSpPr/>
          <p:nvPr/>
        </p:nvCxnSpPr>
        <p:spPr>
          <a:xfrm flipV="1">
            <a:off x="5108448" y="5128016"/>
            <a:ext cx="495300" cy="24796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背景_光路底_0"/>
          <p:cNvCxnSpPr/>
          <p:nvPr/>
        </p:nvCxnSpPr>
        <p:spPr>
          <a:xfrm>
            <a:off x="5603748" y="5128016"/>
            <a:ext cx="495300" cy="320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背景_光路亮线_0"/>
          <p:cNvCxnSpPr/>
          <p:nvPr/>
        </p:nvCxnSpPr>
        <p:spPr>
          <a:xfrm>
            <a:off x="5603748" y="5128016"/>
            <a:ext cx="495300" cy="320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背景_光路底_0"/>
          <p:cNvCxnSpPr/>
          <p:nvPr/>
        </p:nvCxnSpPr>
        <p:spPr>
          <a:xfrm>
            <a:off x="6099048" y="5131221"/>
            <a:ext cx="495299" cy="3038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背景_光路亮线_0"/>
          <p:cNvCxnSpPr/>
          <p:nvPr/>
        </p:nvCxnSpPr>
        <p:spPr>
          <a:xfrm>
            <a:off x="6099048" y="5131221"/>
            <a:ext cx="495299" cy="3038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背景_光路底_0"/>
          <p:cNvCxnSpPr/>
          <p:nvPr/>
        </p:nvCxnSpPr>
        <p:spPr>
          <a:xfrm>
            <a:off x="6594347" y="5161608"/>
            <a:ext cx="495301" cy="5264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背景_光路亮线_0"/>
          <p:cNvCxnSpPr/>
          <p:nvPr/>
        </p:nvCxnSpPr>
        <p:spPr>
          <a:xfrm>
            <a:off x="6594347" y="5161608"/>
            <a:ext cx="495301" cy="5264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背景_光路底_0"/>
          <p:cNvCxnSpPr/>
          <p:nvPr/>
        </p:nvCxnSpPr>
        <p:spPr>
          <a:xfrm>
            <a:off x="7089648" y="5214248"/>
            <a:ext cx="495300" cy="6670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背景_光路亮线_0"/>
          <p:cNvCxnSpPr/>
          <p:nvPr/>
        </p:nvCxnSpPr>
        <p:spPr>
          <a:xfrm>
            <a:off x="7089648" y="5214248"/>
            <a:ext cx="495300" cy="6670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背景_光路底_0"/>
          <p:cNvCxnSpPr/>
          <p:nvPr/>
        </p:nvCxnSpPr>
        <p:spPr>
          <a:xfrm>
            <a:off x="7584948" y="5280949"/>
            <a:ext cx="495299" cy="70706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背景_光路亮线_0"/>
          <p:cNvCxnSpPr/>
          <p:nvPr/>
        </p:nvCxnSpPr>
        <p:spPr>
          <a:xfrm>
            <a:off x="7584948" y="5280949"/>
            <a:ext cx="495299" cy="70706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背景_光路底_0"/>
          <p:cNvCxnSpPr/>
          <p:nvPr/>
        </p:nvCxnSpPr>
        <p:spPr>
          <a:xfrm>
            <a:off x="8080247" y="5351655"/>
            <a:ext cx="495301" cy="6451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背景_光路亮线_0"/>
          <p:cNvCxnSpPr/>
          <p:nvPr/>
        </p:nvCxnSpPr>
        <p:spPr>
          <a:xfrm>
            <a:off x="8080247" y="5351655"/>
            <a:ext cx="495301" cy="6451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背景_光路底_0"/>
          <p:cNvCxnSpPr/>
          <p:nvPr/>
        </p:nvCxnSpPr>
        <p:spPr>
          <a:xfrm>
            <a:off x="8575548" y="5416170"/>
            <a:ext cx="495300" cy="49729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背景_光路亮线_0"/>
          <p:cNvCxnSpPr/>
          <p:nvPr/>
        </p:nvCxnSpPr>
        <p:spPr>
          <a:xfrm>
            <a:off x="8575548" y="5416170"/>
            <a:ext cx="495300" cy="49729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背景_光路底_0"/>
          <p:cNvCxnSpPr/>
          <p:nvPr/>
        </p:nvCxnSpPr>
        <p:spPr>
          <a:xfrm>
            <a:off x="9070848" y="5465899"/>
            <a:ext cx="495300" cy="2942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背景_光路亮线_0"/>
          <p:cNvCxnSpPr/>
          <p:nvPr/>
        </p:nvCxnSpPr>
        <p:spPr>
          <a:xfrm>
            <a:off x="9070848" y="5465899"/>
            <a:ext cx="495300" cy="2942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背景_光路底_0"/>
          <p:cNvCxnSpPr/>
          <p:nvPr/>
        </p:nvCxnSpPr>
        <p:spPr>
          <a:xfrm>
            <a:off x="9566148" y="5495320"/>
            <a:ext cx="495300" cy="761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背景_光路亮线_0"/>
          <p:cNvCxnSpPr/>
          <p:nvPr/>
        </p:nvCxnSpPr>
        <p:spPr>
          <a:xfrm>
            <a:off x="9566148" y="5495320"/>
            <a:ext cx="495300" cy="761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背景_光路底_0"/>
          <p:cNvCxnSpPr/>
          <p:nvPr/>
        </p:nvCxnSpPr>
        <p:spPr>
          <a:xfrm flipV="1">
            <a:off x="10061448" y="5491503"/>
            <a:ext cx="495300" cy="1142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背景_光路亮线_0"/>
          <p:cNvCxnSpPr/>
          <p:nvPr/>
        </p:nvCxnSpPr>
        <p:spPr>
          <a:xfrm flipV="1">
            <a:off x="10061448" y="5491503"/>
            <a:ext cx="495300" cy="1142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背景_光路底_0"/>
          <p:cNvCxnSpPr/>
          <p:nvPr/>
        </p:nvCxnSpPr>
        <p:spPr>
          <a:xfrm flipV="1">
            <a:off x="10556748" y="5467610"/>
            <a:ext cx="495300" cy="2389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背景_光路亮线_0"/>
          <p:cNvCxnSpPr/>
          <p:nvPr/>
        </p:nvCxnSpPr>
        <p:spPr>
          <a:xfrm flipV="1">
            <a:off x="10556748" y="5467610"/>
            <a:ext cx="495300" cy="2389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背景_光路底_0"/>
          <p:cNvCxnSpPr/>
          <p:nvPr/>
        </p:nvCxnSpPr>
        <p:spPr>
          <a:xfrm flipV="1">
            <a:off x="11052048" y="5440503"/>
            <a:ext cx="495300" cy="2710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背景_光路亮线_0"/>
          <p:cNvCxnSpPr/>
          <p:nvPr/>
        </p:nvCxnSpPr>
        <p:spPr>
          <a:xfrm flipV="1">
            <a:off x="11052048" y="5440503"/>
            <a:ext cx="495300" cy="2710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背景_光路底_0"/>
          <p:cNvCxnSpPr/>
          <p:nvPr/>
        </p:nvCxnSpPr>
        <p:spPr>
          <a:xfrm flipV="1">
            <a:off x="11547348" y="5420523"/>
            <a:ext cx="495300" cy="1998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背景_光路亮线_0"/>
          <p:cNvCxnSpPr/>
          <p:nvPr/>
        </p:nvCxnSpPr>
        <p:spPr>
          <a:xfrm flipV="1">
            <a:off x="11547348" y="5420523"/>
            <a:ext cx="495300" cy="1998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背景_光路底_1"/>
          <p:cNvCxnSpPr/>
          <p:nvPr/>
        </p:nvCxnSpPr>
        <p:spPr>
          <a:xfrm flipV="1">
            <a:off x="155447" y="5658465"/>
            <a:ext cx="495301" cy="1505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背景_光路亮线_1"/>
          <p:cNvCxnSpPr/>
          <p:nvPr/>
        </p:nvCxnSpPr>
        <p:spPr>
          <a:xfrm flipV="1">
            <a:off x="155447" y="5658465"/>
            <a:ext cx="495301" cy="1505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背景_光路底_1"/>
          <p:cNvCxnSpPr/>
          <p:nvPr/>
        </p:nvCxnSpPr>
        <p:spPr>
          <a:xfrm flipV="1">
            <a:off x="650748" y="5621848"/>
            <a:ext cx="495299" cy="3661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背景_光路亮线_1"/>
          <p:cNvCxnSpPr/>
          <p:nvPr/>
        </p:nvCxnSpPr>
        <p:spPr>
          <a:xfrm flipV="1">
            <a:off x="650748" y="5621848"/>
            <a:ext cx="495299" cy="3661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背景_光路底_1"/>
          <p:cNvCxnSpPr/>
          <p:nvPr/>
        </p:nvCxnSpPr>
        <p:spPr>
          <a:xfrm flipV="1">
            <a:off x="1146047" y="5564230"/>
            <a:ext cx="495301" cy="5761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背景_光路亮线_1"/>
          <p:cNvCxnSpPr/>
          <p:nvPr/>
        </p:nvCxnSpPr>
        <p:spPr>
          <a:xfrm flipV="1">
            <a:off x="1146047" y="5564230"/>
            <a:ext cx="495301" cy="5761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背景_光路底_1"/>
          <p:cNvCxnSpPr/>
          <p:nvPr/>
        </p:nvCxnSpPr>
        <p:spPr>
          <a:xfrm flipV="1">
            <a:off x="1641348" y="5490308"/>
            <a:ext cx="495299" cy="73922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背景_光路亮线_1"/>
          <p:cNvCxnSpPr/>
          <p:nvPr/>
        </p:nvCxnSpPr>
        <p:spPr>
          <a:xfrm flipV="1">
            <a:off x="1641348" y="5490308"/>
            <a:ext cx="495299" cy="73922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背景_光路底_1"/>
          <p:cNvCxnSpPr/>
          <p:nvPr/>
        </p:nvCxnSpPr>
        <p:spPr>
          <a:xfrm flipV="1">
            <a:off x="2136647" y="5408114"/>
            <a:ext cx="495301" cy="82194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背景_光路亮线_1"/>
          <p:cNvCxnSpPr/>
          <p:nvPr/>
        </p:nvCxnSpPr>
        <p:spPr>
          <a:xfrm flipV="1">
            <a:off x="2136647" y="5408114"/>
            <a:ext cx="495301" cy="82194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背景_光路底_1"/>
          <p:cNvCxnSpPr/>
          <p:nvPr/>
        </p:nvCxnSpPr>
        <p:spPr>
          <a:xfrm flipV="1">
            <a:off x="2631948" y="5327637"/>
            <a:ext cx="495300" cy="8047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背景_光路亮线_1"/>
          <p:cNvCxnSpPr/>
          <p:nvPr/>
        </p:nvCxnSpPr>
        <p:spPr>
          <a:xfrm flipV="1">
            <a:off x="2631948" y="5327637"/>
            <a:ext cx="495300" cy="8047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背景_光路底_1"/>
          <p:cNvCxnSpPr/>
          <p:nvPr/>
        </p:nvCxnSpPr>
        <p:spPr>
          <a:xfrm flipV="1">
            <a:off x="3127248" y="5259116"/>
            <a:ext cx="495300" cy="6852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背景_光路亮线_1"/>
          <p:cNvCxnSpPr/>
          <p:nvPr/>
        </p:nvCxnSpPr>
        <p:spPr>
          <a:xfrm flipV="1">
            <a:off x="3127248" y="5259116"/>
            <a:ext cx="495300" cy="6852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背景_光路底_1"/>
          <p:cNvCxnSpPr/>
          <p:nvPr/>
        </p:nvCxnSpPr>
        <p:spPr>
          <a:xfrm flipV="1">
            <a:off x="3622548" y="5211289"/>
            <a:ext cx="495299" cy="4782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背景_光路亮线_1"/>
          <p:cNvCxnSpPr/>
          <p:nvPr/>
        </p:nvCxnSpPr>
        <p:spPr>
          <a:xfrm flipV="1">
            <a:off x="3622548" y="5211289"/>
            <a:ext cx="495299" cy="4782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背景_光路底_1"/>
          <p:cNvCxnSpPr/>
          <p:nvPr/>
        </p:nvCxnSpPr>
        <p:spPr>
          <a:xfrm flipV="1">
            <a:off x="4117847" y="5189894"/>
            <a:ext cx="495301" cy="2139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背景_光路亮线_1"/>
          <p:cNvCxnSpPr/>
          <p:nvPr/>
        </p:nvCxnSpPr>
        <p:spPr>
          <a:xfrm flipV="1">
            <a:off x="4117847" y="5189894"/>
            <a:ext cx="495301" cy="2139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背景_光路底_1"/>
          <p:cNvCxnSpPr/>
          <p:nvPr/>
        </p:nvCxnSpPr>
        <p:spPr>
          <a:xfrm>
            <a:off x="4613148" y="5189894"/>
            <a:ext cx="495300" cy="679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背景_光路亮线_1"/>
          <p:cNvCxnSpPr/>
          <p:nvPr/>
        </p:nvCxnSpPr>
        <p:spPr>
          <a:xfrm>
            <a:off x="4613148" y="5189894"/>
            <a:ext cx="495300" cy="679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背景_光路底_1"/>
          <p:cNvCxnSpPr/>
          <p:nvPr/>
        </p:nvCxnSpPr>
        <p:spPr>
          <a:xfrm>
            <a:off x="5108448" y="5196692"/>
            <a:ext cx="495300" cy="3246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背景_光路亮线_1"/>
          <p:cNvCxnSpPr/>
          <p:nvPr/>
        </p:nvCxnSpPr>
        <p:spPr>
          <a:xfrm>
            <a:off x="5108448" y="5196692"/>
            <a:ext cx="495300" cy="3246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背景_光路底_1"/>
          <p:cNvCxnSpPr/>
          <p:nvPr/>
        </p:nvCxnSpPr>
        <p:spPr>
          <a:xfrm>
            <a:off x="5603748" y="5229160"/>
            <a:ext cx="495300" cy="5176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背景_光路亮线_1"/>
          <p:cNvCxnSpPr/>
          <p:nvPr/>
        </p:nvCxnSpPr>
        <p:spPr>
          <a:xfrm>
            <a:off x="5603748" y="5229160"/>
            <a:ext cx="495300" cy="5176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背景_光路底_1"/>
          <p:cNvCxnSpPr/>
          <p:nvPr/>
        </p:nvCxnSpPr>
        <p:spPr>
          <a:xfrm>
            <a:off x="6099048" y="5280928"/>
            <a:ext cx="495299" cy="6193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背景_光路亮线_1"/>
          <p:cNvCxnSpPr/>
          <p:nvPr/>
        </p:nvCxnSpPr>
        <p:spPr>
          <a:xfrm>
            <a:off x="6099048" y="5280928"/>
            <a:ext cx="495299" cy="6193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背景_光路底_1"/>
          <p:cNvCxnSpPr/>
          <p:nvPr/>
        </p:nvCxnSpPr>
        <p:spPr>
          <a:xfrm>
            <a:off x="6594347" y="5342866"/>
            <a:ext cx="495301" cy="6178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背景_光路亮线_1"/>
          <p:cNvCxnSpPr/>
          <p:nvPr/>
        </p:nvCxnSpPr>
        <p:spPr>
          <a:xfrm>
            <a:off x="6594347" y="5342866"/>
            <a:ext cx="495301" cy="6178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背景_光路底_1"/>
          <p:cNvCxnSpPr/>
          <p:nvPr/>
        </p:nvCxnSpPr>
        <p:spPr>
          <a:xfrm>
            <a:off x="7089648" y="5404647"/>
            <a:ext cx="495300" cy="5186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背景_光路亮线_1"/>
          <p:cNvCxnSpPr/>
          <p:nvPr/>
        </p:nvCxnSpPr>
        <p:spPr>
          <a:xfrm>
            <a:off x="7089648" y="5404647"/>
            <a:ext cx="495300" cy="5186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背景_光路底_1"/>
          <p:cNvCxnSpPr/>
          <p:nvPr/>
        </p:nvCxnSpPr>
        <p:spPr>
          <a:xfrm>
            <a:off x="7584948" y="5456515"/>
            <a:ext cx="495299" cy="3443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背景_光路亮线_1"/>
          <p:cNvCxnSpPr/>
          <p:nvPr/>
        </p:nvCxnSpPr>
        <p:spPr>
          <a:xfrm>
            <a:off x="7584948" y="5456515"/>
            <a:ext cx="495299" cy="3443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背景_光路底_1"/>
          <p:cNvCxnSpPr/>
          <p:nvPr/>
        </p:nvCxnSpPr>
        <p:spPr>
          <a:xfrm>
            <a:off x="8080247" y="5490952"/>
            <a:ext cx="495301" cy="13016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背景_光路亮线_1"/>
          <p:cNvCxnSpPr/>
          <p:nvPr/>
        </p:nvCxnSpPr>
        <p:spPr>
          <a:xfrm>
            <a:off x="8080247" y="5490952"/>
            <a:ext cx="495301" cy="13016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背景_光路底_1"/>
          <p:cNvCxnSpPr/>
          <p:nvPr/>
        </p:nvCxnSpPr>
        <p:spPr>
          <a:xfrm flipV="1">
            <a:off x="8575548" y="5495779"/>
            <a:ext cx="495300" cy="8189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背景_光路亮线_1"/>
          <p:cNvCxnSpPr/>
          <p:nvPr/>
        </p:nvCxnSpPr>
        <p:spPr>
          <a:xfrm flipV="1">
            <a:off x="8575548" y="5495779"/>
            <a:ext cx="495300" cy="8189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背景_光路底_1"/>
          <p:cNvCxnSpPr/>
          <p:nvPr/>
        </p:nvCxnSpPr>
        <p:spPr>
          <a:xfrm flipV="1">
            <a:off x="9070848" y="5470776"/>
            <a:ext cx="495300" cy="2500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背景_光路亮线_1"/>
          <p:cNvCxnSpPr/>
          <p:nvPr/>
        </p:nvCxnSpPr>
        <p:spPr>
          <a:xfrm flipV="1">
            <a:off x="9070848" y="5470776"/>
            <a:ext cx="495300" cy="2500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背景_光路底_1"/>
          <p:cNvCxnSpPr/>
          <p:nvPr/>
        </p:nvCxnSpPr>
        <p:spPr>
          <a:xfrm flipV="1">
            <a:off x="9566148" y="5436768"/>
            <a:ext cx="495300" cy="3400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背景_光路亮线_1"/>
          <p:cNvCxnSpPr/>
          <p:nvPr/>
        </p:nvCxnSpPr>
        <p:spPr>
          <a:xfrm flipV="1">
            <a:off x="9566148" y="5436768"/>
            <a:ext cx="495300" cy="3400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背景_光路底_1"/>
          <p:cNvCxnSpPr/>
          <p:nvPr/>
        </p:nvCxnSpPr>
        <p:spPr>
          <a:xfrm flipV="1">
            <a:off x="10061448" y="5403648"/>
            <a:ext cx="495300" cy="3312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背景_光路亮线_1"/>
          <p:cNvCxnSpPr/>
          <p:nvPr/>
        </p:nvCxnSpPr>
        <p:spPr>
          <a:xfrm flipV="1">
            <a:off x="10061448" y="5403648"/>
            <a:ext cx="495300" cy="3312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背景_光路底_1"/>
          <p:cNvCxnSpPr/>
          <p:nvPr/>
        </p:nvCxnSpPr>
        <p:spPr>
          <a:xfrm flipV="1">
            <a:off x="10556748" y="5381703"/>
            <a:ext cx="495300" cy="2194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背景_光路亮线_1"/>
          <p:cNvCxnSpPr/>
          <p:nvPr/>
        </p:nvCxnSpPr>
        <p:spPr>
          <a:xfrm flipV="1">
            <a:off x="10556748" y="5381703"/>
            <a:ext cx="495300" cy="2194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背景_光路底_1"/>
          <p:cNvCxnSpPr/>
          <p:nvPr/>
        </p:nvCxnSpPr>
        <p:spPr>
          <a:xfrm flipV="1">
            <a:off x="11052048" y="5379848"/>
            <a:ext cx="495300" cy="185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背景_光路亮线_1"/>
          <p:cNvCxnSpPr/>
          <p:nvPr/>
        </p:nvCxnSpPr>
        <p:spPr>
          <a:xfrm flipV="1">
            <a:off x="11052048" y="5379848"/>
            <a:ext cx="495300" cy="185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背景_光路底_1"/>
          <p:cNvCxnSpPr/>
          <p:nvPr/>
        </p:nvCxnSpPr>
        <p:spPr>
          <a:xfrm>
            <a:off x="11547348" y="5379848"/>
            <a:ext cx="495300" cy="2425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背景_光路亮线_1"/>
          <p:cNvCxnSpPr/>
          <p:nvPr/>
        </p:nvCxnSpPr>
        <p:spPr>
          <a:xfrm>
            <a:off x="11547348" y="5379848"/>
            <a:ext cx="495300" cy="2425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背景_光路底_2"/>
          <p:cNvCxnSpPr/>
          <p:nvPr/>
        </p:nvCxnSpPr>
        <p:spPr>
          <a:xfrm flipV="1">
            <a:off x="155447" y="5661198"/>
            <a:ext cx="495301" cy="7253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背景_光路亮线_2"/>
          <p:cNvCxnSpPr/>
          <p:nvPr/>
        </p:nvCxnSpPr>
        <p:spPr>
          <a:xfrm flipV="1">
            <a:off x="155447" y="5661198"/>
            <a:ext cx="495301" cy="7253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背景_光路底_2"/>
          <p:cNvCxnSpPr/>
          <p:nvPr/>
        </p:nvCxnSpPr>
        <p:spPr>
          <a:xfrm flipV="1">
            <a:off x="650748" y="5575238"/>
            <a:ext cx="495299" cy="8596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背景_光路亮线_2"/>
          <p:cNvCxnSpPr/>
          <p:nvPr/>
        </p:nvCxnSpPr>
        <p:spPr>
          <a:xfrm flipV="1">
            <a:off x="650748" y="5575238"/>
            <a:ext cx="495299" cy="8596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背景_光路底_2"/>
          <p:cNvCxnSpPr/>
          <p:nvPr/>
        </p:nvCxnSpPr>
        <p:spPr>
          <a:xfrm flipV="1">
            <a:off x="1146047" y="5484858"/>
            <a:ext cx="495301" cy="9038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背景_光路亮线_2"/>
          <p:cNvCxnSpPr/>
          <p:nvPr/>
        </p:nvCxnSpPr>
        <p:spPr>
          <a:xfrm flipV="1">
            <a:off x="1146047" y="5484858"/>
            <a:ext cx="495301" cy="9038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背景_光路底_2"/>
          <p:cNvCxnSpPr/>
          <p:nvPr/>
        </p:nvCxnSpPr>
        <p:spPr>
          <a:xfrm flipV="1">
            <a:off x="1641348" y="5400361"/>
            <a:ext cx="495299" cy="8449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背景_光路亮线_2"/>
          <p:cNvCxnSpPr/>
          <p:nvPr/>
        </p:nvCxnSpPr>
        <p:spPr>
          <a:xfrm flipV="1">
            <a:off x="1641348" y="5400361"/>
            <a:ext cx="495299" cy="8449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背景_光路底_2"/>
          <p:cNvCxnSpPr/>
          <p:nvPr/>
        </p:nvCxnSpPr>
        <p:spPr>
          <a:xfrm flipV="1">
            <a:off x="2136647" y="5331588"/>
            <a:ext cx="495301" cy="6877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背景_光路亮线_2"/>
          <p:cNvCxnSpPr/>
          <p:nvPr/>
        </p:nvCxnSpPr>
        <p:spPr>
          <a:xfrm flipV="1">
            <a:off x="2136647" y="5331588"/>
            <a:ext cx="495301" cy="6877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背景_光路底_2"/>
          <p:cNvCxnSpPr/>
          <p:nvPr/>
        </p:nvCxnSpPr>
        <p:spPr>
          <a:xfrm flipV="1">
            <a:off x="2631948" y="5286233"/>
            <a:ext cx="495300" cy="4535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背景_光路亮线_2"/>
          <p:cNvCxnSpPr/>
          <p:nvPr/>
        </p:nvCxnSpPr>
        <p:spPr>
          <a:xfrm flipV="1">
            <a:off x="2631948" y="5286233"/>
            <a:ext cx="495300" cy="4535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背景_光路底_2"/>
          <p:cNvCxnSpPr/>
          <p:nvPr/>
        </p:nvCxnSpPr>
        <p:spPr>
          <a:xfrm flipV="1">
            <a:off x="3127248" y="5268525"/>
            <a:ext cx="495300" cy="1770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背景_光路亮线_2"/>
          <p:cNvCxnSpPr/>
          <p:nvPr/>
        </p:nvCxnSpPr>
        <p:spPr>
          <a:xfrm flipV="1">
            <a:off x="3127248" y="5268525"/>
            <a:ext cx="495300" cy="1770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背景_光路底_2"/>
          <p:cNvCxnSpPr/>
          <p:nvPr/>
        </p:nvCxnSpPr>
        <p:spPr>
          <a:xfrm>
            <a:off x="3622548" y="5268525"/>
            <a:ext cx="495299" cy="998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背景_光路亮线_2"/>
          <p:cNvCxnSpPr/>
          <p:nvPr/>
        </p:nvCxnSpPr>
        <p:spPr>
          <a:xfrm>
            <a:off x="3622548" y="5268525"/>
            <a:ext cx="495299" cy="998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背景_光路底_2"/>
          <p:cNvCxnSpPr/>
          <p:nvPr/>
        </p:nvCxnSpPr>
        <p:spPr>
          <a:xfrm>
            <a:off x="4117847" y="5278506"/>
            <a:ext cx="495301" cy="3351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背景_光路亮线_2"/>
          <p:cNvCxnSpPr/>
          <p:nvPr/>
        </p:nvCxnSpPr>
        <p:spPr>
          <a:xfrm>
            <a:off x="4117847" y="5278506"/>
            <a:ext cx="495301" cy="3351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背景_光路底_2"/>
          <p:cNvCxnSpPr/>
          <p:nvPr/>
        </p:nvCxnSpPr>
        <p:spPr>
          <a:xfrm>
            <a:off x="4613148" y="5312024"/>
            <a:ext cx="495300" cy="4941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背景_光路亮线_2"/>
          <p:cNvCxnSpPr/>
          <p:nvPr/>
        </p:nvCxnSpPr>
        <p:spPr>
          <a:xfrm>
            <a:off x="4613148" y="5312024"/>
            <a:ext cx="495300" cy="4941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背景_光路底_2"/>
          <p:cNvCxnSpPr/>
          <p:nvPr/>
        </p:nvCxnSpPr>
        <p:spPr>
          <a:xfrm>
            <a:off x="5108448" y="5361441"/>
            <a:ext cx="495300" cy="55502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背景_光路亮线_2"/>
          <p:cNvCxnSpPr/>
          <p:nvPr/>
        </p:nvCxnSpPr>
        <p:spPr>
          <a:xfrm>
            <a:off x="5108448" y="5361441"/>
            <a:ext cx="495300" cy="55502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背景_光路底_2"/>
          <p:cNvCxnSpPr/>
          <p:nvPr/>
        </p:nvCxnSpPr>
        <p:spPr>
          <a:xfrm>
            <a:off x="5603748" y="5416943"/>
            <a:ext cx="495300" cy="51276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背景_光路亮线_2"/>
          <p:cNvCxnSpPr/>
          <p:nvPr/>
        </p:nvCxnSpPr>
        <p:spPr>
          <a:xfrm>
            <a:off x="5603748" y="5416943"/>
            <a:ext cx="495300" cy="51276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背景_光路底_2"/>
          <p:cNvCxnSpPr/>
          <p:nvPr/>
        </p:nvCxnSpPr>
        <p:spPr>
          <a:xfrm>
            <a:off x="6099048" y="5468219"/>
            <a:ext cx="495299" cy="38004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背景_光路亮线_2"/>
          <p:cNvCxnSpPr/>
          <p:nvPr/>
        </p:nvCxnSpPr>
        <p:spPr>
          <a:xfrm>
            <a:off x="6099048" y="5468219"/>
            <a:ext cx="495299" cy="38004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背景_光路底_2"/>
          <p:cNvCxnSpPr/>
          <p:nvPr/>
        </p:nvCxnSpPr>
        <p:spPr>
          <a:xfrm>
            <a:off x="6594347" y="5506223"/>
            <a:ext cx="495301" cy="18499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背景_光路亮线_2"/>
          <p:cNvCxnSpPr/>
          <p:nvPr/>
        </p:nvCxnSpPr>
        <p:spPr>
          <a:xfrm>
            <a:off x="6594347" y="5506223"/>
            <a:ext cx="495301" cy="18499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背景_光路底_2"/>
          <p:cNvCxnSpPr/>
          <p:nvPr/>
        </p:nvCxnSpPr>
        <p:spPr>
          <a:xfrm flipV="1">
            <a:off x="7089648" y="5521368"/>
            <a:ext cx="495300" cy="3354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背景_光路亮线_2"/>
          <p:cNvCxnSpPr/>
          <p:nvPr/>
        </p:nvCxnSpPr>
        <p:spPr>
          <a:xfrm flipV="1">
            <a:off x="7089648" y="5521368"/>
            <a:ext cx="495300" cy="3354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背景_光路底_2"/>
          <p:cNvCxnSpPr/>
          <p:nvPr/>
        </p:nvCxnSpPr>
        <p:spPr>
          <a:xfrm flipV="1">
            <a:off x="7584948" y="5498091"/>
            <a:ext cx="495299" cy="2327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背景_光路亮线_2"/>
          <p:cNvCxnSpPr/>
          <p:nvPr/>
        </p:nvCxnSpPr>
        <p:spPr>
          <a:xfrm flipV="1">
            <a:off x="7584948" y="5498091"/>
            <a:ext cx="495299" cy="2327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背景_光路底_2"/>
          <p:cNvCxnSpPr/>
          <p:nvPr/>
        </p:nvCxnSpPr>
        <p:spPr>
          <a:xfrm flipV="1">
            <a:off x="8080247" y="5460777"/>
            <a:ext cx="495301" cy="37314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背景_光路亮线_2"/>
          <p:cNvCxnSpPr/>
          <p:nvPr/>
        </p:nvCxnSpPr>
        <p:spPr>
          <a:xfrm flipV="1">
            <a:off x="8080247" y="5460777"/>
            <a:ext cx="495301" cy="37314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背景_光路底_2"/>
          <p:cNvCxnSpPr/>
          <p:nvPr/>
        </p:nvCxnSpPr>
        <p:spPr>
          <a:xfrm flipV="1">
            <a:off x="8575548" y="5418255"/>
            <a:ext cx="495300" cy="42522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背景_光路亮线_2"/>
          <p:cNvCxnSpPr/>
          <p:nvPr/>
        </p:nvCxnSpPr>
        <p:spPr>
          <a:xfrm flipV="1">
            <a:off x="8575548" y="5418255"/>
            <a:ext cx="495300" cy="42522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背景_光路底_2"/>
          <p:cNvCxnSpPr/>
          <p:nvPr/>
        </p:nvCxnSpPr>
        <p:spPr>
          <a:xfrm flipV="1">
            <a:off x="9070848" y="5380789"/>
            <a:ext cx="495300" cy="37466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背景_光路亮线_2"/>
          <p:cNvCxnSpPr/>
          <p:nvPr/>
        </p:nvCxnSpPr>
        <p:spPr>
          <a:xfrm flipV="1">
            <a:off x="9070848" y="5380789"/>
            <a:ext cx="495300" cy="37466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背景_光路底_2"/>
          <p:cNvCxnSpPr/>
          <p:nvPr/>
        </p:nvCxnSpPr>
        <p:spPr>
          <a:xfrm flipV="1">
            <a:off x="9566148" y="5358322"/>
            <a:ext cx="495300" cy="2246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背景_光路亮线_2"/>
          <p:cNvCxnSpPr/>
          <p:nvPr/>
        </p:nvCxnSpPr>
        <p:spPr>
          <a:xfrm flipV="1">
            <a:off x="9566148" y="5358322"/>
            <a:ext cx="495300" cy="2246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背景_光路底_2"/>
          <p:cNvCxnSpPr/>
          <p:nvPr/>
        </p:nvCxnSpPr>
        <p:spPr>
          <a:xfrm>
            <a:off x="10061448" y="5358322"/>
            <a:ext cx="495300" cy="45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背景_光路亮线_2"/>
          <p:cNvCxnSpPr/>
          <p:nvPr/>
        </p:nvCxnSpPr>
        <p:spPr>
          <a:xfrm>
            <a:off x="10061448" y="5358322"/>
            <a:ext cx="495300" cy="45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背景_光路底_2"/>
          <p:cNvCxnSpPr/>
          <p:nvPr/>
        </p:nvCxnSpPr>
        <p:spPr>
          <a:xfrm>
            <a:off x="10556748" y="5358772"/>
            <a:ext cx="495300" cy="2791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背景_光路亮线_2"/>
          <p:cNvCxnSpPr/>
          <p:nvPr/>
        </p:nvCxnSpPr>
        <p:spPr>
          <a:xfrm>
            <a:off x="10556748" y="5358772"/>
            <a:ext cx="495300" cy="2791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背景_光路底_2"/>
          <p:cNvCxnSpPr/>
          <p:nvPr/>
        </p:nvCxnSpPr>
        <p:spPr>
          <a:xfrm>
            <a:off x="11052048" y="5386682"/>
            <a:ext cx="495300" cy="5575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背景_光路亮线_2"/>
          <p:cNvCxnSpPr/>
          <p:nvPr/>
        </p:nvCxnSpPr>
        <p:spPr>
          <a:xfrm>
            <a:off x="11052048" y="5386682"/>
            <a:ext cx="495300" cy="5575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背景_光路底_2"/>
          <p:cNvCxnSpPr/>
          <p:nvPr/>
        </p:nvCxnSpPr>
        <p:spPr>
          <a:xfrm>
            <a:off x="11547348" y="5442435"/>
            <a:ext cx="495300" cy="79762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背景_光路亮线_2"/>
          <p:cNvCxnSpPr/>
          <p:nvPr/>
        </p:nvCxnSpPr>
        <p:spPr>
          <a:xfrm>
            <a:off x="11547348" y="5442435"/>
            <a:ext cx="495300" cy="79762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4" name="背景_地平线光环"/>
          <p:cNvSpPr/>
          <p:nvPr/>
        </p:nvSpPr>
        <p:spPr>
          <a:xfrm>
            <a:off x="3721608" y="4140403"/>
            <a:ext cx="4754880" cy="1046073"/>
          </a:xfrm>
          <a:prstGeom prst="ellipse">
            <a:avLst/>
          </a:prstGeom>
          <a:noFill/>
          <a:ln w="11176">
            <a:solidFill>
              <a:srgbClr val="69E9FF">
                <a:alpha val="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背景_地平线光环"/>
          <p:cNvSpPr/>
          <p:nvPr/>
        </p:nvSpPr>
        <p:spPr>
          <a:xfrm>
            <a:off x="4315968" y="4271162"/>
            <a:ext cx="3566160" cy="784555"/>
          </a:xfrm>
          <a:prstGeom prst="ellipse">
            <a:avLst/>
          </a:prstGeom>
          <a:noFill/>
          <a:ln w="11176">
            <a:solidFill>
              <a:srgbClr val="69E9FF">
                <a:alpha val="1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背景_地平线光环"/>
          <p:cNvSpPr/>
          <p:nvPr/>
        </p:nvSpPr>
        <p:spPr>
          <a:xfrm>
            <a:off x="4910328" y="4401921"/>
            <a:ext cx="2377440" cy="523036"/>
          </a:xfrm>
          <a:prstGeom prst="ellipse">
            <a:avLst/>
          </a:prstGeom>
          <a:noFill/>
          <a:ln w="11176">
            <a:solidFill>
              <a:srgbClr val="69E9FF">
                <a:alpha val="14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母版黄标_S02_可编辑"/>
          <p:cNvSpPr/>
          <p:nvPr/>
        </p:nvSpPr>
        <p:spPr>
          <a:xfrm>
            <a:off x="438912" y="438912"/>
            <a:ext cx="932688" cy="292608"/>
          </a:xfrm>
          <a:prstGeom prst="roundRect">
            <a:avLst/>
          </a:prstGeom>
          <a:solidFill>
            <a:srgbClr val="FFC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19" b="1">
                <a:solidFill>
                  <a:srgbClr val="082944"/>
                </a:solidFill>
                <a:latin typeface="Arial"/>
              </a:rPr>
              <a:t>01 痛点</a:t>
            </a:r>
          </a:p>
        </p:txBody>
      </p:sp>
      <p:sp>
        <p:nvSpPr>
          <p:cNvPr id="217" name="S02_资源调度_服务器1"/>
          <p:cNvSpPr/>
          <p:nvPr/>
        </p:nvSpPr>
        <p:spPr>
          <a:xfrm>
            <a:off x="7630485" y="2014606"/>
            <a:ext cx="375269" cy="108630"/>
          </a:xfrm>
          <a:prstGeom prst="roundRect">
            <a:avLst/>
          </a:prstGeom>
          <a:solidFill>
            <a:srgbClr val="12628E">
              <a:alpha val="100000"/>
            </a:srgbClr>
          </a:solidFill>
          <a:ln w="13970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S02_资源调度_状态灯1"/>
          <p:cNvSpPr/>
          <p:nvPr/>
        </p:nvSpPr>
        <p:spPr>
          <a:xfrm>
            <a:off x="7684800" y="2049170"/>
            <a:ext cx="29626" cy="29626"/>
          </a:xfrm>
          <a:prstGeom prst="ellipse">
            <a:avLst/>
          </a:prstGeom>
          <a:solidFill>
            <a:srgbClr val="FFC928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9" name="S02_资源调度_槽1"/>
          <p:cNvCxnSpPr/>
          <p:nvPr/>
        </p:nvCxnSpPr>
        <p:spPr>
          <a:xfrm>
            <a:off x="7758866" y="2068921"/>
            <a:ext cx="187635" cy="0"/>
          </a:xfrm>
          <a:prstGeom prst="line">
            <a:avLst/>
          </a:prstGeom>
          <a:ln w="8890">
            <a:solidFill>
              <a:srgbClr val="DDF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0" name="S02_资源调度_服务器2"/>
          <p:cNvSpPr/>
          <p:nvPr/>
        </p:nvSpPr>
        <p:spPr>
          <a:xfrm>
            <a:off x="7630485" y="2182489"/>
            <a:ext cx="375269" cy="108630"/>
          </a:xfrm>
          <a:prstGeom prst="roundRect">
            <a:avLst/>
          </a:prstGeom>
          <a:solidFill>
            <a:srgbClr val="12628E">
              <a:alpha val="100000"/>
            </a:srgbClr>
          </a:solidFill>
          <a:ln w="13970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S02_资源调度_状态灯2"/>
          <p:cNvSpPr/>
          <p:nvPr/>
        </p:nvSpPr>
        <p:spPr>
          <a:xfrm>
            <a:off x="7684800" y="2217054"/>
            <a:ext cx="29626" cy="29626"/>
          </a:xfrm>
          <a:prstGeom prst="ellipse">
            <a:avLst/>
          </a:prstGeom>
          <a:solidFill>
            <a:srgbClr val="FFC928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2" name="S02_资源调度_槽2"/>
          <p:cNvCxnSpPr/>
          <p:nvPr/>
        </p:nvCxnSpPr>
        <p:spPr>
          <a:xfrm>
            <a:off x="7758866" y="2236805"/>
            <a:ext cx="187635" cy="0"/>
          </a:xfrm>
          <a:prstGeom prst="line">
            <a:avLst/>
          </a:prstGeom>
          <a:ln w="8890">
            <a:solidFill>
              <a:srgbClr val="DDF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S02_资源调度_服务器3"/>
          <p:cNvSpPr/>
          <p:nvPr/>
        </p:nvSpPr>
        <p:spPr>
          <a:xfrm>
            <a:off x="7630485" y="2350373"/>
            <a:ext cx="375269" cy="108630"/>
          </a:xfrm>
          <a:prstGeom prst="roundRect">
            <a:avLst/>
          </a:prstGeom>
          <a:solidFill>
            <a:srgbClr val="12628E">
              <a:alpha val="100000"/>
            </a:srgbClr>
          </a:solidFill>
          <a:ln w="13970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S02_资源调度_状态灯3"/>
          <p:cNvSpPr/>
          <p:nvPr/>
        </p:nvSpPr>
        <p:spPr>
          <a:xfrm>
            <a:off x="7684800" y="2384938"/>
            <a:ext cx="29626" cy="29626"/>
          </a:xfrm>
          <a:prstGeom prst="ellipse">
            <a:avLst/>
          </a:prstGeom>
          <a:solidFill>
            <a:srgbClr val="FFC928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5" name="S02_资源调度_槽3"/>
          <p:cNvCxnSpPr/>
          <p:nvPr/>
        </p:nvCxnSpPr>
        <p:spPr>
          <a:xfrm>
            <a:off x="7758866" y="2404689"/>
            <a:ext cx="187635" cy="0"/>
          </a:xfrm>
          <a:prstGeom prst="line">
            <a:avLst/>
          </a:prstGeom>
          <a:ln w="8890">
            <a:solidFill>
              <a:srgbClr val="DDF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6" name="S02_资源调度_环绕轨迹"/>
          <p:cNvSpPr/>
          <p:nvPr/>
        </p:nvSpPr>
        <p:spPr>
          <a:xfrm>
            <a:off x="7561356" y="2172614"/>
            <a:ext cx="553029" cy="345643"/>
          </a:xfrm>
          <a:prstGeom prst="arc">
            <a:avLst/>
          </a:prstGeom>
          <a:noFill/>
          <a:ln w="16764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7" name="S02_抢修服务_扳手柄"/>
          <p:cNvCxnSpPr/>
          <p:nvPr/>
        </p:nvCxnSpPr>
        <p:spPr>
          <a:xfrm flipV="1">
            <a:off x="7645298" y="3465941"/>
            <a:ext cx="261701" cy="256764"/>
          </a:xfrm>
          <a:prstGeom prst="line">
            <a:avLst/>
          </a:prstGeom>
          <a:ln w="50800">
            <a:solidFill>
              <a:srgbClr val="63E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8" name="S02_抢修服务_扳手头"/>
          <p:cNvSpPr/>
          <p:nvPr/>
        </p:nvSpPr>
        <p:spPr>
          <a:xfrm>
            <a:off x="7842808" y="3396813"/>
            <a:ext cx="153070" cy="153070"/>
          </a:xfrm>
          <a:prstGeom prst="ellipse">
            <a:avLst/>
          </a:prstGeom>
          <a:solidFill>
            <a:srgbClr val="062B49">
              <a:alpha val="100000"/>
            </a:srgbClr>
          </a:solidFill>
          <a:ln w="38100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S02_抢修服务_扳手尾"/>
          <p:cNvSpPr/>
          <p:nvPr/>
        </p:nvSpPr>
        <p:spPr>
          <a:xfrm>
            <a:off x="7605796" y="3673327"/>
            <a:ext cx="93817" cy="93817"/>
          </a:xfrm>
          <a:prstGeom prst="ellipse">
            <a:avLst/>
          </a:prstGeom>
          <a:solidFill>
            <a:srgbClr val="062B49">
              <a:alpha val="100000"/>
            </a:srgbClr>
          </a:solidFill>
          <a:ln w="27940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S02_抢修服务_齿轮"/>
          <p:cNvSpPr/>
          <p:nvPr/>
        </p:nvSpPr>
        <p:spPr>
          <a:xfrm>
            <a:off x="7842808" y="3594323"/>
            <a:ext cx="167883" cy="167883"/>
          </a:xfrm>
          <a:prstGeom prst="gear6">
            <a:avLst/>
          </a:prstGeom>
          <a:solidFill>
            <a:srgbClr val="63EC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S02_投入决策_柱1"/>
          <p:cNvSpPr/>
          <p:nvPr/>
        </p:nvSpPr>
        <p:spPr>
          <a:xfrm>
            <a:off x="7630485" y="4935967"/>
            <a:ext cx="83941" cy="110605"/>
          </a:xfrm>
          <a:prstGeom prst="rect">
            <a:avLst/>
          </a:prstGeom>
          <a:solidFill>
            <a:srgbClr val="63ECFF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S02_投入决策_柱2"/>
          <p:cNvSpPr/>
          <p:nvPr/>
        </p:nvSpPr>
        <p:spPr>
          <a:xfrm>
            <a:off x="7768742" y="4846100"/>
            <a:ext cx="83941" cy="200473"/>
          </a:xfrm>
          <a:prstGeom prst="rect">
            <a:avLst/>
          </a:prstGeom>
          <a:solidFill>
            <a:srgbClr val="63ECFF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S02_投入决策_柱3"/>
          <p:cNvSpPr/>
          <p:nvPr/>
        </p:nvSpPr>
        <p:spPr>
          <a:xfrm>
            <a:off x="7906999" y="4742407"/>
            <a:ext cx="83941" cy="304166"/>
          </a:xfrm>
          <a:prstGeom prst="rect">
            <a:avLst/>
          </a:prstGeom>
          <a:solidFill>
            <a:srgbClr val="63ECFF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4" name="S02_投入决策_基线"/>
          <p:cNvCxnSpPr/>
          <p:nvPr/>
        </p:nvCxnSpPr>
        <p:spPr>
          <a:xfrm>
            <a:off x="7590983" y="5056449"/>
            <a:ext cx="464149" cy="0"/>
          </a:xfrm>
          <a:prstGeom prst="line">
            <a:avLst/>
          </a:prstGeom>
          <a:ln w="13970">
            <a:solidFill>
              <a:srgbClr val="63E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S02_箭头"/>
          <p:cNvCxnSpPr/>
          <p:nvPr/>
        </p:nvCxnSpPr>
        <p:spPr>
          <a:xfrm>
            <a:off x="7086600" y="2130552"/>
            <a:ext cx="118872" cy="91440"/>
          </a:xfrm>
          <a:prstGeom prst="line">
            <a:avLst/>
          </a:prstGeom>
          <a:ln w="25146">
            <a:solidFill>
              <a:srgbClr val="63E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S02_箭头"/>
          <p:cNvCxnSpPr/>
          <p:nvPr/>
        </p:nvCxnSpPr>
        <p:spPr>
          <a:xfrm flipH="1">
            <a:off x="7086600" y="2221992"/>
            <a:ext cx="118872" cy="91440"/>
          </a:xfrm>
          <a:prstGeom prst="line">
            <a:avLst/>
          </a:prstGeom>
          <a:ln w="25146">
            <a:solidFill>
              <a:srgbClr val="63E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S02_箭头"/>
          <p:cNvCxnSpPr/>
          <p:nvPr/>
        </p:nvCxnSpPr>
        <p:spPr>
          <a:xfrm>
            <a:off x="7214616" y="2130552"/>
            <a:ext cx="118872" cy="91440"/>
          </a:xfrm>
          <a:prstGeom prst="line">
            <a:avLst/>
          </a:prstGeom>
          <a:ln w="25146">
            <a:solidFill>
              <a:srgbClr val="63E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S02_箭头"/>
          <p:cNvCxnSpPr/>
          <p:nvPr/>
        </p:nvCxnSpPr>
        <p:spPr>
          <a:xfrm flipH="1">
            <a:off x="7214616" y="2221992"/>
            <a:ext cx="118872" cy="91440"/>
          </a:xfrm>
          <a:prstGeom prst="line">
            <a:avLst/>
          </a:prstGeom>
          <a:ln w="25146">
            <a:solidFill>
              <a:srgbClr val="63E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S02_箭头"/>
          <p:cNvCxnSpPr/>
          <p:nvPr/>
        </p:nvCxnSpPr>
        <p:spPr>
          <a:xfrm>
            <a:off x="7086600" y="3493008"/>
            <a:ext cx="118872" cy="91440"/>
          </a:xfrm>
          <a:prstGeom prst="line">
            <a:avLst/>
          </a:prstGeom>
          <a:ln w="25146">
            <a:solidFill>
              <a:srgbClr val="63E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S02_箭头"/>
          <p:cNvCxnSpPr/>
          <p:nvPr/>
        </p:nvCxnSpPr>
        <p:spPr>
          <a:xfrm flipH="1">
            <a:off x="7086600" y="3584448"/>
            <a:ext cx="118872" cy="91439"/>
          </a:xfrm>
          <a:prstGeom prst="line">
            <a:avLst/>
          </a:prstGeom>
          <a:ln w="25146">
            <a:solidFill>
              <a:srgbClr val="63E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S02_箭头"/>
          <p:cNvCxnSpPr/>
          <p:nvPr/>
        </p:nvCxnSpPr>
        <p:spPr>
          <a:xfrm>
            <a:off x="7214616" y="3493008"/>
            <a:ext cx="118872" cy="91440"/>
          </a:xfrm>
          <a:prstGeom prst="line">
            <a:avLst/>
          </a:prstGeom>
          <a:ln w="25146">
            <a:solidFill>
              <a:srgbClr val="63E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S02_箭头"/>
          <p:cNvCxnSpPr/>
          <p:nvPr/>
        </p:nvCxnSpPr>
        <p:spPr>
          <a:xfrm flipH="1">
            <a:off x="7214616" y="3584448"/>
            <a:ext cx="118872" cy="91439"/>
          </a:xfrm>
          <a:prstGeom prst="line">
            <a:avLst/>
          </a:prstGeom>
          <a:ln w="25146">
            <a:solidFill>
              <a:srgbClr val="63E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S02_箭头"/>
          <p:cNvCxnSpPr/>
          <p:nvPr/>
        </p:nvCxnSpPr>
        <p:spPr>
          <a:xfrm>
            <a:off x="7086600" y="4782312"/>
            <a:ext cx="118872" cy="91440"/>
          </a:xfrm>
          <a:prstGeom prst="line">
            <a:avLst/>
          </a:prstGeom>
          <a:ln w="25146">
            <a:solidFill>
              <a:srgbClr val="63E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S02_箭头"/>
          <p:cNvCxnSpPr/>
          <p:nvPr/>
        </p:nvCxnSpPr>
        <p:spPr>
          <a:xfrm flipH="1">
            <a:off x="7086600" y="4873752"/>
            <a:ext cx="118872" cy="91440"/>
          </a:xfrm>
          <a:prstGeom prst="line">
            <a:avLst/>
          </a:prstGeom>
          <a:ln w="25146">
            <a:solidFill>
              <a:srgbClr val="63E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S02_箭头"/>
          <p:cNvCxnSpPr/>
          <p:nvPr/>
        </p:nvCxnSpPr>
        <p:spPr>
          <a:xfrm>
            <a:off x="7214616" y="4782312"/>
            <a:ext cx="118872" cy="91440"/>
          </a:xfrm>
          <a:prstGeom prst="line">
            <a:avLst/>
          </a:prstGeom>
          <a:ln w="25146">
            <a:solidFill>
              <a:srgbClr val="63E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S02_箭头"/>
          <p:cNvCxnSpPr/>
          <p:nvPr/>
        </p:nvCxnSpPr>
        <p:spPr>
          <a:xfrm flipH="1">
            <a:off x="7214616" y="4873752"/>
            <a:ext cx="118872" cy="91440"/>
          </a:xfrm>
          <a:prstGeom prst="line">
            <a:avLst/>
          </a:prstGeom>
          <a:ln w="25146">
            <a:solidFill>
              <a:srgbClr val="63E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7" name="S02_序号光弧"/>
          <p:cNvSpPr/>
          <p:nvPr/>
        </p:nvSpPr>
        <p:spPr>
          <a:xfrm>
            <a:off x="868680" y="1737360"/>
            <a:ext cx="914400" cy="640080"/>
          </a:xfrm>
          <a:prstGeom prst="arc">
            <a:avLst/>
          </a:prstGeom>
          <a:noFill/>
          <a:ln w="16764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8" name="S02_序号底线"/>
          <p:cNvCxnSpPr/>
          <p:nvPr/>
        </p:nvCxnSpPr>
        <p:spPr>
          <a:xfrm>
            <a:off x="1078992" y="2368296"/>
            <a:ext cx="795527" cy="0"/>
          </a:xfrm>
          <a:prstGeom prst="line">
            <a:avLst/>
          </a:prstGeom>
          <a:ln w="11176">
            <a:solidFill>
              <a:srgbClr val="63ECFF">
                <a:alpha val="8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9" name="S02_序号光弧"/>
          <p:cNvSpPr/>
          <p:nvPr/>
        </p:nvSpPr>
        <p:spPr>
          <a:xfrm>
            <a:off x="868680" y="3090672"/>
            <a:ext cx="914400" cy="640080"/>
          </a:xfrm>
          <a:prstGeom prst="arc">
            <a:avLst/>
          </a:prstGeom>
          <a:noFill/>
          <a:ln w="16764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0" name="S02_序号底线"/>
          <p:cNvCxnSpPr/>
          <p:nvPr/>
        </p:nvCxnSpPr>
        <p:spPr>
          <a:xfrm>
            <a:off x="1078992" y="3721608"/>
            <a:ext cx="795527" cy="0"/>
          </a:xfrm>
          <a:prstGeom prst="line">
            <a:avLst/>
          </a:prstGeom>
          <a:ln w="11176">
            <a:solidFill>
              <a:srgbClr val="63ECFF">
                <a:alpha val="8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1" name="S02_序号光弧"/>
          <p:cNvSpPr/>
          <p:nvPr/>
        </p:nvSpPr>
        <p:spPr>
          <a:xfrm>
            <a:off x="868680" y="4398264"/>
            <a:ext cx="914400" cy="640080"/>
          </a:xfrm>
          <a:prstGeom prst="arc">
            <a:avLst/>
          </a:prstGeom>
          <a:noFill/>
          <a:ln w="16764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2" name="S02_序号底线"/>
          <p:cNvCxnSpPr/>
          <p:nvPr/>
        </p:nvCxnSpPr>
        <p:spPr>
          <a:xfrm>
            <a:off x="1078992" y="5029200"/>
            <a:ext cx="795527" cy="0"/>
          </a:xfrm>
          <a:prstGeom prst="line">
            <a:avLst/>
          </a:prstGeom>
          <a:ln w="11176">
            <a:solidFill>
              <a:srgbClr val="63ECFF">
                <a:alpha val="8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原生可编辑文字_S02_001_双击编辑"/>
          <p:cNvSpPr txBox="1"/>
          <p:nvPr/>
        </p:nvSpPr>
        <p:spPr>
          <a:xfrm>
            <a:off x="1089660" y="1905000"/>
            <a:ext cx="784860" cy="67818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4272">
                <a:solidFill>
                  <a:srgbClr val="FFC928"/>
                </a:solidFill>
                <a:latin typeface="Noto Serif CJK SC"/>
              </a:rPr>
              <a:t>01</a:t>
            </a:r>
          </a:p>
        </p:txBody>
      </p:sp>
      <p:sp>
        <p:nvSpPr>
          <p:cNvPr id="11" name="原生可编辑文字_S02_002_双击编辑"/>
          <p:cNvSpPr txBox="1"/>
          <p:nvPr/>
        </p:nvSpPr>
        <p:spPr>
          <a:xfrm>
            <a:off x="1089660" y="3253740"/>
            <a:ext cx="876300" cy="66294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4176">
                <a:solidFill>
                  <a:srgbClr val="FFC928"/>
                </a:solidFill>
                <a:latin typeface="Noto Serif CJK SC"/>
              </a:rPr>
              <a:t>02</a:t>
            </a:r>
          </a:p>
        </p:txBody>
      </p:sp>
      <p:sp>
        <p:nvSpPr>
          <p:cNvPr id="13" name="原生可编辑文字_S02_003_双击编辑"/>
          <p:cNvSpPr txBox="1"/>
          <p:nvPr/>
        </p:nvSpPr>
        <p:spPr>
          <a:xfrm>
            <a:off x="1089660" y="4579620"/>
            <a:ext cx="861060" cy="68580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4320">
                <a:solidFill>
                  <a:srgbClr val="FFC928"/>
                </a:solidFill>
                <a:latin typeface="Noto Serif CJK SC"/>
              </a:rPr>
              <a:t>03</a:t>
            </a:r>
          </a:p>
        </p:txBody>
      </p:sp>
      <p:sp>
        <p:nvSpPr>
          <p:cNvPr id="15" name="原生可编辑文字_S02_004_双击编辑"/>
          <p:cNvSpPr txBox="1"/>
          <p:nvPr/>
        </p:nvSpPr>
        <p:spPr>
          <a:xfrm>
            <a:off x="3307080" y="205740"/>
            <a:ext cx="5570220" cy="107442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800">
                <a:solidFill>
                  <a:srgbClr val="F7FCFF"/>
                </a:solidFill>
                <a:latin typeface="Noto Serif CJK SC"/>
              </a:rPr>
              <a:t>烟区一线，最怕这 3 件事</a:t>
            </a:r>
          </a:p>
        </p:txBody>
      </p:sp>
      <p:sp>
        <p:nvSpPr>
          <p:cNvPr id="17" name="原生可编辑文字_S02_005_双击编辑"/>
          <p:cNvSpPr txBox="1"/>
          <p:nvPr/>
        </p:nvSpPr>
        <p:spPr>
          <a:xfrm>
            <a:off x="3215640" y="998219"/>
            <a:ext cx="5737860" cy="54864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937">
                <a:solidFill>
                  <a:srgbClr val="F7FCFF"/>
                </a:solidFill>
                <a:latin typeface="Noto Serif CJK SC"/>
              </a:rPr>
              <a:t>不是“有没有烤房”，而是分配、抢修、投入仍靠经验和人工</a:t>
            </a:r>
          </a:p>
        </p:txBody>
      </p:sp>
      <p:sp>
        <p:nvSpPr>
          <p:cNvPr id="19" name="原生可编辑文字_S02_006_双击编辑"/>
          <p:cNvSpPr txBox="1"/>
          <p:nvPr/>
        </p:nvSpPr>
        <p:spPr>
          <a:xfrm>
            <a:off x="2263140" y="1783080"/>
            <a:ext cx="1897380" cy="76962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151">
                <a:solidFill>
                  <a:srgbClr val="FFC928"/>
                </a:solidFill>
                <a:latin typeface="Noto Serif CJK SC"/>
              </a:rPr>
              <a:t>分不到</a:t>
            </a:r>
          </a:p>
        </p:txBody>
      </p:sp>
      <p:sp>
        <p:nvSpPr>
          <p:cNvPr id="21" name="原生可编辑文字_S02_007_双击编辑"/>
          <p:cNvSpPr txBox="1"/>
          <p:nvPr/>
        </p:nvSpPr>
        <p:spPr>
          <a:xfrm>
            <a:off x="2293620" y="2491740"/>
            <a:ext cx="4282440" cy="35814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551">
                <a:solidFill>
                  <a:srgbClr val="F2F8FF"/>
                </a:solidFill>
                <a:latin typeface="Noto Sans CJK SC"/>
              </a:rPr>
              <a:t>旺季状态不透明｜烟农无法自主选择｜临时需求难调剂</a:t>
            </a:r>
          </a:p>
        </p:txBody>
      </p:sp>
      <p:sp>
        <p:nvSpPr>
          <p:cNvPr id="23" name="原生可编辑文字_S02_008_双击编辑"/>
          <p:cNvSpPr txBox="1"/>
          <p:nvPr/>
        </p:nvSpPr>
        <p:spPr>
          <a:xfrm>
            <a:off x="2278380" y="3147060"/>
            <a:ext cx="1851660" cy="7467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057">
                <a:solidFill>
                  <a:srgbClr val="FFC928"/>
                </a:solidFill>
                <a:latin typeface="Noto Serif CJK SC"/>
              </a:rPr>
              <a:t>修不及</a:t>
            </a:r>
          </a:p>
        </p:txBody>
      </p:sp>
      <p:sp>
        <p:nvSpPr>
          <p:cNvPr id="25" name="原生可编辑文字_S02_009_双击编辑"/>
          <p:cNvSpPr txBox="1"/>
          <p:nvPr/>
        </p:nvSpPr>
        <p:spPr>
          <a:xfrm>
            <a:off x="2293620" y="3802380"/>
            <a:ext cx="3749039" cy="41148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82">
                <a:solidFill>
                  <a:srgbClr val="F2F8FF"/>
                </a:solidFill>
                <a:latin typeface="Noto Sans CJK SC"/>
              </a:rPr>
              <a:t>故障逐级上报｜人员靠电话找｜配件靠人工调</a:t>
            </a:r>
          </a:p>
        </p:txBody>
      </p:sp>
      <p:sp>
        <p:nvSpPr>
          <p:cNvPr id="27" name="原生可编辑文字_S02_010_双击编辑"/>
          <p:cNvSpPr txBox="1"/>
          <p:nvPr/>
        </p:nvSpPr>
        <p:spPr>
          <a:xfrm>
            <a:off x="2278380" y="4480560"/>
            <a:ext cx="1851660" cy="7467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057">
                <a:solidFill>
                  <a:srgbClr val="FFC928"/>
                </a:solidFill>
                <a:latin typeface="Noto Serif CJK SC"/>
              </a:rPr>
              <a:t>投不准</a:t>
            </a:r>
          </a:p>
        </p:txBody>
      </p:sp>
      <p:sp>
        <p:nvSpPr>
          <p:cNvPr id="29" name="原生可编辑文字_S02_011_双击编辑"/>
          <p:cNvSpPr txBox="1"/>
          <p:nvPr/>
        </p:nvSpPr>
        <p:spPr>
          <a:xfrm>
            <a:off x="2331720" y="5151120"/>
            <a:ext cx="4221480" cy="41910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800">
                <a:solidFill>
                  <a:srgbClr val="F2F8FF"/>
                </a:solidFill>
                <a:latin typeface="Noto Sans CJK SC"/>
              </a:rPr>
              <a:t>哪栋该修｜哪个村真缺｜新建在哪里，缺少量化依据</a:t>
            </a:r>
          </a:p>
        </p:txBody>
      </p:sp>
      <p:sp>
        <p:nvSpPr>
          <p:cNvPr id="31" name="原生可编辑文字_S02_012_双击编辑"/>
          <p:cNvSpPr txBox="1"/>
          <p:nvPr/>
        </p:nvSpPr>
        <p:spPr>
          <a:xfrm>
            <a:off x="8183879" y="1821180"/>
            <a:ext cx="1363980" cy="50292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692">
                <a:solidFill>
                  <a:srgbClr val="63ECFF"/>
                </a:solidFill>
                <a:latin typeface="Noto Serif CJK SC"/>
              </a:rPr>
              <a:t>资源调度</a:t>
            </a:r>
          </a:p>
        </p:txBody>
      </p:sp>
      <p:sp>
        <p:nvSpPr>
          <p:cNvPr id="33" name="原生可编辑文字_S02_013_双击编辑"/>
          <p:cNvSpPr txBox="1"/>
          <p:nvPr/>
        </p:nvSpPr>
        <p:spPr>
          <a:xfrm>
            <a:off x="8183879" y="2225040"/>
            <a:ext cx="2941320" cy="45720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800">
                <a:solidFill>
                  <a:srgbClr val="F2F8FF"/>
                </a:solidFill>
                <a:latin typeface="Noto Sans CJK SC"/>
              </a:rPr>
              <a:t>烤房在哪、是否空闲、谁在使用</a:t>
            </a:r>
          </a:p>
        </p:txBody>
      </p:sp>
      <p:sp>
        <p:nvSpPr>
          <p:cNvPr id="35" name="原生可编辑文字_S02_014_双击编辑"/>
          <p:cNvSpPr txBox="1"/>
          <p:nvPr/>
        </p:nvSpPr>
        <p:spPr>
          <a:xfrm>
            <a:off x="8199120" y="2491740"/>
            <a:ext cx="1866899" cy="39624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16">
                <a:solidFill>
                  <a:srgbClr val="F2F8FF"/>
                </a:solidFill>
                <a:latin typeface="Noto Sans CJK SC"/>
              </a:rPr>
              <a:t>缺少一张动态资源图</a:t>
            </a:r>
          </a:p>
        </p:txBody>
      </p:sp>
      <p:sp>
        <p:nvSpPr>
          <p:cNvPr id="37" name="原生可编辑文字_S02_015_双击编辑"/>
          <p:cNvSpPr txBox="1"/>
          <p:nvPr/>
        </p:nvSpPr>
        <p:spPr>
          <a:xfrm>
            <a:off x="8161020" y="3177540"/>
            <a:ext cx="1371600" cy="51054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733">
                <a:solidFill>
                  <a:srgbClr val="63ECFF"/>
                </a:solidFill>
                <a:latin typeface="Noto Serif CJK SC"/>
              </a:rPr>
              <a:t>抢修服务</a:t>
            </a:r>
          </a:p>
        </p:txBody>
      </p:sp>
      <p:sp>
        <p:nvSpPr>
          <p:cNvPr id="39" name="原生可编辑文字_S02_016_双击编辑"/>
          <p:cNvSpPr txBox="1"/>
          <p:nvPr/>
        </p:nvSpPr>
        <p:spPr>
          <a:xfrm>
            <a:off x="8199120" y="3558540"/>
            <a:ext cx="2575560" cy="43434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800">
                <a:solidFill>
                  <a:srgbClr val="F2F8FF"/>
                </a:solidFill>
                <a:latin typeface="Noto Sans CJK SC"/>
              </a:rPr>
              <a:t>故障发生以后才“找人找件”</a:t>
            </a:r>
          </a:p>
        </p:txBody>
      </p:sp>
      <p:sp>
        <p:nvSpPr>
          <p:cNvPr id="41" name="原生可编辑文字_S02_017_双击编辑"/>
          <p:cNvSpPr txBox="1"/>
          <p:nvPr/>
        </p:nvSpPr>
        <p:spPr>
          <a:xfrm>
            <a:off x="8199120" y="3840480"/>
            <a:ext cx="1882139" cy="39624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16">
                <a:solidFill>
                  <a:srgbClr val="F2F8FF"/>
                </a:solidFill>
                <a:latin typeface="Noto Sans CJK SC"/>
              </a:rPr>
              <a:t>时间被消耗在协调上</a:t>
            </a:r>
          </a:p>
        </p:txBody>
      </p:sp>
      <p:sp>
        <p:nvSpPr>
          <p:cNvPr id="43" name="原生可编辑文字_S02_018_双击编辑"/>
          <p:cNvSpPr txBox="1"/>
          <p:nvPr/>
        </p:nvSpPr>
        <p:spPr>
          <a:xfrm>
            <a:off x="8183879" y="4526280"/>
            <a:ext cx="1348740" cy="50292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692">
                <a:solidFill>
                  <a:srgbClr val="63ECFF"/>
                </a:solidFill>
                <a:latin typeface="Noto Serif CJK SC"/>
              </a:rPr>
              <a:t>投入决策</a:t>
            </a:r>
          </a:p>
        </p:txBody>
      </p:sp>
      <p:sp>
        <p:nvSpPr>
          <p:cNvPr id="45" name="原生可编辑文字_S02_019_双击编辑"/>
          <p:cNvSpPr txBox="1"/>
          <p:nvPr/>
        </p:nvSpPr>
        <p:spPr>
          <a:xfrm>
            <a:off x="8183879" y="4899660"/>
            <a:ext cx="2964180" cy="45720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800">
                <a:solidFill>
                  <a:srgbClr val="F2F8FF"/>
                </a:solidFill>
                <a:latin typeface="Noto Sans CJK SC"/>
              </a:rPr>
              <a:t>把“有多少栋”当“有多少能力”</a:t>
            </a:r>
          </a:p>
        </p:txBody>
      </p:sp>
      <p:sp>
        <p:nvSpPr>
          <p:cNvPr id="47" name="原生可编辑文字_S02_020_双击编辑"/>
          <p:cNvSpPr txBox="1"/>
          <p:nvPr/>
        </p:nvSpPr>
        <p:spPr>
          <a:xfrm>
            <a:off x="8199120" y="5204460"/>
            <a:ext cx="1691639" cy="39624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16">
                <a:solidFill>
                  <a:srgbClr val="F2F8FF"/>
                </a:solidFill>
                <a:latin typeface="Noto Sans CJK SC"/>
              </a:rPr>
              <a:t>容易造成供需错配</a:t>
            </a:r>
          </a:p>
        </p:txBody>
      </p:sp>
      <p:sp>
        <p:nvSpPr>
          <p:cNvPr id="49" name="原生可编辑文字_S02_021_双击编辑"/>
          <p:cNvSpPr txBox="1"/>
          <p:nvPr/>
        </p:nvSpPr>
        <p:spPr>
          <a:xfrm>
            <a:off x="2141220" y="6050280"/>
            <a:ext cx="2773680" cy="495299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800">
                <a:solidFill>
                  <a:srgbClr val="F2F8FF"/>
                </a:solidFill>
                <a:latin typeface="Noto Sans CJK SC"/>
              </a:rPr>
              <a:t>表面：用房、抢修、投入</a:t>
            </a:r>
          </a:p>
        </p:txBody>
      </p:sp>
      <p:sp>
        <p:nvSpPr>
          <p:cNvPr id="51" name="原生可编辑文字_S02_022_双击编辑"/>
          <p:cNvSpPr txBox="1"/>
          <p:nvPr/>
        </p:nvSpPr>
        <p:spPr>
          <a:xfrm>
            <a:off x="5341620" y="6050280"/>
            <a:ext cx="4495800" cy="48768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800">
                <a:solidFill>
                  <a:srgbClr val="F2F8FF"/>
                </a:solidFill>
                <a:latin typeface="Noto Sans CJK SC"/>
              </a:rPr>
              <a:t>根因：“用—投—管”没有形成数据闭环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_深蓝底_可编辑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B49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背景_左上光束_1"/>
          <p:cNvSpPr/>
          <p:nvPr/>
        </p:nvSpPr>
        <p:spPr>
          <a:xfrm>
            <a:off x="0" y="0"/>
            <a:ext cx="2423160" cy="1828800"/>
          </a:xfrm>
          <a:custGeom>
            <a:avLst/>
            <a:gdLst/>
            <a:ahLst/>
            <a:cxnLst/>
            <a:rect l="l" t="t" r="r" b="b"/>
            <a:pathLst>
              <a:path w="2423160" h="1828800">
                <a:moveTo>
                  <a:pt x="0" y="0"/>
                </a:moveTo>
                <a:lnTo>
                  <a:pt x="914400" y="0"/>
                </a:lnTo>
                <a:lnTo>
                  <a:pt x="2423160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8DEBFF">
              <a:alpha val="2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背景_左上光束_2"/>
          <p:cNvSpPr/>
          <p:nvPr/>
        </p:nvSpPr>
        <p:spPr>
          <a:xfrm>
            <a:off x="274320" y="0"/>
            <a:ext cx="2423159" cy="1828800"/>
          </a:xfrm>
          <a:custGeom>
            <a:avLst/>
            <a:gdLst/>
            <a:ahLst/>
            <a:cxnLst/>
            <a:rect l="l" t="t" r="r" b="b"/>
            <a:pathLst>
              <a:path w="2423159" h="1828800">
                <a:moveTo>
                  <a:pt x="0" y="0"/>
                </a:moveTo>
                <a:lnTo>
                  <a:pt x="914400" y="0"/>
                </a:lnTo>
                <a:lnTo>
                  <a:pt x="2423159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8DEBFF">
              <a:alpha val="2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背景_左上光束_3"/>
          <p:cNvSpPr/>
          <p:nvPr/>
        </p:nvSpPr>
        <p:spPr>
          <a:xfrm>
            <a:off x="640080" y="0"/>
            <a:ext cx="2423159" cy="1828800"/>
          </a:xfrm>
          <a:custGeom>
            <a:avLst/>
            <a:gdLst/>
            <a:ahLst/>
            <a:cxnLst/>
            <a:rect l="l" t="t" r="r" b="b"/>
            <a:pathLst>
              <a:path w="2423159" h="1828800">
                <a:moveTo>
                  <a:pt x="0" y="0"/>
                </a:moveTo>
                <a:lnTo>
                  <a:pt x="914400" y="0"/>
                </a:lnTo>
                <a:lnTo>
                  <a:pt x="2423159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8DEBFF">
              <a:alpha val="2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背景_星点_1"/>
          <p:cNvSpPr/>
          <p:nvPr/>
        </p:nvSpPr>
        <p:spPr>
          <a:xfrm>
            <a:off x="1644338" y="4069957"/>
            <a:ext cx="18288" cy="18288"/>
          </a:xfrm>
          <a:prstGeom prst="ellipse">
            <a:avLst/>
          </a:prstGeom>
          <a:solidFill>
            <a:srgbClr val="E8FDFF">
              <a:alpha val="5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背景_星点_2"/>
          <p:cNvSpPr/>
          <p:nvPr/>
        </p:nvSpPr>
        <p:spPr>
          <a:xfrm>
            <a:off x="3844847" y="1871101"/>
            <a:ext cx="13716" cy="13716"/>
          </a:xfrm>
          <a:prstGeom prst="ellipse">
            <a:avLst/>
          </a:prstGeom>
          <a:solidFill>
            <a:srgbClr val="E8FDFF">
              <a:alpha val="31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背景_星点_3"/>
          <p:cNvSpPr/>
          <p:nvPr/>
        </p:nvSpPr>
        <p:spPr>
          <a:xfrm>
            <a:off x="2256171" y="1455733"/>
            <a:ext cx="22860" cy="22860"/>
          </a:xfrm>
          <a:prstGeom prst="ellipse">
            <a:avLst/>
          </a:prstGeom>
          <a:solidFill>
            <a:srgbClr val="E8FDFF">
              <a:alpha val="51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背景_星点_4"/>
          <p:cNvSpPr/>
          <p:nvPr/>
        </p:nvSpPr>
        <p:spPr>
          <a:xfrm>
            <a:off x="7356292" y="2291995"/>
            <a:ext cx="36576" cy="36576"/>
          </a:xfrm>
          <a:prstGeom prst="ellipse">
            <a:avLst/>
          </a:prstGeom>
          <a:solidFill>
            <a:srgbClr val="E8FDFF">
              <a:alpha val="46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背景_星点_5"/>
          <p:cNvSpPr/>
          <p:nvPr/>
        </p:nvSpPr>
        <p:spPr>
          <a:xfrm>
            <a:off x="4327585" y="429672"/>
            <a:ext cx="27432" cy="27432"/>
          </a:xfrm>
          <a:prstGeom prst="ellipse">
            <a:avLst/>
          </a:prstGeom>
          <a:solidFill>
            <a:srgbClr val="E8FDFF">
              <a:alpha val="39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背景_星点_6"/>
          <p:cNvSpPr/>
          <p:nvPr/>
        </p:nvSpPr>
        <p:spPr>
          <a:xfrm>
            <a:off x="4185471" y="4022598"/>
            <a:ext cx="36576" cy="36576"/>
          </a:xfrm>
          <a:prstGeom prst="ellipse">
            <a:avLst/>
          </a:prstGeom>
          <a:solidFill>
            <a:srgbClr val="E8FDFF">
              <a:alpha val="71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背景_星点_7"/>
          <p:cNvSpPr/>
          <p:nvPr/>
        </p:nvSpPr>
        <p:spPr>
          <a:xfrm>
            <a:off x="6090972" y="1626351"/>
            <a:ext cx="36576" cy="36576"/>
          </a:xfrm>
          <a:prstGeom prst="ellipse">
            <a:avLst/>
          </a:prstGeom>
          <a:solidFill>
            <a:srgbClr val="E8FDFF">
              <a:alpha val="38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背景_星点_8"/>
          <p:cNvSpPr/>
          <p:nvPr/>
        </p:nvSpPr>
        <p:spPr>
          <a:xfrm>
            <a:off x="7593286" y="644532"/>
            <a:ext cx="22860" cy="22860"/>
          </a:xfrm>
          <a:prstGeom prst="ellipse">
            <a:avLst/>
          </a:prstGeom>
          <a:solidFill>
            <a:srgbClr val="E8FDFF">
              <a:alpha val="59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背景_星点_9"/>
          <p:cNvSpPr/>
          <p:nvPr/>
        </p:nvSpPr>
        <p:spPr>
          <a:xfrm>
            <a:off x="5879148" y="719516"/>
            <a:ext cx="18288" cy="18288"/>
          </a:xfrm>
          <a:prstGeom prst="ellipse">
            <a:avLst/>
          </a:prstGeom>
          <a:solidFill>
            <a:srgbClr val="E8FDFF">
              <a:alpha val="68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背景_星点_10"/>
          <p:cNvSpPr/>
          <p:nvPr/>
        </p:nvSpPr>
        <p:spPr>
          <a:xfrm>
            <a:off x="9404842" y="1269549"/>
            <a:ext cx="36576" cy="36576"/>
          </a:xfrm>
          <a:prstGeom prst="ellipse">
            <a:avLst/>
          </a:prstGeom>
          <a:solidFill>
            <a:srgbClr val="E8FDFF">
              <a:alpha val="7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背景_星点_11"/>
          <p:cNvSpPr/>
          <p:nvPr/>
        </p:nvSpPr>
        <p:spPr>
          <a:xfrm>
            <a:off x="6247566" y="1110404"/>
            <a:ext cx="13716" cy="13716"/>
          </a:xfrm>
          <a:prstGeom prst="ellipse">
            <a:avLst/>
          </a:prstGeom>
          <a:solidFill>
            <a:srgbClr val="E8FDFF">
              <a:alpha val="34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背景_星点_12"/>
          <p:cNvSpPr/>
          <p:nvPr/>
        </p:nvSpPr>
        <p:spPr>
          <a:xfrm>
            <a:off x="3395957" y="3026702"/>
            <a:ext cx="13716" cy="13716"/>
          </a:xfrm>
          <a:prstGeom prst="ellipse">
            <a:avLst/>
          </a:prstGeom>
          <a:solidFill>
            <a:srgbClr val="E8FDFF">
              <a:alpha val="73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背景_星点_13"/>
          <p:cNvSpPr/>
          <p:nvPr/>
        </p:nvSpPr>
        <p:spPr>
          <a:xfrm>
            <a:off x="10586086" y="2551389"/>
            <a:ext cx="27432" cy="27432"/>
          </a:xfrm>
          <a:prstGeom prst="ellipse">
            <a:avLst/>
          </a:prstGeom>
          <a:solidFill>
            <a:srgbClr val="E8FDFF">
              <a:alpha val="3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背景_星点_14"/>
          <p:cNvSpPr/>
          <p:nvPr/>
        </p:nvSpPr>
        <p:spPr>
          <a:xfrm>
            <a:off x="8236938" y="4131897"/>
            <a:ext cx="36576" cy="36576"/>
          </a:xfrm>
          <a:prstGeom prst="ellipse">
            <a:avLst/>
          </a:prstGeom>
          <a:solidFill>
            <a:srgbClr val="E8FDFF">
              <a:alpha val="69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背景_星点_15"/>
          <p:cNvSpPr/>
          <p:nvPr/>
        </p:nvSpPr>
        <p:spPr>
          <a:xfrm>
            <a:off x="1736167" y="2169858"/>
            <a:ext cx="22860" cy="22860"/>
          </a:xfrm>
          <a:prstGeom prst="ellipse">
            <a:avLst/>
          </a:prstGeom>
          <a:solidFill>
            <a:srgbClr val="E8FDFF">
              <a:alpha val="3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背景_星点_16"/>
          <p:cNvSpPr/>
          <p:nvPr/>
        </p:nvSpPr>
        <p:spPr>
          <a:xfrm>
            <a:off x="4974570" y="666426"/>
            <a:ext cx="13716" cy="13716"/>
          </a:xfrm>
          <a:prstGeom prst="ellipse">
            <a:avLst/>
          </a:prstGeom>
          <a:solidFill>
            <a:srgbClr val="E8FDFF">
              <a:alpha val="74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背景_星点_17"/>
          <p:cNvSpPr/>
          <p:nvPr/>
        </p:nvSpPr>
        <p:spPr>
          <a:xfrm>
            <a:off x="9929718" y="3900305"/>
            <a:ext cx="13716" cy="13716"/>
          </a:xfrm>
          <a:prstGeom prst="ellipse">
            <a:avLst/>
          </a:prstGeom>
          <a:solidFill>
            <a:srgbClr val="E8FDFF">
              <a:alpha val="33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背景_星点_18"/>
          <p:cNvSpPr/>
          <p:nvPr/>
        </p:nvSpPr>
        <p:spPr>
          <a:xfrm>
            <a:off x="4772158" y="4081047"/>
            <a:ext cx="22860" cy="22860"/>
          </a:xfrm>
          <a:prstGeom prst="ellipse">
            <a:avLst/>
          </a:prstGeom>
          <a:solidFill>
            <a:srgbClr val="E8FDFF">
              <a:alpha val="61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背景_星点_19"/>
          <p:cNvSpPr/>
          <p:nvPr/>
        </p:nvSpPr>
        <p:spPr>
          <a:xfrm>
            <a:off x="10663170" y="3598959"/>
            <a:ext cx="36576" cy="36576"/>
          </a:xfrm>
          <a:prstGeom prst="ellipse">
            <a:avLst/>
          </a:prstGeom>
          <a:solidFill>
            <a:srgbClr val="E8FDFF">
              <a:alpha val="74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背景_星点_20"/>
          <p:cNvSpPr/>
          <p:nvPr/>
        </p:nvSpPr>
        <p:spPr>
          <a:xfrm>
            <a:off x="10513978" y="3548335"/>
            <a:ext cx="18288" cy="18288"/>
          </a:xfrm>
          <a:prstGeom prst="ellipse">
            <a:avLst/>
          </a:prstGeom>
          <a:solidFill>
            <a:srgbClr val="E8FDFF">
              <a:alpha val="6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背景_星点_21"/>
          <p:cNvSpPr/>
          <p:nvPr/>
        </p:nvSpPr>
        <p:spPr>
          <a:xfrm>
            <a:off x="7679824" y="2847850"/>
            <a:ext cx="18288" cy="18288"/>
          </a:xfrm>
          <a:prstGeom prst="ellipse">
            <a:avLst/>
          </a:prstGeom>
          <a:solidFill>
            <a:srgbClr val="E8FDFF">
              <a:alpha val="6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背景_星点_22"/>
          <p:cNvSpPr/>
          <p:nvPr/>
        </p:nvSpPr>
        <p:spPr>
          <a:xfrm>
            <a:off x="11449880" y="426121"/>
            <a:ext cx="18288" cy="18288"/>
          </a:xfrm>
          <a:prstGeom prst="ellipse">
            <a:avLst/>
          </a:prstGeom>
          <a:solidFill>
            <a:srgbClr val="E8FDFF">
              <a:alpha val="34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背景_星点_23"/>
          <p:cNvSpPr/>
          <p:nvPr/>
        </p:nvSpPr>
        <p:spPr>
          <a:xfrm>
            <a:off x="6206533" y="1971775"/>
            <a:ext cx="22860" cy="22860"/>
          </a:xfrm>
          <a:prstGeom prst="ellipse">
            <a:avLst/>
          </a:prstGeom>
          <a:solidFill>
            <a:srgbClr val="E8FDFF">
              <a:alpha val="6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背景_星点_24"/>
          <p:cNvSpPr/>
          <p:nvPr/>
        </p:nvSpPr>
        <p:spPr>
          <a:xfrm>
            <a:off x="11263671" y="2415099"/>
            <a:ext cx="18288" cy="18288"/>
          </a:xfrm>
          <a:prstGeom prst="ellipse">
            <a:avLst/>
          </a:prstGeom>
          <a:solidFill>
            <a:srgbClr val="E8FDFF">
              <a:alpha val="44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背景_星点_25"/>
          <p:cNvSpPr/>
          <p:nvPr/>
        </p:nvSpPr>
        <p:spPr>
          <a:xfrm>
            <a:off x="946843" y="751129"/>
            <a:ext cx="18288" cy="18288"/>
          </a:xfrm>
          <a:prstGeom prst="ellipse">
            <a:avLst/>
          </a:prstGeom>
          <a:solidFill>
            <a:srgbClr val="E8FDFF">
              <a:alpha val="51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背景_星点_26"/>
          <p:cNvSpPr/>
          <p:nvPr/>
        </p:nvSpPr>
        <p:spPr>
          <a:xfrm>
            <a:off x="6660058" y="2511232"/>
            <a:ext cx="18288" cy="18288"/>
          </a:xfrm>
          <a:prstGeom prst="ellipse">
            <a:avLst/>
          </a:prstGeom>
          <a:solidFill>
            <a:srgbClr val="E8FDFF">
              <a:alpha val="58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背景_星点_27"/>
          <p:cNvSpPr/>
          <p:nvPr/>
        </p:nvSpPr>
        <p:spPr>
          <a:xfrm>
            <a:off x="5388774" y="1278549"/>
            <a:ext cx="22860" cy="22860"/>
          </a:xfrm>
          <a:prstGeom prst="ellipse">
            <a:avLst/>
          </a:prstGeom>
          <a:solidFill>
            <a:srgbClr val="E8FDFF">
              <a:alpha val="5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背景_星点_28"/>
          <p:cNvSpPr/>
          <p:nvPr/>
        </p:nvSpPr>
        <p:spPr>
          <a:xfrm>
            <a:off x="10611477" y="2653370"/>
            <a:ext cx="27432" cy="27432"/>
          </a:xfrm>
          <a:prstGeom prst="ellipse">
            <a:avLst/>
          </a:prstGeom>
          <a:solidFill>
            <a:srgbClr val="E8FDFF">
              <a:alpha val="74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背景_星点_29"/>
          <p:cNvSpPr/>
          <p:nvPr/>
        </p:nvSpPr>
        <p:spPr>
          <a:xfrm>
            <a:off x="8636934" y="3509393"/>
            <a:ext cx="36576" cy="36576"/>
          </a:xfrm>
          <a:prstGeom prst="ellipse">
            <a:avLst/>
          </a:prstGeom>
          <a:solidFill>
            <a:srgbClr val="E8FDFF">
              <a:alpha val="3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背景_星点_30"/>
          <p:cNvSpPr/>
          <p:nvPr/>
        </p:nvSpPr>
        <p:spPr>
          <a:xfrm>
            <a:off x="378956" y="2307518"/>
            <a:ext cx="27432" cy="27432"/>
          </a:xfrm>
          <a:prstGeom prst="ellipse">
            <a:avLst/>
          </a:prstGeom>
          <a:solidFill>
            <a:srgbClr val="E8FDFF">
              <a:alpha val="38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背景_星点_31"/>
          <p:cNvSpPr/>
          <p:nvPr/>
        </p:nvSpPr>
        <p:spPr>
          <a:xfrm>
            <a:off x="9161573" y="464213"/>
            <a:ext cx="18288" cy="18288"/>
          </a:xfrm>
          <a:prstGeom prst="ellipse">
            <a:avLst/>
          </a:prstGeom>
          <a:solidFill>
            <a:srgbClr val="E8FDFF">
              <a:alpha val="56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背景_星点_32"/>
          <p:cNvSpPr/>
          <p:nvPr/>
        </p:nvSpPr>
        <p:spPr>
          <a:xfrm>
            <a:off x="6199595" y="3736951"/>
            <a:ext cx="22860" cy="22860"/>
          </a:xfrm>
          <a:prstGeom prst="ellipse">
            <a:avLst/>
          </a:prstGeom>
          <a:solidFill>
            <a:srgbClr val="E8FDFF">
              <a:alpha val="44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背景_星点_33"/>
          <p:cNvSpPr/>
          <p:nvPr/>
        </p:nvSpPr>
        <p:spPr>
          <a:xfrm>
            <a:off x="7766874" y="1038986"/>
            <a:ext cx="27432" cy="27432"/>
          </a:xfrm>
          <a:prstGeom prst="ellipse">
            <a:avLst/>
          </a:prstGeom>
          <a:solidFill>
            <a:srgbClr val="E8FDFF">
              <a:alpha val="3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背景_星点_34"/>
          <p:cNvSpPr/>
          <p:nvPr/>
        </p:nvSpPr>
        <p:spPr>
          <a:xfrm>
            <a:off x="5064313" y="3707104"/>
            <a:ext cx="36576" cy="36576"/>
          </a:xfrm>
          <a:prstGeom prst="ellipse">
            <a:avLst/>
          </a:prstGeom>
          <a:solidFill>
            <a:srgbClr val="E8FDFF">
              <a:alpha val="34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背景_星点_35"/>
          <p:cNvSpPr/>
          <p:nvPr/>
        </p:nvSpPr>
        <p:spPr>
          <a:xfrm>
            <a:off x="3293432" y="2313957"/>
            <a:ext cx="13716" cy="13716"/>
          </a:xfrm>
          <a:prstGeom prst="ellipse">
            <a:avLst/>
          </a:prstGeom>
          <a:solidFill>
            <a:srgbClr val="E8FDFF">
              <a:alpha val="3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背景_星点_36"/>
          <p:cNvSpPr/>
          <p:nvPr/>
        </p:nvSpPr>
        <p:spPr>
          <a:xfrm>
            <a:off x="1858620" y="4026822"/>
            <a:ext cx="13716" cy="13716"/>
          </a:xfrm>
          <a:prstGeom prst="ellipse">
            <a:avLst/>
          </a:prstGeom>
          <a:solidFill>
            <a:srgbClr val="E8FDFF">
              <a:alpha val="4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背景_星点_37"/>
          <p:cNvSpPr/>
          <p:nvPr/>
        </p:nvSpPr>
        <p:spPr>
          <a:xfrm>
            <a:off x="2222829" y="2507895"/>
            <a:ext cx="22860" cy="22860"/>
          </a:xfrm>
          <a:prstGeom prst="ellipse">
            <a:avLst/>
          </a:prstGeom>
          <a:solidFill>
            <a:srgbClr val="E8FDFF">
              <a:alpha val="53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背景_星点_38"/>
          <p:cNvSpPr/>
          <p:nvPr/>
        </p:nvSpPr>
        <p:spPr>
          <a:xfrm>
            <a:off x="9372503" y="3574409"/>
            <a:ext cx="36576" cy="36576"/>
          </a:xfrm>
          <a:prstGeom prst="ellipse">
            <a:avLst/>
          </a:prstGeom>
          <a:solidFill>
            <a:srgbClr val="E8FDFF">
              <a:alpha val="73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背景_星点_39"/>
          <p:cNvSpPr/>
          <p:nvPr/>
        </p:nvSpPr>
        <p:spPr>
          <a:xfrm>
            <a:off x="10963871" y="843336"/>
            <a:ext cx="36576" cy="36576"/>
          </a:xfrm>
          <a:prstGeom prst="ellipse">
            <a:avLst/>
          </a:prstGeom>
          <a:solidFill>
            <a:srgbClr val="E8FDFF">
              <a:alpha val="7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背景_星点_40"/>
          <p:cNvSpPr/>
          <p:nvPr/>
        </p:nvSpPr>
        <p:spPr>
          <a:xfrm>
            <a:off x="10967018" y="3027802"/>
            <a:ext cx="27432" cy="27432"/>
          </a:xfrm>
          <a:prstGeom prst="ellipse">
            <a:avLst/>
          </a:prstGeom>
          <a:solidFill>
            <a:srgbClr val="E8FDFF">
              <a:alpha val="64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背景_星点_41"/>
          <p:cNvSpPr/>
          <p:nvPr/>
        </p:nvSpPr>
        <p:spPr>
          <a:xfrm>
            <a:off x="8609310" y="1968108"/>
            <a:ext cx="18288" cy="18288"/>
          </a:xfrm>
          <a:prstGeom prst="ellipse">
            <a:avLst/>
          </a:prstGeom>
          <a:solidFill>
            <a:srgbClr val="E8FDFF">
              <a:alpha val="6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背景_星点_42"/>
          <p:cNvSpPr/>
          <p:nvPr/>
        </p:nvSpPr>
        <p:spPr>
          <a:xfrm>
            <a:off x="3251141" y="455134"/>
            <a:ext cx="13716" cy="13716"/>
          </a:xfrm>
          <a:prstGeom prst="ellipse">
            <a:avLst/>
          </a:prstGeom>
          <a:solidFill>
            <a:srgbClr val="E8FDFF">
              <a:alpha val="61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背景_星点_43"/>
          <p:cNvSpPr/>
          <p:nvPr/>
        </p:nvSpPr>
        <p:spPr>
          <a:xfrm>
            <a:off x="3028978" y="1154974"/>
            <a:ext cx="27432" cy="27432"/>
          </a:xfrm>
          <a:prstGeom prst="ellipse">
            <a:avLst/>
          </a:prstGeom>
          <a:solidFill>
            <a:srgbClr val="E8FDFF">
              <a:alpha val="39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背景_星点_44"/>
          <p:cNvSpPr/>
          <p:nvPr/>
        </p:nvSpPr>
        <p:spPr>
          <a:xfrm>
            <a:off x="11369987" y="3372505"/>
            <a:ext cx="22860" cy="22860"/>
          </a:xfrm>
          <a:prstGeom prst="ellipse">
            <a:avLst/>
          </a:prstGeom>
          <a:solidFill>
            <a:srgbClr val="E8FDFF">
              <a:alpha val="3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背景_星点_45"/>
          <p:cNvSpPr/>
          <p:nvPr/>
        </p:nvSpPr>
        <p:spPr>
          <a:xfrm>
            <a:off x="2154963" y="2497700"/>
            <a:ext cx="27432" cy="27432"/>
          </a:xfrm>
          <a:prstGeom prst="ellipse">
            <a:avLst/>
          </a:prstGeom>
          <a:solidFill>
            <a:srgbClr val="E8FDFF">
              <a:alpha val="38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背景_云雾_1"/>
          <p:cNvSpPr/>
          <p:nvPr/>
        </p:nvSpPr>
        <p:spPr>
          <a:xfrm>
            <a:off x="-914400" y="3246120"/>
            <a:ext cx="5943600" cy="1005840"/>
          </a:xfrm>
          <a:prstGeom prst="ellipse">
            <a:avLst/>
          </a:prstGeom>
          <a:solidFill>
            <a:srgbClr val="DDF9FF">
              <a:alpha val="2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背景_云雾_2"/>
          <p:cNvSpPr/>
          <p:nvPr/>
        </p:nvSpPr>
        <p:spPr>
          <a:xfrm>
            <a:off x="3108960" y="3383280"/>
            <a:ext cx="5852160" cy="914400"/>
          </a:xfrm>
          <a:prstGeom prst="ellipse">
            <a:avLst/>
          </a:prstGeom>
          <a:solidFill>
            <a:srgbClr val="DDF9FF">
              <a:alpha val="2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背景_云雾_3"/>
          <p:cNvSpPr/>
          <p:nvPr/>
        </p:nvSpPr>
        <p:spPr>
          <a:xfrm>
            <a:off x="7498079" y="3246120"/>
            <a:ext cx="5669280" cy="1005840"/>
          </a:xfrm>
          <a:prstGeom prst="ellipse">
            <a:avLst/>
          </a:prstGeom>
          <a:solidFill>
            <a:srgbClr val="DDF9FF">
              <a:alpha val="2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背景_山体层_1"/>
          <p:cNvSpPr/>
          <p:nvPr/>
        </p:nvSpPr>
        <p:spPr>
          <a:xfrm>
            <a:off x="0" y="3278587"/>
            <a:ext cx="12191695" cy="3579413"/>
          </a:xfrm>
          <a:custGeom>
            <a:avLst/>
            <a:gdLst/>
            <a:ahLst/>
            <a:cxnLst/>
            <a:rect l="l" t="t" r="r" b="b"/>
            <a:pathLst>
              <a:path w="12191695" h="3579413">
                <a:moveTo>
                  <a:pt x="0" y="3579413"/>
                </a:moveTo>
                <a:lnTo>
                  <a:pt x="0" y="424733"/>
                </a:lnTo>
                <a:lnTo>
                  <a:pt x="502920" y="30004"/>
                </a:lnTo>
                <a:lnTo>
                  <a:pt x="1005840" y="181354"/>
                </a:lnTo>
                <a:lnTo>
                  <a:pt x="1417320" y="210741"/>
                </a:lnTo>
                <a:lnTo>
                  <a:pt x="1828800" y="412610"/>
                </a:lnTo>
                <a:lnTo>
                  <a:pt x="2194560" y="383182"/>
                </a:lnTo>
                <a:lnTo>
                  <a:pt x="2651760" y="343382"/>
                </a:lnTo>
                <a:lnTo>
                  <a:pt x="3063240" y="771301"/>
                </a:lnTo>
                <a:lnTo>
                  <a:pt x="3520440" y="844634"/>
                </a:lnTo>
                <a:lnTo>
                  <a:pt x="3931920" y="676338"/>
                </a:lnTo>
                <a:lnTo>
                  <a:pt x="4389120" y="423216"/>
                </a:lnTo>
                <a:lnTo>
                  <a:pt x="4892040" y="62364"/>
                </a:lnTo>
                <a:lnTo>
                  <a:pt x="5394960" y="342126"/>
                </a:lnTo>
                <a:lnTo>
                  <a:pt x="5852160" y="221530"/>
                </a:lnTo>
                <a:lnTo>
                  <a:pt x="6309360" y="176290"/>
                </a:lnTo>
                <a:lnTo>
                  <a:pt x="6858000" y="357716"/>
                </a:lnTo>
                <a:lnTo>
                  <a:pt x="7406640" y="743055"/>
                </a:lnTo>
                <a:lnTo>
                  <a:pt x="8001000" y="838585"/>
                </a:lnTo>
                <a:lnTo>
                  <a:pt x="8549640" y="418765"/>
                </a:lnTo>
                <a:lnTo>
                  <a:pt x="9052560" y="369638"/>
                </a:lnTo>
                <a:lnTo>
                  <a:pt x="9601200" y="269916"/>
                </a:lnTo>
                <a:lnTo>
                  <a:pt x="10149840" y="257250"/>
                </a:lnTo>
                <a:lnTo>
                  <a:pt x="10744200" y="0"/>
                </a:lnTo>
                <a:lnTo>
                  <a:pt x="11338560" y="568225"/>
                </a:lnTo>
                <a:lnTo>
                  <a:pt x="12188952" y="837003"/>
                </a:lnTo>
                <a:lnTo>
                  <a:pt x="12191695" y="3579413"/>
                </a:lnTo>
                <a:close/>
              </a:path>
            </a:pathLst>
          </a:custGeom>
          <a:solidFill>
            <a:srgbClr val="124D72">
              <a:alpha val="7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背景_山体层_2"/>
          <p:cNvSpPr/>
          <p:nvPr/>
        </p:nvSpPr>
        <p:spPr>
          <a:xfrm>
            <a:off x="0" y="3514638"/>
            <a:ext cx="12191695" cy="3343362"/>
          </a:xfrm>
          <a:custGeom>
            <a:avLst/>
            <a:gdLst/>
            <a:ahLst/>
            <a:cxnLst/>
            <a:rect l="l" t="t" r="r" b="b"/>
            <a:pathLst>
              <a:path w="12191695" h="3343362">
                <a:moveTo>
                  <a:pt x="0" y="3343362"/>
                </a:moveTo>
                <a:lnTo>
                  <a:pt x="0" y="89872"/>
                </a:lnTo>
                <a:lnTo>
                  <a:pt x="438912" y="0"/>
                </a:lnTo>
                <a:lnTo>
                  <a:pt x="914400" y="381022"/>
                </a:lnTo>
                <a:lnTo>
                  <a:pt x="1298448" y="393165"/>
                </a:lnTo>
                <a:lnTo>
                  <a:pt x="1737360" y="509037"/>
                </a:lnTo>
                <a:lnTo>
                  <a:pt x="2121408" y="549549"/>
                </a:lnTo>
                <a:lnTo>
                  <a:pt x="2487168" y="531820"/>
                </a:lnTo>
                <a:lnTo>
                  <a:pt x="2944368" y="900942"/>
                </a:lnTo>
                <a:lnTo>
                  <a:pt x="3429000" y="788411"/>
                </a:lnTo>
                <a:lnTo>
                  <a:pt x="3840480" y="398583"/>
                </a:lnTo>
                <a:lnTo>
                  <a:pt x="4315968" y="227901"/>
                </a:lnTo>
                <a:lnTo>
                  <a:pt x="4754880" y="80478"/>
                </a:lnTo>
                <a:lnTo>
                  <a:pt x="5212080" y="364102"/>
                </a:lnTo>
                <a:lnTo>
                  <a:pt x="5623560" y="394692"/>
                </a:lnTo>
                <a:lnTo>
                  <a:pt x="6053328" y="226250"/>
                </a:lnTo>
                <a:lnTo>
                  <a:pt x="6446520" y="495236"/>
                </a:lnTo>
                <a:lnTo>
                  <a:pt x="6949440" y="735339"/>
                </a:lnTo>
                <a:lnTo>
                  <a:pt x="7452360" y="925475"/>
                </a:lnTo>
                <a:lnTo>
                  <a:pt x="7955279" y="629255"/>
                </a:lnTo>
                <a:lnTo>
                  <a:pt x="8458200" y="222317"/>
                </a:lnTo>
                <a:lnTo>
                  <a:pt x="8915400" y="358180"/>
                </a:lnTo>
                <a:lnTo>
                  <a:pt x="9436608" y="236701"/>
                </a:lnTo>
                <a:lnTo>
                  <a:pt x="9921240" y="290787"/>
                </a:lnTo>
                <a:lnTo>
                  <a:pt x="10424160" y="149577"/>
                </a:lnTo>
                <a:lnTo>
                  <a:pt x="10972800" y="646414"/>
                </a:lnTo>
                <a:lnTo>
                  <a:pt x="11475720" y="892971"/>
                </a:lnTo>
                <a:lnTo>
                  <a:pt x="12188952" y="688790"/>
                </a:lnTo>
                <a:lnTo>
                  <a:pt x="12191695" y="3343362"/>
                </a:lnTo>
                <a:close/>
              </a:path>
            </a:pathLst>
          </a:custGeom>
          <a:solidFill>
            <a:srgbClr val="0F4165">
              <a:alpha val="8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背景_山体层_3"/>
          <p:cNvSpPr/>
          <p:nvPr/>
        </p:nvSpPr>
        <p:spPr>
          <a:xfrm>
            <a:off x="0" y="3810785"/>
            <a:ext cx="12191695" cy="3047215"/>
          </a:xfrm>
          <a:custGeom>
            <a:avLst/>
            <a:gdLst/>
            <a:ahLst/>
            <a:cxnLst/>
            <a:rect l="l" t="t" r="r" b="b"/>
            <a:pathLst>
              <a:path w="12191695" h="3047215">
                <a:moveTo>
                  <a:pt x="0" y="3047215"/>
                </a:moveTo>
                <a:lnTo>
                  <a:pt x="0" y="0"/>
                </a:lnTo>
                <a:lnTo>
                  <a:pt x="384048" y="183268"/>
                </a:lnTo>
                <a:lnTo>
                  <a:pt x="804672" y="615808"/>
                </a:lnTo>
                <a:lnTo>
                  <a:pt x="1188720" y="569560"/>
                </a:lnTo>
                <a:lnTo>
                  <a:pt x="1572768" y="550615"/>
                </a:lnTo>
                <a:lnTo>
                  <a:pt x="1965960" y="697285"/>
                </a:lnTo>
                <a:lnTo>
                  <a:pt x="2377440" y="690214"/>
                </a:lnTo>
                <a:lnTo>
                  <a:pt x="2788920" y="841443"/>
                </a:lnTo>
                <a:lnTo>
                  <a:pt x="3154680" y="781352"/>
                </a:lnTo>
                <a:lnTo>
                  <a:pt x="3611880" y="210878"/>
                </a:lnTo>
                <a:lnTo>
                  <a:pt x="4041648" y="121860"/>
                </a:lnTo>
                <a:lnTo>
                  <a:pt x="4443984" y="207229"/>
                </a:lnTo>
                <a:lnTo>
                  <a:pt x="4846320" y="285864"/>
                </a:lnTo>
                <a:lnTo>
                  <a:pt x="5303520" y="545930"/>
                </a:lnTo>
                <a:lnTo>
                  <a:pt x="5724144" y="414374"/>
                </a:lnTo>
                <a:lnTo>
                  <a:pt x="6144768" y="498172"/>
                </a:lnTo>
                <a:lnTo>
                  <a:pt x="6565392" y="890948"/>
                </a:lnTo>
                <a:lnTo>
                  <a:pt x="6967728" y="864269"/>
                </a:lnTo>
                <a:lnTo>
                  <a:pt x="7388352" y="739645"/>
                </a:lnTo>
                <a:lnTo>
                  <a:pt x="7790688" y="472346"/>
                </a:lnTo>
                <a:lnTo>
                  <a:pt x="8211312" y="97453"/>
                </a:lnTo>
                <a:lnTo>
                  <a:pt x="8641080" y="290337"/>
                </a:lnTo>
                <a:lnTo>
                  <a:pt x="9070848" y="377208"/>
                </a:lnTo>
                <a:lnTo>
                  <a:pt x="9491472" y="240901"/>
                </a:lnTo>
                <a:lnTo>
                  <a:pt x="9930384" y="374971"/>
                </a:lnTo>
                <a:lnTo>
                  <a:pt x="10387584" y="445894"/>
                </a:lnTo>
                <a:lnTo>
                  <a:pt x="10808208" y="811393"/>
                </a:lnTo>
                <a:lnTo>
                  <a:pt x="11292840" y="898375"/>
                </a:lnTo>
                <a:lnTo>
                  <a:pt x="12188952" y="459186"/>
                </a:lnTo>
                <a:lnTo>
                  <a:pt x="12191695" y="3047215"/>
                </a:lnTo>
                <a:close/>
              </a:path>
            </a:pathLst>
          </a:custGeom>
          <a:solidFill>
            <a:srgbClr val="0A3456">
              <a:alpha val="9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背景_数据光柱_1"/>
          <p:cNvCxnSpPr/>
          <p:nvPr/>
        </p:nvCxnSpPr>
        <p:spPr>
          <a:xfrm>
            <a:off x="502920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背景_光柱节点_1"/>
          <p:cNvSpPr/>
          <p:nvPr/>
        </p:nvSpPr>
        <p:spPr>
          <a:xfrm>
            <a:off x="480060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背景_数据光柱_2"/>
          <p:cNvCxnSpPr/>
          <p:nvPr/>
        </p:nvCxnSpPr>
        <p:spPr>
          <a:xfrm>
            <a:off x="749808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背景_光柱节点_2"/>
          <p:cNvSpPr/>
          <p:nvPr/>
        </p:nvSpPr>
        <p:spPr>
          <a:xfrm>
            <a:off x="726947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背景_数据光柱_3"/>
          <p:cNvCxnSpPr/>
          <p:nvPr/>
        </p:nvCxnSpPr>
        <p:spPr>
          <a:xfrm>
            <a:off x="969264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背景_光柱节点_3"/>
          <p:cNvSpPr/>
          <p:nvPr/>
        </p:nvSpPr>
        <p:spPr>
          <a:xfrm>
            <a:off x="946404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背景_数据光柱_4"/>
          <p:cNvCxnSpPr/>
          <p:nvPr/>
        </p:nvCxnSpPr>
        <p:spPr>
          <a:xfrm>
            <a:off x="10954512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背景_光柱节点_4"/>
          <p:cNvSpPr/>
          <p:nvPr/>
        </p:nvSpPr>
        <p:spPr>
          <a:xfrm>
            <a:off x="10931652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背景_数据光柱_5"/>
          <p:cNvCxnSpPr/>
          <p:nvPr/>
        </p:nvCxnSpPr>
        <p:spPr>
          <a:xfrm>
            <a:off x="11201400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背景_光柱节点_5"/>
          <p:cNvSpPr/>
          <p:nvPr/>
        </p:nvSpPr>
        <p:spPr>
          <a:xfrm>
            <a:off x="11178540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背景_数据光柱_6"/>
          <p:cNvCxnSpPr/>
          <p:nvPr/>
        </p:nvCxnSpPr>
        <p:spPr>
          <a:xfrm>
            <a:off x="11475720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背景_光柱节点_6"/>
          <p:cNvSpPr/>
          <p:nvPr/>
        </p:nvSpPr>
        <p:spPr>
          <a:xfrm>
            <a:off x="11452860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背景_地面暗层"/>
          <p:cNvSpPr/>
          <p:nvPr/>
        </p:nvSpPr>
        <p:spPr>
          <a:xfrm>
            <a:off x="0" y="4617720"/>
            <a:ext cx="12191695" cy="2240280"/>
          </a:xfrm>
          <a:prstGeom prst="rect">
            <a:avLst/>
          </a:prstGeom>
          <a:solidFill>
            <a:srgbClr val="062742">
              <a:alpha val="9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背景_光路底_0"/>
          <p:cNvCxnSpPr/>
          <p:nvPr/>
        </p:nvCxnSpPr>
        <p:spPr>
          <a:xfrm>
            <a:off x="155447" y="5500116"/>
            <a:ext cx="495301" cy="2269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背景_光路亮线_0"/>
          <p:cNvCxnSpPr/>
          <p:nvPr/>
        </p:nvCxnSpPr>
        <p:spPr>
          <a:xfrm>
            <a:off x="155447" y="5500116"/>
            <a:ext cx="495301" cy="2269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背景_光路底_0"/>
          <p:cNvCxnSpPr/>
          <p:nvPr/>
        </p:nvCxnSpPr>
        <p:spPr>
          <a:xfrm>
            <a:off x="650748" y="5522814"/>
            <a:ext cx="495299" cy="15742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背景_光路亮线_0"/>
          <p:cNvCxnSpPr/>
          <p:nvPr/>
        </p:nvCxnSpPr>
        <p:spPr>
          <a:xfrm>
            <a:off x="650748" y="5522814"/>
            <a:ext cx="495299" cy="15742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背景_光路底_0"/>
          <p:cNvCxnSpPr/>
          <p:nvPr/>
        </p:nvCxnSpPr>
        <p:spPr>
          <a:xfrm>
            <a:off x="1146047" y="5538556"/>
            <a:ext cx="495301" cy="38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背景_光路亮线_0"/>
          <p:cNvCxnSpPr/>
          <p:nvPr/>
        </p:nvCxnSpPr>
        <p:spPr>
          <a:xfrm>
            <a:off x="1146047" y="5538556"/>
            <a:ext cx="495301" cy="38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背景_光路底_0"/>
          <p:cNvCxnSpPr/>
          <p:nvPr/>
        </p:nvCxnSpPr>
        <p:spPr>
          <a:xfrm flipV="1">
            <a:off x="1641348" y="5518748"/>
            <a:ext cx="495299" cy="2019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背景_光路亮线_0"/>
          <p:cNvCxnSpPr/>
          <p:nvPr/>
        </p:nvCxnSpPr>
        <p:spPr>
          <a:xfrm flipV="1">
            <a:off x="1641348" y="5518748"/>
            <a:ext cx="495299" cy="2019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背景_光路底_0"/>
          <p:cNvCxnSpPr/>
          <p:nvPr/>
        </p:nvCxnSpPr>
        <p:spPr>
          <a:xfrm flipV="1">
            <a:off x="2136647" y="5476807"/>
            <a:ext cx="495301" cy="4194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背景_光路亮线_0"/>
          <p:cNvCxnSpPr/>
          <p:nvPr/>
        </p:nvCxnSpPr>
        <p:spPr>
          <a:xfrm flipV="1">
            <a:off x="2136647" y="5476807"/>
            <a:ext cx="495301" cy="4194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背景_光路底_0"/>
          <p:cNvCxnSpPr/>
          <p:nvPr/>
        </p:nvCxnSpPr>
        <p:spPr>
          <a:xfrm flipV="1">
            <a:off x="2631948" y="5416224"/>
            <a:ext cx="495300" cy="6058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背景_光路亮线_0"/>
          <p:cNvCxnSpPr/>
          <p:nvPr/>
        </p:nvCxnSpPr>
        <p:spPr>
          <a:xfrm flipV="1">
            <a:off x="2631948" y="5416224"/>
            <a:ext cx="495300" cy="6058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背景_光路底_0"/>
          <p:cNvCxnSpPr/>
          <p:nvPr/>
        </p:nvCxnSpPr>
        <p:spPr>
          <a:xfrm flipV="1">
            <a:off x="3127248" y="5343834"/>
            <a:ext cx="495300" cy="7239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背景_光路亮线_0"/>
          <p:cNvCxnSpPr/>
          <p:nvPr/>
        </p:nvCxnSpPr>
        <p:spPr>
          <a:xfrm flipV="1">
            <a:off x="3127248" y="5343834"/>
            <a:ext cx="495300" cy="7239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背景_光路底_0"/>
          <p:cNvCxnSpPr/>
          <p:nvPr/>
        </p:nvCxnSpPr>
        <p:spPr>
          <a:xfrm flipV="1">
            <a:off x="3622548" y="5269035"/>
            <a:ext cx="495299" cy="74799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背景_光路亮线_0"/>
          <p:cNvCxnSpPr/>
          <p:nvPr/>
        </p:nvCxnSpPr>
        <p:spPr>
          <a:xfrm flipV="1">
            <a:off x="3622548" y="5269035"/>
            <a:ext cx="495299" cy="74799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背景_光路底_0"/>
          <p:cNvCxnSpPr/>
          <p:nvPr/>
        </p:nvCxnSpPr>
        <p:spPr>
          <a:xfrm flipV="1">
            <a:off x="4117847" y="5202181"/>
            <a:ext cx="495301" cy="66854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背景_光路亮线_0"/>
          <p:cNvCxnSpPr/>
          <p:nvPr/>
        </p:nvCxnSpPr>
        <p:spPr>
          <a:xfrm flipV="1">
            <a:off x="4117847" y="5202181"/>
            <a:ext cx="495301" cy="66854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背景_光路底_0"/>
          <p:cNvCxnSpPr/>
          <p:nvPr/>
        </p:nvCxnSpPr>
        <p:spPr>
          <a:xfrm flipV="1">
            <a:off x="4613148" y="5152812"/>
            <a:ext cx="495300" cy="49369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背景_光路亮线_0"/>
          <p:cNvCxnSpPr/>
          <p:nvPr/>
        </p:nvCxnSpPr>
        <p:spPr>
          <a:xfrm flipV="1">
            <a:off x="4613148" y="5152812"/>
            <a:ext cx="495300" cy="49369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背景_光路底_0"/>
          <p:cNvCxnSpPr/>
          <p:nvPr/>
        </p:nvCxnSpPr>
        <p:spPr>
          <a:xfrm flipV="1">
            <a:off x="5108448" y="5128016"/>
            <a:ext cx="495300" cy="24796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背景_光路亮线_0"/>
          <p:cNvCxnSpPr/>
          <p:nvPr/>
        </p:nvCxnSpPr>
        <p:spPr>
          <a:xfrm flipV="1">
            <a:off x="5108448" y="5128016"/>
            <a:ext cx="495300" cy="24796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背景_光路底_0"/>
          <p:cNvCxnSpPr/>
          <p:nvPr/>
        </p:nvCxnSpPr>
        <p:spPr>
          <a:xfrm>
            <a:off x="5603748" y="5128016"/>
            <a:ext cx="495300" cy="320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背景_光路亮线_0"/>
          <p:cNvCxnSpPr/>
          <p:nvPr/>
        </p:nvCxnSpPr>
        <p:spPr>
          <a:xfrm>
            <a:off x="5603748" y="5128016"/>
            <a:ext cx="495300" cy="320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背景_光路底_0"/>
          <p:cNvCxnSpPr/>
          <p:nvPr/>
        </p:nvCxnSpPr>
        <p:spPr>
          <a:xfrm>
            <a:off x="6099048" y="5131221"/>
            <a:ext cx="495299" cy="3038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背景_光路亮线_0"/>
          <p:cNvCxnSpPr/>
          <p:nvPr/>
        </p:nvCxnSpPr>
        <p:spPr>
          <a:xfrm>
            <a:off x="6099048" y="5131221"/>
            <a:ext cx="495299" cy="3038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背景_光路底_0"/>
          <p:cNvCxnSpPr/>
          <p:nvPr/>
        </p:nvCxnSpPr>
        <p:spPr>
          <a:xfrm>
            <a:off x="6594347" y="5161608"/>
            <a:ext cx="495301" cy="5264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背景_光路亮线_0"/>
          <p:cNvCxnSpPr/>
          <p:nvPr/>
        </p:nvCxnSpPr>
        <p:spPr>
          <a:xfrm>
            <a:off x="6594347" y="5161608"/>
            <a:ext cx="495301" cy="5264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背景_光路底_0"/>
          <p:cNvCxnSpPr/>
          <p:nvPr/>
        </p:nvCxnSpPr>
        <p:spPr>
          <a:xfrm>
            <a:off x="7089648" y="5214248"/>
            <a:ext cx="495300" cy="6670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背景_光路亮线_0"/>
          <p:cNvCxnSpPr/>
          <p:nvPr/>
        </p:nvCxnSpPr>
        <p:spPr>
          <a:xfrm>
            <a:off x="7089648" y="5214248"/>
            <a:ext cx="495300" cy="6670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背景_光路底_0"/>
          <p:cNvCxnSpPr/>
          <p:nvPr/>
        </p:nvCxnSpPr>
        <p:spPr>
          <a:xfrm>
            <a:off x="7584948" y="5280949"/>
            <a:ext cx="495299" cy="70706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背景_光路亮线_0"/>
          <p:cNvCxnSpPr/>
          <p:nvPr/>
        </p:nvCxnSpPr>
        <p:spPr>
          <a:xfrm>
            <a:off x="7584948" y="5280949"/>
            <a:ext cx="495299" cy="70706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背景_光路底_0"/>
          <p:cNvCxnSpPr/>
          <p:nvPr/>
        </p:nvCxnSpPr>
        <p:spPr>
          <a:xfrm>
            <a:off x="8080247" y="5351655"/>
            <a:ext cx="495301" cy="6451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背景_光路亮线_0"/>
          <p:cNvCxnSpPr/>
          <p:nvPr/>
        </p:nvCxnSpPr>
        <p:spPr>
          <a:xfrm>
            <a:off x="8080247" y="5351655"/>
            <a:ext cx="495301" cy="6451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背景_光路底_0"/>
          <p:cNvCxnSpPr/>
          <p:nvPr/>
        </p:nvCxnSpPr>
        <p:spPr>
          <a:xfrm>
            <a:off x="8575548" y="5416170"/>
            <a:ext cx="495300" cy="49729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背景_光路亮线_0"/>
          <p:cNvCxnSpPr/>
          <p:nvPr/>
        </p:nvCxnSpPr>
        <p:spPr>
          <a:xfrm>
            <a:off x="8575548" y="5416170"/>
            <a:ext cx="495300" cy="49729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背景_光路底_0"/>
          <p:cNvCxnSpPr/>
          <p:nvPr/>
        </p:nvCxnSpPr>
        <p:spPr>
          <a:xfrm>
            <a:off x="9070848" y="5465899"/>
            <a:ext cx="495300" cy="2942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背景_光路亮线_0"/>
          <p:cNvCxnSpPr/>
          <p:nvPr/>
        </p:nvCxnSpPr>
        <p:spPr>
          <a:xfrm>
            <a:off x="9070848" y="5465899"/>
            <a:ext cx="495300" cy="2942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背景_光路底_0"/>
          <p:cNvCxnSpPr/>
          <p:nvPr/>
        </p:nvCxnSpPr>
        <p:spPr>
          <a:xfrm>
            <a:off x="9566148" y="5495320"/>
            <a:ext cx="495300" cy="761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背景_光路亮线_0"/>
          <p:cNvCxnSpPr/>
          <p:nvPr/>
        </p:nvCxnSpPr>
        <p:spPr>
          <a:xfrm>
            <a:off x="9566148" y="5495320"/>
            <a:ext cx="495300" cy="761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背景_光路底_0"/>
          <p:cNvCxnSpPr/>
          <p:nvPr/>
        </p:nvCxnSpPr>
        <p:spPr>
          <a:xfrm flipV="1">
            <a:off x="10061448" y="5491503"/>
            <a:ext cx="495300" cy="1142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背景_光路亮线_0"/>
          <p:cNvCxnSpPr/>
          <p:nvPr/>
        </p:nvCxnSpPr>
        <p:spPr>
          <a:xfrm flipV="1">
            <a:off x="10061448" y="5491503"/>
            <a:ext cx="495300" cy="1142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背景_光路底_0"/>
          <p:cNvCxnSpPr/>
          <p:nvPr/>
        </p:nvCxnSpPr>
        <p:spPr>
          <a:xfrm flipV="1">
            <a:off x="10556748" y="5467610"/>
            <a:ext cx="495300" cy="2389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背景_光路亮线_0"/>
          <p:cNvCxnSpPr/>
          <p:nvPr/>
        </p:nvCxnSpPr>
        <p:spPr>
          <a:xfrm flipV="1">
            <a:off x="10556748" y="5467610"/>
            <a:ext cx="495300" cy="2389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背景_光路底_0"/>
          <p:cNvCxnSpPr/>
          <p:nvPr/>
        </p:nvCxnSpPr>
        <p:spPr>
          <a:xfrm flipV="1">
            <a:off x="11052048" y="5440503"/>
            <a:ext cx="495300" cy="2710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背景_光路亮线_0"/>
          <p:cNvCxnSpPr/>
          <p:nvPr/>
        </p:nvCxnSpPr>
        <p:spPr>
          <a:xfrm flipV="1">
            <a:off x="11052048" y="5440503"/>
            <a:ext cx="495300" cy="2710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背景_光路底_0"/>
          <p:cNvCxnSpPr/>
          <p:nvPr/>
        </p:nvCxnSpPr>
        <p:spPr>
          <a:xfrm flipV="1">
            <a:off x="11547348" y="5420523"/>
            <a:ext cx="495300" cy="1998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背景_光路亮线_0"/>
          <p:cNvCxnSpPr/>
          <p:nvPr/>
        </p:nvCxnSpPr>
        <p:spPr>
          <a:xfrm flipV="1">
            <a:off x="11547348" y="5420523"/>
            <a:ext cx="495300" cy="1998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背景_光路底_1"/>
          <p:cNvCxnSpPr/>
          <p:nvPr/>
        </p:nvCxnSpPr>
        <p:spPr>
          <a:xfrm flipV="1">
            <a:off x="155447" y="5658465"/>
            <a:ext cx="495301" cy="1505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背景_光路亮线_1"/>
          <p:cNvCxnSpPr/>
          <p:nvPr/>
        </p:nvCxnSpPr>
        <p:spPr>
          <a:xfrm flipV="1">
            <a:off x="155447" y="5658465"/>
            <a:ext cx="495301" cy="1505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背景_光路底_1"/>
          <p:cNvCxnSpPr/>
          <p:nvPr/>
        </p:nvCxnSpPr>
        <p:spPr>
          <a:xfrm flipV="1">
            <a:off x="650748" y="5621848"/>
            <a:ext cx="495299" cy="3661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背景_光路亮线_1"/>
          <p:cNvCxnSpPr/>
          <p:nvPr/>
        </p:nvCxnSpPr>
        <p:spPr>
          <a:xfrm flipV="1">
            <a:off x="650748" y="5621848"/>
            <a:ext cx="495299" cy="3661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背景_光路底_1"/>
          <p:cNvCxnSpPr/>
          <p:nvPr/>
        </p:nvCxnSpPr>
        <p:spPr>
          <a:xfrm flipV="1">
            <a:off x="1146047" y="5564230"/>
            <a:ext cx="495301" cy="5761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背景_光路亮线_1"/>
          <p:cNvCxnSpPr/>
          <p:nvPr/>
        </p:nvCxnSpPr>
        <p:spPr>
          <a:xfrm flipV="1">
            <a:off x="1146047" y="5564230"/>
            <a:ext cx="495301" cy="5761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背景_光路底_1"/>
          <p:cNvCxnSpPr/>
          <p:nvPr/>
        </p:nvCxnSpPr>
        <p:spPr>
          <a:xfrm flipV="1">
            <a:off x="1641348" y="5490308"/>
            <a:ext cx="495299" cy="73922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背景_光路亮线_1"/>
          <p:cNvCxnSpPr/>
          <p:nvPr/>
        </p:nvCxnSpPr>
        <p:spPr>
          <a:xfrm flipV="1">
            <a:off x="1641348" y="5490308"/>
            <a:ext cx="495299" cy="73922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背景_光路底_1"/>
          <p:cNvCxnSpPr/>
          <p:nvPr/>
        </p:nvCxnSpPr>
        <p:spPr>
          <a:xfrm flipV="1">
            <a:off x="2136647" y="5408114"/>
            <a:ext cx="495301" cy="82194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背景_光路亮线_1"/>
          <p:cNvCxnSpPr/>
          <p:nvPr/>
        </p:nvCxnSpPr>
        <p:spPr>
          <a:xfrm flipV="1">
            <a:off x="2136647" y="5408114"/>
            <a:ext cx="495301" cy="82194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背景_光路底_1"/>
          <p:cNvCxnSpPr/>
          <p:nvPr/>
        </p:nvCxnSpPr>
        <p:spPr>
          <a:xfrm flipV="1">
            <a:off x="2631948" y="5327637"/>
            <a:ext cx="495300" cy="8047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背景_光路亮线_1"/>
          <p:cNvCxnSpPr/>
          <p:nvPr/>
        </p:nvCxnSpPr>
        <p:spPr>
          <a:xfrm flipV="1">
            <a:off x="2631948" y="5327637"/>
            <a:ext cx="495300" cy="8047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背景_光路底_1"/>
          <p:cNvCxnSpPr/>
          <p:nvPr/>
        </p:nvCxnSpPr>
        <p:spPr>
          <a:xfrm flipV="1">
            <a:off x="3127248" y="5259116"/>
            <a:ext cx="495300" cy="6852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背景_光路亮线_1"/>
          <p:cNvCxnSpPr/>
          <p:nvPr/>
        </p:nvCxnSpPr>
        <p:spPr>
          <a:xfrm flipV="1">
            <a:off x="3127248" y="5259116"/>
            <a:ext cx="495300" cy="6852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背景_光路底_1"/>
          <p:cNvCxnSpPr/>
          <p:nvPr/>
        </p:nvCxnSpPr>
        <p:spPr>
          <a:xfrm flipV="1">
            <a:off x="3622548" y="5211289"/>
            <a:ext cx="495299" cy="4782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背景_光路亮线_1"/>
          <p:cNvCxnSpPr/>
          <p:nvPr/>
        </p:nvCxnSpPr>
        <p:spPr>
          <a:xfrm flipV="1">
            <a:off x="3622548" y="5211289"/>
            <a:ext cx="495299" cy="4782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背景_光路底_1"/>
          <p:cNvCxnSpPr/>
          <p:nvPr/>
        </p:nvCxnSpPr>
        <p:spPr>
          <a:xfrm flipV="1">
            <a:off x="4117847" y="5189894"/>
            <a:ext cx="495301" cy="2139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背景_光路亮线_1"/>
          <p:cNvCxnSpPr/>
          <p:nvPr/>
        </p:nvCxnSpPr>
        <p:spPr>
          <a:xfrm flipV="1">
            <a:off x="4117847" y="5189894"/>
            <a:ext cx="495301" cy="2139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背景_光路底_1"/>
          <p:cNvCxnSpPr/>
          <p:nvPr/>
        </p:nvCxnSpPr>
        <p:spPr>
          <a:xfrm>
            <a:off x="4613148" y="5189894"/>
            <a:ext cx="495300" cy="679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背景_光路亮线_1"/>
          <p:cNvCxnSpPr/>
          <p:nvPr/>
        </p:nvCxnSpPr>
        <p:spPr>
          <a:xfrm>
            <a:off x="4613148" y="5189894"/>
            <a:ext cx="495300" cy="679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背景_光路底_1"/>
          <p:cNvCxnSpPr/>
          <p:nvPr/>
        </p:nvCxnSpPr>
        <p:spPr>
          <a:xfrm>
            <a:off x="5108448" y="5196692"/>
            <a:ext cx="495300" cy="3246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背景_光路亮线_1"/>
          <p:cNvCxnSpPr/>
          <p:nvPr/>
        </p:nvCxnSpPr>
        <p:spPr>
          <a:xfrm>
            <a:off x="5108448" y="5196692"/>
            <a:ext cx="495300" cy="3246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背景_光路底_1"/>
          <p:cNvCxnSpPr/>
          <p:nvPr/>
        </p:nvCxnSpPr>
        <p:spPr>
          <a:xfrm>
            <a:off x="5603748" y="5229160"/>
            <a:ext cx="495300" cy="5176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背景_光路亮线_1"/>
          <p:cNvCxnSpPr/>
          <p:nvPr/>
        </p:nvCxnSpPr>
        <p:spPr>
          <a:xfrm>
            <a:off x="5603748" y="5229160"/>
            <a:ext cx="495300" cy="5176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背景_光路底_1"/>
          <p:cNvCxnSpPr/>
          <p:nvPr/>
        </p:nvCxnSpPr>
        <p:spPr>
          <a:xfrm>
            <a:off x="6099048" y="5280928"/>
            <a:ext cx="495299" cy="6193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背景_光路亮线_1"/>
          <p:cNvCxnSpPr/>
          <p:nvPr/>
        </p:nvCxnSpPr>
        <p:spPr>
          <a:xfrm>
            <a:off x="6099048" y="5280928"/>
            <a:ext cx="495299" cy="6193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背景_光路底_1"/>
          <p:cNvCxnSpPr/>
          <p:nvPr/>
        </p:nvCxnSpPr>
        <p:spPr>
          <a:xfrm>
            <a:off x="6594347" y="5342866"/>
            <a:ext cx="495301" cy="6178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背景_光路亮线_1"/>
          <p:cNvCxnSpPr/>
          <p:nvPr/>
        </p:nvCxnSpPr>
        <p:spPr>
          <a:xfrm>
            <a:off x="6594347" y="5342866"/>
            <a:ext cx="495301" cy="6178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背景_光路底_1"/>
          <p:cNvCxnSpPr/>
          <p:nvPr/>
        </p:nvCxnSpPr>
        <p:spPr>
          <a:xfrm>
            <a:off x="7089648" y="5404647"/>
            <a:ext cx="495300" cy="5186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背景_光路亮线_1"/>
          <p:cNvCxnSpPr/>
          <p:nvPr/>
        </p:nvCxnSpPr>
        <p:spPr>
          <a:xfrm>
            <a:off x="7089648" y="5404647"/>
            <a:ext cx="495300" cy="5186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背景_光路底_1"/>
          <p:cNvCxnSpPr/>
          <p:nvPr/>
        </p:nvCxnSpPr>
        <p:spPr>
          <a:xfrm>
            <a:off x="7584948" y="5456515"/>
            <a:ext cx="495299" cy="3443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背景_光路亮线_1"/>
          <p:cNvCxnSpPr/>
          <p:nvPr/>
        </p:nvCxnSpPr>
        <p:spPr>
          <a:xfrm>
            <a:off x="7584948" y="5456515"/>
            <a:ext cx="495299" cy="3443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背景_光路底_1"/>
          <p:cNvCxnSpPr/>
          <p:nvPr/>
        </p:nvCxnSpPr>
        <p:spPr>
          <a:xfrm>
            <a:off x="8080247" y="5490952"/>
            <a:ext cx="495301" cy="13016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背景_光路亮线_1"/>
          <p:cNvCxnSpPr/>
          <p:nvPr/>
        </p:nvCxnSpPr>
        <p:spPr>
          <a:xfrm>
            <a:off x="8080247" y="5490952"/>
            <a:ext cx="495301" cy="13016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背景_光路底_1"/>
          <p:cNvCxnSpPr/>
          <p:nvPr/>
        </p:nvCxnSpPr>
        <p:spPr>
          <a:xfrm flipV="1">
            <a:off x="8575548" y="5495779"/>
            <a:ext cx="495300" cy="8189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背景_光路亮线_1"/>
          <p:cNvCxnSpPr/>
          <p:nvPr/>
        </p:nvCxnSpPr>
        <p:spPr>
          <a:xfrm flipV="1">
            <a:off x="8575548" y="5495779"/>
            <a:ext cx="495300" cy="8189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背景_光路底_1"/>
          <p:cNvCxnSpPr/>
          <p:nvPr/>
        </p:nvCxnSpPr>
        <p:spPr>
          <a:xfrm flipV="1">
            <a:off x="9070848" y="5470776"/>
            <a:ext cx="495300" cy="2500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背景_光路亮线_1"/>
          <p:cNvCxnSpPr/>
          <p:nvPr/>
        </p:nvCxnSpPr>
        <p:spPr>
          <a:xfrm flipV="1">
            <a:off x="9070848" y="5470776"/>
            <a:ext cx="495300" cy="2500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背景_光路底_1"/>
          <p:cNvCxnSpPr/>
          <p:nvPr/>
        </p:nvCxnSpPr>
        <p:spPr>
          <a:xfrm flipV="1">
            <a:off x="9566148" y="5436768"/>
            <a:ext cx="495300" cy="3400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背景_光路亮线_1"/>
          <p:cNvCxnSpPr/>
          <p:nvPr/>
        </p:nvCxnSpPr>
        <p:spPr>
          <a:xfrm flipV="1">
            <a:off x="9566148" y="5436768"/>
            <a:ext cx="495300" cy="3400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背景_光路底_1"/>
          <p:cNvCxnSpPr/>
          <p:nvPr/>
        </p:nvCxnSpPr>
        <p:spPr>
          <a:xfrm flipV="1">
            <a:off x="10061448" y="5403648"/>
            <a:ext cx="495300" cy="3312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背景_光路亮线_1"/>
          <p:cNvCxnSpPr/>
          <p:nvPr/>
        </p:nvCxnSpPr>
        <p:spPr>
          <a:xfrm flipV="1">
            <a:off x="10061448" y="5403648"/>
            <a:ext cx="495300" cy="3312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背景_光路底_1"/>
          <p:cNvCxnSpPr/>
          <p:nvPr/>
        </p:nvCxnSpPr>
        <p:spPr>
          <a:xfrm flipV="1">
            <a:off x="10556748" y="5381703"/>
            <a:ext cx="495300" cy="2194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背景_光路亮线_1"/>
          <p:cNvCxnSpPr/>
          <p:nvPr/>
        </p:nvCxnSpPr>
        <p:spPr>
          <a:xfrm flipV="1">
            <a:off x="10556748" y="5381703"/>
            <a:ext cx="495300" cy="2194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背景_光路底_1"/>
          <p:cNvCxnSpPr/>
          <p:nvPr/>
        </p:nvCxnSpPr>
        <p:spPr>
          <a:xfrm flipV="1">
            <a:off x="11052048" y="5379848"/>
            <a:ext cx="495300" cy="185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背景_光路亮线_1"/>
          <p:cNvCxnSpPr/>
          <p:nvPr/>
        </p:nvCxnSpPr>
        <p:spPr>
          <a:xfrm flipV="1">
            <a:off x="11052048" y="5379848"/>
            <a:ext cx="495300" cy="185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背景_光路底_1"/>
          <p:cNvCxnSpPr/>
          <p:nvPr/>
        </p:nvCxnSpPr>
        <p:spPr>
          <a:xfrm>
            <a:off x="11547348" y="5379848"/>
            <a:ext cx="495300" cy="2425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背景_光路亮线_1"/>
          <p:cNvCxnSpPr/>
          <p:nvPr/>
        </p:nvCxnSpPr>
        <p:spPr>
          <a:xfrm>
            <a:off x="11547348" y="5379848"/>
            <a:ext cx="495300" cy="2425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背景_光路底_2"/>
          <p:cNvCxnSpPr/>
          <p:nvPr/>
        </p:nvCxnSpPr>
        <p:spPr>
          <a:xfrm flipV="1">
            <a:off x="155447" y="5661198"/>
            <a:ext cx="495301" cy="7253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背景_光路亮线_2"/>
          <p:cNvCxnSpPr/>
          <p:nvPr/>
        </p:nvCxnSpPr>
        <p:spPr>
          <a:xfrm flipV="1">
            <a:off x="155447" y="5661198"/>
            <a:ext cx="495301" cy="7253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背景_光路底_2"/>
          <p:cNvCxnSpPr/>
          <p:nvPr/>
        </p:nvCxnSpPr>
        <p:spPr>
          <a:xfrm flipV="1">
            <a:off x="650748" y="5575238"/>
            <a:ext cx="495299" cy="8596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背景_光路亮线_2"/>
          <p:cNvCxnSpPr/>
          <p:nvPr/>
        </p:nvCxnSpPr>
        <p:spPr>
          <a:xfrm flipV="1">
            <a:off x="650748" y="5575238"/>
            <a:ext cx="495299" cy="8596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背景_光路底_2"/>
          <p:cNvCxnSpPr/>
          <p:nvPr/>
        </p:nvCxnSpPr>
        <p:spPr>
          <a:xfrm flipV="1">
            <a:off x="1146047" y="5484858"/>
            <a:ext cx="495301" cy="9038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背景_光路亮线_2"/>
          <p:cNvCxnSpPr/>
          <p:nvPr/>
        </p:nvCxnSpPr>
        <p:spPr>
          <a:xfrm flipV="1">
            <a:off x="1146047" y="5484858"/>
            <a:ext cx="495301" cy="9038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背景_光路底_2"/>
          <p:cNvCxnSpPr/>
          <p:nvPr/>
        </p:nvCxnSpPr>
        <p:spPr>
          <a:xfrm flipV="1">
            <a:off x="1641348" y="5400361"/>
            <a:ext cx="495299" cy="8449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背景_光路亮线_2"/>
          <p:cNvCxnSpPr/>
          <p:nvPr/>
        </p:nvCxnSpPr>
        <p:spPr>
          <a:xfrm flipV="1">
            <a:off x="1641348" y="5400361"/>
            <a:ext cx="495299" cy="8449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背景_光路底_2"/>
          <p:cNvCxnSpPr/>
          <p:nvPr/>
        </p:nvCxnSpPr>
        <p:spPr>
          <a:xfrm flipV="1">
            <a:off x="2136647" y="5331588"/>
            <a:ext cx="495301" cy="6877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背景_光路亮线_2"/>
          <p:cNvCxnSpPr/>
          <p:nvPr/>
        </p:nvCxnSpPr>
        <p:spPr>
          <a:xfrm flipV="1">
            <a:off x="2136647" y="5331588"/>
            <a:ext cx="495301" cy="6877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背景_光路底_2"/>
          <p:cNvCxnSpPr/>
          <p:nvPr/>
        </p:nvCxnSpPr>
        <p:spPr>
          <a:xfrm flipV="1">
            <a:off x="2631948" y="5286233"/>
            <a:ext cx="495300" cy="4535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背景_光路亮线_2"/>
          <p:cNvCxnSpPr/>
          <p:nvPr/>
        </p:nvCxnSpPr>
        <p:spPr>
          <a:xfrm flipV="1">
            <a:off x="2631948" y="5286233"/>
            <a:ext cx="495300" cy="4535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背景_光路底_2"/>
          <p:cNvCxnSpPr/>
          <p:nvPr/>
        </p:nvCxnSpPr>
        <p:spPr>
          <a:xfrm flipV="1">
            <a:off x="3127248" y="5268525"/>
            <a:ext cx="495300" cy="1770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背景_光路亮线_2"/>
          <p:cNvCxnSpPr/>
          <p:nvPr/>
        </p:nvCxnSpPr>
        <p:spPr>
          <a:xfrm flipV="1">
            <a:off x="3127248" y="5268525"/>
            <a:ext cx="495300" cy="1770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背景_光路底_2"/>
          <p:cNvCxnSpPr/>
          <p:nvPr/>
        </p:nvCxnSpPr>
        <p:spPr>
          <a:xfrm>
            <a:off x="3622548" y="5268525"/>
            <a:ext cx="495299" cy="998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背景_光路亮线_2"/>
          <p:cNvCxnSpPr/>
          <p:nvPr/>
        </p:nvCxnSpPr>
        <p:spPr>
          <a:xfrm>
            <a:off x="3622548" y="5268525"/>
            <a:ext cx="495299" cy="998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背景_光路底_2"/>
          <p:cNvCxnSpPr/>
          <p:nvPr/>
        </p:nvCxnSpPr>
        <p:spPr>
          <a:xfrm>
            <a:off x="4117847" y="5278506"/>
            <a:ext cx="495301" cy="3351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背景_光路亮线_2"/>
          <p:cNvCxnSpPr/>
          <p:nvPr/>
        </p:nvCxnSpPr>
        <p:spPr>
          <a:xfrm>
            <a:off x="4117847" y="5278506"/>
            <a:ext cx="495301" cy="3351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背景_光路底_2"/>
          <p:cNvCxnSpPr/>
          <p:nvPr/>
        </p:nvCxnSpPr>
        <p:spPr>
          <a:xfrm>
            <a:off x="4613148" y="5312024"/>
            <a:ext cx="495300" cy="4941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背景_光路亮线_2"/>
          <p:cNvCxnSpPr/>
          <p:nvPr/>
        </p:nvCxnSpPr>
        <p:spPr>
          <a:xfrm>
            <a:off x="4613148" y="5312024"/>
            <a:ext cx="495300" cy="4941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背景_光路底_2"/>
          <p:cNvCxnSpPr/>
          <p:nvPr/>
        </p:nvCxnSpPr>
        <p:spPr>
          <a:xfrm>
            <a:off x="5108448" y="5361441"/>
            <a:ext cx="495300" cy="55502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背景_光路亮线_2"/>
          <p:cNvCxnSpPr/>
          <p:nvPr/>
        </p:nvCxnSpPr>
        <p:spPr>
          <a:xfrm>
            <a:off x="5108448" y="5361441"/>
            <a:ext cx="495300" cy="55502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背景_光路底_2"/>
          <p:cNvCxnSpPr/>
          <p:nvPr/>
        </p:nvCxnSpPr>
        <p:spPr>
          <a:xfrm>
            <a:off x="5603748" y="5416943"/>
            <a:ext cx="495300" cy="51276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背景_光路亮线_2"/>
          <p:cNvCxnSpPr/>
          <p:nvPr/>
        </p:nvCxnSpPr>
        <p:spPr>
          <a:xfrm>
            <a:off x="5603748" y="5416943"/>
            <a:ext cx="495300" cy="51276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背景_光路底_2"/>
          <p:cNvCxnSpPr/>
          <p:nvPr/>
        </p:nvCxnSpPr>
        <p:spPr>
          <a:xfrm>
            <a:off x="6099048" y="5468219"/>
            <a:ext cx="495299" cy="38004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背景_光路亮线_2"/>
          <p:cNvCxnSpPr/>
          <p:nvPr/>
        </p:nvCxnSpPr>
        <p:spPr>
          <a:xfrm>
            <a:off x="6099048" y="5468219"/>
            <a:ext cx="495299" cy="38004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背景_光路底_2"/>
          <p:cNvCxnSpPr/>
          <p:nvPr/>
        </p:nvCxnSpPr>
        <p:spPr>
          <a:xfrm>
            <a:off x="6594347" y="5506223"/>
            <a:ext cx="495301" cy="18499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背景_光路亮线_2"/>
          <p:cNvCxnSpPr/>
          <p:nvPr/>
        </p:nvCxnSpPr>
        <p:spPr>
          <a:xfrm>
            <a:off x="6594347" y="5506223"/>
            <a:ext cx="495301" cy="18499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背景_光路底_2"/>
          <p:cNvCxnSpPr/>
          <p:nvPr/>
        </p:nvCxnSpPr>
        <p:spPr>
          <a:xfrm flipV="1">
            <a:off x="7089648" y="5521368"/>
            <a:ext cx="495300" cy="3354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背景_光路亮线_2"/>
          <p:cNvCxnSpPr/>
          <p:nvPr/>
        </p:nvCxnSpPr>
        <p:spPr>
          <a:xfrm flipV="1">
            <a:off x="7089648" y="5521368"/>
            <a:ext cx="495300" cy="3354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背景_光路底_2"/>
          <p:cNvCxnSpPr/>
          <p:nvPr/>
        </p:nvCxnSpPr>
        <p:spPr>
          <a:xfrm flipV="1">
            <a:off x="7584948" y="5498091"/>
            <a:ext cx="495299" cy="2327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背景_光路亮线_2"/>
          <p:cNvCxnSpPr/>
          <p:nvPr/>
        </p:nvCxnSpPr>
        <p:spPr>
          <a:xfrm flipV="1">
            <a:off x="7584948" y="5498091"/>
            <a:ext cx="495299" cy="2327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背景_光路底_2"/>
          <p:cNvCxnSpPr/>
          <p:nvPr/>
        </p:nvCxnSpPr>
        <p:spPr>
          <a:xfrm flipV="1">
            <a:off x="8080247" y="5460777"/>
            <a:ext cx="495301" cy="37314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背景_光路亮线_2"/>
          <p:cNvCxnSpPr/>
          <p:nvPr/>
        </p:nvCxnSpPr>
        <p:spPr>
          <a:xfrm flipV="1">
            <a:off x="8080247" y="5460777"/>
            <a:ext cx="495301" cy="37314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背景_光路底_2"/>
          <p:cNvCxnSpPr/>
          <p:nvPr/>
        </p:nvCxnSpPr>
        <p:spPr>
          <a:xfrm flipV="1">
            <a:off x="8575548" y="5418255"/>
            <a:ext cx="495300" cy="42522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背景_光路亮线_2"/>
          <p:cNvCxnSpPr/>
          <p:nvPr/>
        </p:nvCxnSpPr>
        <p:spPr>
          <a:xfrm flipV="1">
            <a:off x="8575548" y="5418255"/>
            <a:ext cx="495300" cy="42522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背景_光路底_2"/>
          <p:cNvCxnSpPr/>
          <p:nvPr/>
        </p:nvCxnSpPr>
        <p:spPr>
          <a:xfrm flipV="1">
            <a:off x="9070848" y="5380789"/>
            <a:ext cx="495300" cy="37466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背景_光路亮线_2"/>
          <p:cNvCxnSpPr/>
          <p:nvPr/>
        </p:nvCxnSpPr>
        <p:spPr>
          <a:xfrm flipV="1">
            <a:off x="9070848" y="5380789"/>
            <a:ext cx="495300" cy="37466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背景_光路底_2"/>
          <p:cNvCxnSpPr/>
          <p:nvPr/>
        </p:nvCxnSpPr>
        <p:spPr>
          <a:xfrm flipV="1">
            <a:off x="9566148" y="5358322"/>
            <a:ext cx="495300" cy="2246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背景_光路亮线_2"/>
          <p:cNvCxnSpPr/>
          <p:nvPr/>
        </p:nvCxnSpPr>
        <p:spPr>
          <a:xfrm flipV="1">
            <a:off x="9566148" y="5358322"/>
            <a:ext cx="495300" cy="2246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背景_光路底_2"/>
          <p:cNvCxnSpPr/>
          <p:nvPr/>
        </p:nvCxnSpPr>
        <p:spPr>
          <a:xfrm>
            <a:off x="10061448" y="5358322"/>
            <a:ext cx="495300" cy="45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背景_光路亮线_2"/>
          <p:cNvCxnSpPr/>
          <p:nvPr/>
        </p:nvCxnSpPr>
        <p:spPr>
          <a:xfrm>
            <a:off x="10061448" y="5358322"/>
            <a:ext cx="495300" cy="45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背景_光路底_2"/>
          <p:cNvCxnSpPr/>
          <p:nvPr/>
        </p:nvCxnSpPr>
        <p:spPr>
          <a:xfrm>
            <a:off x="10556748" y="5358772"/>
            <a:ext cx="495300" cy="2791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背景_光路亮线_2"/>
          <p:cNvCxnSpPr/>
          <p:nvPr/>
        </p:nvCxnSpPr>
        <p:spPr>
          <a:xfrm>
            <a:off x="10556748" y="5358772"/>
            <a:ext cx="495300" cy="2791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背景_光路底_2"/>
          <p:cNvCxnSpPr/>
          <p:nvPr/>
        </p:nvCxnSpPr>
        <p:spPr>
          <a:xfrm>
            <a:off x="11052048" y="5386682"/>
            <a:ext cx="495300" cy="5575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背景_光路亮线_2"/>
          <p:cNvCxnSpPr/>
          <p:nvPr/>
        </p:nvCxnSpPr>
        <p:spPr>
          <a:xfrm>
            <a:off x="11052048" y="5386682"/>
            <a:ext cx="495300" cy="5575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背景_光路底_2"/>
          <p:cNvCxnSpPr/>
          <p:nvPr/>
        </p:nvCxnSpPr>
        <p:spPr>
          <a:xfrm>
            <a:off x="11547348" y="5442435"/>
            <a:ext cx="495300" cy="79762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背景_光路亮线_2"/>
          <p:cNvCxnSpPr/>
          <p:nvPr/>
        </p:nvCxnSpPr>
        <p:spPr>
          <a:xfrm>
            <a:off x="11547348" y="5442435"/>
            <a:ext cx="495300" cy="79762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4" name="背景_地平线光环"/>
          <p:cNvSpPr/>
          <p:nvPr/>
        </p:nvSpPr>
        <p:spPr>
          <a:xfrm>
            <a:off x="3721608" y="4140403"/>
            <a:ext cx="4754880" cy="1046073"/>
          </a:xfrm>
          <a:prstGeom prst="ellipse">
            <a:avLst/>
          </a:prstGeom>
          <a:noFill/>
          <a:ln w="11176">
            <a:solidFill>
              <a:srgbClr val="69E9FF">
                <a:alpha val="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背景_地平线光环"/>
          <p:cNvSpPr/>
          <p:nvPr/>
        </p:nvSpPr>
        <p:spPr>
          <a:xfrm>
            <a:off x="4315968" y="4271162"/>
            <a:ext cx="3566160" cy="784555"/>
          </a:xfrm>
          <a:prstGeom prst="ellipse">
            <a:avLst/>
          </a:prstGeom>
          <a:noFill/>
          <a:ln w="11176">
            <a:solidFill>
              <a:srgbClr val="69E9FF">
                <a:alpha val="1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背景_地平线光环"/>
          <p:cNvSpPr/>
          <p:nvPr/>
        </p:nvSpPr>
        <p:spPr>
          <a:xfrm>
            <a:off x="4910328" y="4401921"/>
            <a:ext cx="2377440" cy="523036"/>
          </a:xfrm>
          <a:prstGeom prst="ellipse">
            <a:avLst/>
          </a:prstGeom>
          <a:noFill/>
          <a:ln w="11176">
            <a:solidFill>
              <a:srgbClr val="69E9FF">
                <a:alpha val="14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母版黄标_S03_可编辑"/>
          <p:cNvSpPr/>
          <p:nvPr/>
        </p:nvSpPr>
        <p:spPr>
          <a:xfrm>
            <a:off x="438912" y="438912"/>
            <a:ext cx="932688" cy="292608"/>
          </a:xfrm>
          <a:prstGeom prst="roundRect">
            <a:avLst/>
          </a:prstGeom>
          <a:solidFill>
            <a:srgbClr val="FFC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19" b="1">
                <a:solidFill>
                  <a:srgbClr val="082944"/>
                </a:solidFill>
                <a:latin typeface="Arial"/>
              </a:rPr>
              <a:t>02 诊断</a:t>
            </a:r>
          </a:p>
        </p:txBody>
      </p:sp>
      <p:cxnSp>
        <p:nvCxnSpPr>
          <p:cNvPr id="217" name="S03_三角连线底光"/>
          <p:cNvCxnSpPr/>
          <p:nvPr/>
        </p:nvCxnSpPr>
        <p:spPr>
          <a:xfrm flipH="1">
            <a:off x="4480560" y="2468880"/>
            <a:ext cx="1188720" cy="1828800"/>
          </a:xfrm>
          <a:prstGeom prst="line">
            <a:avLst/>
          </a:prstGeom>
          <a:ln w="63500">
            <a:solidFill>
              <a:srgbClr val="137AA9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S03_三角连线"/>
          <p:cNvCxnSpPr/>
          <p:nvPr/>
        </p:nvCxnSpPr>
        <p:spPr>
          <a:xfrm flipH="1">
            <a:off x="4480560" y="2468880"/>
            <a:ext cx="1188720" cy="1828800"/>
          </a:xfrm>
          <a:prstGeom prst="line">
            <a:avLst/>
          </a:prstGeom>
          <a:ln w="16764">
            <a:solidFill>
              <a:srgbClr val="63EC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S03_三角连线底光"/>
          <p:cNvCxnSpPr/>
          <p:nvPr/>
        </p:nvCxnSpPr>
        <p:spPr>
          <a:xfrm>
            <a:off x="5669280" y="2468880"/>
            <a:ext cx="1508760" cy="1847088"/>
          </a:xfrm>
          <a:prstGeom prst="line">
            <a:avLst/>
          </a:prstGeom>
          <a:ln w="63500">
            <a:solidFill>
              <a:srgbClr val="137AA9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S03_三角连线"/>
          <p:cNvCxnSpPr/>
          <p:nvPr/>
        </p:nvCxnSpPr>
        <p:spPr>
          <a:xfrm>
            <a:off x="5669280" y="2468880"/>
            <a:ext cx="1508760" cy="1847088"/>
          </a:xfrm>
          <a:prstGeom prst="line">
            <a:avLst/>
          </a:prstGeom>
          <a:ln w="16764">
            <a:solidFill>
              <a:srgbClr val="63EC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S03_三角连线底光"/>
          <p:cNvCxnSpPr/>
          <p:nvPr/>
        </p:nvCxnSpPr>
        <p:spPr>
          <a:xfrm>
            <a:off x="4480560" y="4297680"/>
            <a:ext cx="2697480" cy="18288"/>
          </a:xfrm>
          <a:prstGeom prst="line">
            <a:avLst/>
          </a:prstGeom>
          <a:ln w="63500">
            <a:solidFill>
              <a:srgbClr val="137AA9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S03_三角连线"/>
          <p:cNvCxnSpPr/>
          <p:nvPr/>
        </p:nvCxnSpPr>
        <p:spPr>
          <a:xfrm>
            <a:off x="4480560" y="4297680"/>
            <a:ext cx="2697480" cy="18288"/>
          </a:xfrm>
          <a:prstGeom prst="line">
            <a:avLst/>
          </a:prstGeom>
          <a:ln w="16764">
            <a:solidFill>
              <a:srgbClr val="63EC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S03_用房节点平台_光环1"/>
          <p:cNvSpPr/>
          <p:nvPr/>
        </p:nvSpPr>
        <p:spPr>
          <a:xfrm>
            <a:off x="5189220" y="2670048"/>
            <a:ext cx="960120" cy="237744"/>
          </a:xfrm>
          <a:prstGeom prst="ellipse">
            <a:avLst/>
          </a:prstGeom>
          <a:noFill/>
          <a:ln w="22352">
            <a:solidFill>
              <a:srgbClr val="63ECFF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S03_用房节点平台_光环2"/>
          <p:cNvSpPr/>
          <p:nvPr/>
        </p:nvSpPr>
        <p:spPr>
          <a:xfrm>
            <a:off x="5304434" y="2698577"/>
            <a:ext cx="729691" cy="180685"/>
          </a:xfrm>
          <a:prstGeom prst="ellipse">
            <a:avLst/>
          </a:prstGeom>
          <a:noFill/>
          <a:ln w="13970">
            <a:solidFill>
              <a:srgbClr val="63ECFF">
                <a:alpha val="6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S03_用房节点平台_光环3"/>
          <p:cNvSpPr/>
          <p:nvPr/>
        </p:nvSpPr>
        <p:spPr>
          <a:xfrm>
            <a:off x="5419648" y="2727106"/>
            <a:ext cx="499262" cy="123626"/>
          </a:xfrm>
          <a:prstGeom prst="ellipse">
            <a:avLst/>
          </a:prstGeom>
          <a:noFill/>
          <a:ln w="13970">
            <a:solidFill>
              <a:srgbClr val="63ECFF">
                <a:alpha val="49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S03_用房图标_屋顶"/>
          <p:cNvSpPr/>
          <p:nvPr/>
        </p:nvSpPr>
        <p:spPr>
          <a:xfrm>
            <a:off x="5353263" y="2126528"/>
            <a:ext cx="632033" cy="296265"/>
          </a:xfrm>
          <a:prstGeom prst="triangle">
            <a:avLst/>
          </a:prstGeom>
          <a:solidFill>
            <a:srgbClr val="F0FCFF"/>
          </a:solidFill>
          <a:ln w="16764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S03_用房图标_房体"/>
          <p:cNvSpPr/>
          <p:nvPr/>
        </p:nvSpPr>
        <p:spPr>
          <a:xfrm>
            <a:off x="5419100" y="2416210"/>
            <a:ext cx="500359" cy="355518"/>
          </a:xfrm>
          <a:prstGeom prst="rect">
            <a:avLst/>
          </a:prstGeom>
          <a:solidFill>
            <a:srgbClr val="146C99">
              <a:alpha val="100000"/>
            </a:srgbClr>
          </a:solidFill>
          <a:ln w="15367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S03_用房图标_门"/>
          <p:cNvSpPr/>
          <p:nvPr/>
        </p:nvSpPr>
        <p:spPr>
          <a:xfrm>
            <a:off x="5702198" y="2534716"/>
            <a:ext cx="105338" cy="223845"/>
          </a:xfrm>
          <a:prstGeom prst="rect">
            <a:avLst/>
          </a:prstGeom>
          <a:solidFill>
            <a:srgbClr val="062B49">
              <a:alpha val="100000"/>
            </a:srgbClr>
          </a:solidFill>
          <a:ln w="9779">
            <a:solidFill>
              <a:srgbClr val="B0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S03_维修节点平台_光环1"/>
          <p:cNvSpPr/>
          <p:nvPr/>
        </p:nvSpPr>
        <p:spPr>
          <a:xfrm>
            <a:off x="3986784" y="4453128"/>
            <a:ext cx="987552" cy="237744"/>
          </a:xfrm>
          <a:prstGeom prst="ellipse">
            <a:avLst/>
          </a:prstGeom>
          <a:noFill/>
          <a:ln w="22352">
            <a:solidFill>
              <a:srgbClr val="63ECFF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S03_维修节点平台_光环2"/>
          <p:cNvSpPr/>
          <p:nvPr/>
        </p:nvSpPr>
        <p:spPr>
          <a:xfrm>
            <a:off x="4105290" y="4481657"/>
            <a:ext cx="750539" cy="180685"/>
          </a:xfrm>
          <a:prstGeom prst="ellipse">
            <a:avLst/>
          </a:prstGeom>
          <a:noFill/>
          <a:ln w="13970">
            <a:solidFill>
              <a:srgbClr val="63ECFF">
                <a:alpha val="6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S03_维修节点平台_光环3"/>
          <p:cNvSpPr/>
          <p:nvPr/>
        </p:nvSpPr>
        <p:spPr>
          <a:xfrm>
            <a:off x="4223796" y="4510186"/>
            <a:ext cx="513527" cy="123626"/>
          </a:xfrm>
          <a:prstGeom prst="ellipse">
            <a:avLst/>
          </a:prstGeom>
          <a:noFill/>
          <a:ln w="13970">
            <a:solidFill>
              <a:srgbClr val="63ECFF">
                <a:alpha val="49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2" name="S03_维修图标_扳手柄"/>
          <p:cNvCxnSpPr/>
          <p:nvPr/>
        </p:nvCxnSpPr>
        <p:spPr>
          <a:xfrm flipV="1">
            <a:off x="4256532" y="4144060"/>
            <a:ext cx="339242" cy="332842"/>
          </a:xfrm>
          <a:prstGeom prst="line">
            <a:avLst/>
          </a:prstGeom>
          <a:ln w="50800">
            <a:solidFill>
              <a:srgbClr val="63E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3" name="S03_维修图标_扳手头"/>
          <p:cNvSpPr/>
          <p:nvPr/>
        </p:nvSpPr>
        <p:spPr>
          <a:xfrm>
            <a:off x="4512564" y="4054449"/>
            <a:ext cx="198424" cy="198424"/>
          </a:xfrm>
          <a:prstGeom prst="ellipse">
            <a:avLst/>
          </a:prstGeom>
          <a:solidFill>
            <a:srgbClr val="062B49">
              <a:alpha val="100000"/>
            </a:srgbClr>
          </a:solidFill>
          <a:ln w="38100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S03_维修图标_扳手尾"/>
          <p:cNvSpPr/>
          <p:nvPr/>
        </p:nvSpPr>
        <p:spPr>
          <a:xfrm>
            <a:off x="4205325" y="4412894"/>
            <a:ext cx="121615" cy="121615"/>
          </a:xfrm>
          <a:prstGeom prst="ellipse">
            <a:avLst/>
          </a:prstGeom>
          <a:solidFill>
            <a:srgbClr val="062B49">
              <a:alpha val="100000"/>
            </a:srgbClr>
          </a:solidFill>
          <a:ln w="27940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S03_维修图标_齿轮"/>
          <p:cNvSpPr/>
          <p:nvPr/>
        </p:nvSpPr>
        <p:spPr>
          <a:xfrm>
            <a:off x="4512564" y="4310481"/>
            <a:ext cx="217627" cy="217627"/>
          </a:xfrm>
          <a:prstGeom prst="gear6">
            <a:avLst/>
          </a:prstGeom>
          <a:solidFill>
            <a:srgbClr val="63EC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S03_投入节点平台_光环1"/>
          <p:cNvSpPr/>
          <p:nvPr/>
        </p:nvSpPr>
        <p:spPr>
          <a:xfrm>
            <a:off x="6684264" y="4471416"/>
            <a:ext cx="987552" cy="237744"/>
          </a:xfrm>
          <a:prstGeom prst="ellipse">
            <a:avLst/>
          </a:prstGeom>
          <a:noFill/>
          <a:ln w="22352">
            <a:solidFill>
              <a:srgbClr val="63ECFF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S03_投入节点平台_光环2"/>
          <p:cNvSpPr/>
          <p:nvPr/>
        </p:nvSpPr>
        <p:spPr>
          <a:xfrm>
            <a:off x="6802770" y="4499945"/>
            <a:ext cx="750539" cy="180685"/>
          </a:xfrm>
          <a:prstGeom prst="ellipse">
            <a:avLst/>
          </a:prstGeom>
          <a:noFill/>
          <a:ln w="13970">
            <a:solidFill>
              <a:srgbClr val="63ECFF">
                <a:alpha val="6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S03_投入节点平台_光环3"/>
          <p:cNvSpPr/>
          <p:nvPr/>
        </p:nvSpPr>
        <p:spPr>
          <a:xfrm>
            <a:off x="6921276" y="4528474"/>
            <a:ext cx="513527" cy="123626"/>
          </a:xfrm>
          <a:prstGeom prst="ellipse">
            <a:avLst/>
          </a:prstGeom>
          <a:noFill/>
          <a:ln w="13970">
            <a:solidFill>
              <a:srgbClr val="63ECFF">
                <a:alpha val="49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S03_投入图标_柱1"/>
          <p:cNvSpPr/>
          <p:nvPr/>
        </p:nvSpPr>
        <p:spPr>
          <a:xfrm>
            <a:off x="6934809" y="4396618"/>
            <a:ext cx="108813" cy="143377"/>
          </a:xfrm>
          <a:prstGeom prst="rect">
            <a:avLst/>
          </a:prstGeom>
          <a:solidFill>
            <a:srgbClr val="63ECFF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S03_投入图标_柱2"/>
          <p:cNvSpPr/>
          <p:nvPr/>
        </p:nvSpPr>
        <p:spPr>
          <a:xfrm>
            <a:off x="7114031" y="4280123"/>
            <a:ext cx="108813" cy="259872"/>
          </a:xfrm>
          <a:prstGeom prst="rect">
            <a:avLst/>
          </a:prstGeom>
          <a:solidFill>
            <a:srgbClr val="63ECFF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S03_投入图标_柱3"/>
          <p:cNvSpPr/>
          <p:nvPr/>
        </p:nvSpPr>
        <p:spPr>
          <a:xfrm>
            <a:off x="7293254" y="4145706"/>
            <a:ext cx="108813" cy="394289"/>
          </a:xfrm>
          <a:prstGeom prst="rect">
            <a:avLst/>
          </a:prstGeom>
          <a:solidFill>
            <a:srgbClr val="63ECFF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2" name="S03_投入图标_基线"/>
          <p:cNvCxnSpPr/>
          <p:nvPr/>
        </p:nvCxnSpPr>
        <p:spPr>
          <a:xfrm>
            <a:off x="6883603" y="4552797"/>
            <a:ext cx="601675" cy="0"/>
          </a:xfrm>
          <a:prstGeom prst="line">
            <a:avLst/>
          </a:prstGeom>
          <a:ln w="13970">
            <a:solidFill>
              <a:srgbClr val="63E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3" name="S03_中心断链_链环1"/>
          <p:cNvSpPr/>
          <p:nvPr/>
        </p:nvSpPr>
        <p:spPr>
          <a:xfrm rot="19080000">
            <a:off x="5548579" y="3683203"/>
            <a:ext cx="307238" cy="146304"/>
          </a:xfrm>
          <a:prstGeom prst="roundRect">
            <a:avLst/>
          </a:prstGeom>
          <a:noFill/>
          <a:ln w="33020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S03_中心断链_链环2"/>
          <p:cNvSpPr/>
          <p:nvPr/>
        </p:nvSpPr>
        <p:spPr>
          <a:xfrm rot="19080000">
            <a:off x="5811926" y="3595420"/>
            <a:ext cx="307238" cy="146304"/>
          </a:xfrm>
          <a:prstGeom prst="roundRect">
            <a:avLst/>
          </a:prstGeom>
          <a:noFill/>
          <a:ln w="33020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5" name="S03_中心断链_火花1"/>
          <p:cNvCxnSpPr/>
          <p:nvPr/>
        </p:nvCxnSpPr>
        <p:spPr>
          <a:xfrm>
            <a:off x="5899708" y="3712463"/>
            <a:ext cx="160935" cy="0"/>
          </a:xfrm>
          <a:prstGeom prst="line">
            <a:avLst/>
          </a:prstGeom>
          <a:ln w="19558">
            <a:solidFill>
              <a:srgbClr val="FFC9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S03_中心断链_火花2"/>
          <p:cNvCxnSpPr/>
          <p:nvPr/>
        </p:nvCxnSpPr>
        <p:spPr>
          <a:xfrm>
            <a:off x="5866790" y="3769480"/>
            <a:ext cx="65837" cy="114033"/>
          </a:xfrm>
          <a:prstGeom prst="line">
            <a:avLst/>
          </a:prstGeom>
          <a:ln w="19558">
            <a:solidFill>
              <a:srgbClr val="FFC9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S03_中心断链_火花3"/>
          <p:cNvCxnSpPr/>
          <p:nvPr/>
        </p:nvCxnSpPr>
        <p:spPr>
          <a:xfrm flipH="1">
            <a:off x="5735116" y="3769480"/>
            <a:ext cx="65837" cy="114033"/>
          </a:xfrm>
          <a:prstGeom prst="line">
            <a:avLst/>
          </a:prstGeom>
          <a:ln w="19558">
            <a:solidFill>
              <a:srgbClr val="FFC9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S03_中心断链_火花4"/>
          <p:cNvCxnSpPr/>
          <p:nvPr/>
        </p:nvCxnSpPr>
        <p:spPr>
          <a:xfrm flipH="1">
            <a:off x="5607100" y="3712463"/>
            <a:ext cx="160935" cy="0"/>
          </a:xfrm>
          <a:prstGeom prst="line">
            <a:avLst/>
          </a:prstGeom>
          <a:ln w="19558">
            <a:solidFill>
              <a:srgbClr val="FFC9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S03_中心断链_火花5"/>
          <p:cNvCxnSpPr/>
          <p:nvPr/>
        </p:nvCxnSpPr>
        <p:spPr>
          <a:xfrm flipH="1" flipV="1">
            <a:off x="5735116" y="3541414"/>
            <a:ext cx="65837" cy="114033"/>
          </a:xfrm>
          <a:prstGeom prst="line">
            <a:avLst/>
          </a:prstGeom>
          <a:ln w="19558">
            <a:solidFill>
              <a:srgbClr val="FFC9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S03_中心断链_火花6"/>
          <p:cNvCxnSpPr/>
          <p:nvPr/>
        </p:nvCxnSpPr>
        <p:spPr>
          <a:xfrm flipV="1">
            <a:off x="5866790" y="3541414"/>
            <a:ext cx="65837" cy="114033"/>
          </a:xfrm>
          <a:prstGeom prst="line">
            <a:avLst/>
          </a:prstGeom>
          <a:ln w="19558">
            <a:solidFill>
              <a:srgbClr val="FFC9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1" name="S03_节点光圈"/>
          <p:cNvSpPr/>
          <p:nvPr/>
        </p:nvSpPr>
        <p:spPr>
          <a:xfrm>
            <a:off x="5248656" y="2029968"/>
            <a:ext cx="841248" cy="841248"/>
          </a:xfrm>
          <a:prstGeom prst="ellipse">
            <a:avLst/>
          </a:prstGeom>
          <a:solidFill>
            <a:srgbClr val="0A3554">
              <a:alpha val="24000"/>
            </a:srgbClr>
          </a:solidFill>
          <a:ln w="11176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S03_节点光圈"/>
          <p:cNvSpPr/>
          <p:nvPr/>
        </p:nvSpPr>
        <p:spPr>
          <a:xfrm>
            <a:off x="4059936" y="3858768"/>
            <a:ext cx="841248" cy="841248"/>
          </a:xfrm>
          <a:prstGeom prst="ellipse">
            <a:avLst/>
          </a:prstGeom>
          <a:solidFill>
            <a:srgbClr val="0A3554">
              <a:alpha val="24000"/>
            </a:srgbClr>
          </a:solidFill>
          <a:ln w="11176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S03_节点光圈"/>
          <p:cNvSpPr/>
          <p:nvPr/>
        </p:nvSpPr>
        <p:spPr>
          <a:xfrm>
            <a:off x="6757416" y="3877056"/>
            <a:ext cx="841248" cy="841248"/>
          </a:xfrm>
          <a:prstGeom prst="ellipse">
            <a:avLst/>
          </a:prstGeom>
          <a:solidFill>
            <a:srgbClr val="0A3554">
              <a:alpha val="24000"/>
            </a:srgbClr>
          </a:solidFill>
          <a:ln w="11176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原生可编辑文字_S03_001_双击编辑"/>
          <p:cNvSpPr txBox="1"/>
          <p:nvPr/>
        </p:nvSpPr>
        <p:spPr>
          <a:xfrm>
            <a:off x="662940" y="3802380"/>
            <a:ext cx="739140" cy="5943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744">
                <a:solidFill>
                  <a:srgbClr val="FFC928"/>
                </a:solidFill>
                <a:latin typeface="Noto Serif CJK SC"/>
              </a:rPr>
              <a:t>02</a:t>
            </a:r>
          </a:p>
        </p:txBody>
      </p:sp>
      <p:sp>
        <p:nvSpPr>
          <p:cNvPr id="8" name="原生可编辑文字_S03_002_双击编辑"/>
          <p:cNvSpPr txBox="1"/>
          <p:nvPr/>
        </p:nvSpPr>
        <p:spPr>
          <a:xfrm>
            <a:off x="2880360" y="449580"/>
            <a:ext cx="7719060" cy="92964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800">
                <a:solidFill>
                  <a:srgbClr val="F7FCFF"/>
                </a:solidFill>
                <a:latin typeface="Noto Serif CJK SC"/>
              </a:rPr>
              <a:t>三愁背后，是三条链断了</a:t>
            </a:r>
          </a:p>
        </p:txBody>
      </p:sp>
      <p:sp>
        <p:nvSpPr>
          <p:cNvPr id="10" name="原生可编辑文字_S03_003_双击编辑"/>
          <p:cNvSpPr txBox="1"/>
          <p:nvPr/>
        </p:nvSpPr>
        <p:spPr>
          <a:xfrm>
            <a:off x="2575560" y="1127760"/>
            <a:ext cx="7033260" cy="5562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978">
                <a:solidFill>
                  <a:srgbClr val="F7FCFF"/>
                </a:solidFill>
                <a:latin typeface="Noto Serif CJK SC"/>
              </a:rPr>
              <a:t>问题不在“有没有烤房”，而在资源、维修、投入没有形成联动闭环</a:t>
            </a:r>
          </a:p>
        </p:txBody>
      </p:sp>
      <p:sp>
        <p:nvSpPr>
          <p:cNvPr id="12" name="原生可编辑文字_S03_004_双击编辑"/>
          <p:cNvSpPr txBox="1"/>
          <p:nvPr/>
        </p:nvSpPr>
        <p:spPr>
          <a:xfrm>
            <a:off x="6156960" y="2042160"/>
            <a:ext cx="685800" cy="54102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408">
                <a:solidFill>
                  <a:srgbClr val="FFC928"/>
                </a:solidFill>
                <a:latin typeface="Noto Serif CJK SC"/>
              </a:rPr>
              <a:t>01</a:t>
            </a:r>
          </a:p>
        </p:txBody>
      </p:sp>
      <p:sp>
        <p:nvSpPr>
          <p:cNvPr id="14" name="原生可编辑文字_S03_005_双击编辑"/>
          <p:cNvSpPr txBox="1"/>
          <p:nvPr/>
        </p:nvSpPr>
        <p:spPr>
          <a:xfrm>
            <a:off x="6957060" y="2042160"/>
            <a:ext cx="2400300" cy="56388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019">
                <a:solidFill>
                  <a:srgbClr val="63ECFF"/>
                </a:solidFill>
                <a:latin typeface="Noto Serif CJK SC"/>
              </a:rPr>
              <a:t>用房管理断链</a:t>
            </a:r>
          </a:p>
        </p:txBody>
      </p:sp>
      <p:sp>
        <p:nvSpPr>
          <p:cNvPr id="16" name="原生可编辑文字_S03_006_双击编辑"/>
          <p:cNvSpPr txBox="1"/>
          <p:nvPr/>
        </p:nvSpPr>
        <p:spPr>
          <a:xfrm>
            <a:off x="6964680" y="2499360"/>
            <a:ext cx="2926080" cy="43434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800">
                <a:solidFill>
                  <a:srgbClr val="F2F8FF"/>
                </a:solidFill>
                <a:latin typeface="Noto Sans CJK SC"/>
              </a:rPr>
              <a:t>空闲不清 / 状态不明 / 调度靠经验</a:t>
            </a:r>
          </a:p>
        </p:txBody>
      </p:sp>
      <p:sp>
        <p:nvSpPr>
          <p:cNvPr id="18" name="原生可编辑文字_S03_007_双击编辑"/>
          <p:cNvSpPr txBox="1"/>
          <p:nvPr/>
        </p:nvSpPr>
        <p:spPr>
          <a:xfrm>
            <a:off x="1516380" y="3840480"/>
            <a:ext cx="2385060" cy="5562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978">
                <a:solidFill>
                  <a:srgbClr val="63ECFF"/>
                </a:solidFill>
                <a:latin typeface="Noto Serif CJK SC"/>
              </a:rPr>
              <a:t>维修保障断链</a:t>
            </a:r>
          </a:p>
        </p:txBody>
      </p:sp>
      <p:sp>
        <p:nvSpPr>
          <p:cNvPr id="20" name="原生可编辑文字_S03_008_双击编辑"/>
          <p:cNvSpPr txBox="1"/>
          <p:nvPr/>
        </p:nvSpPr>
        <p:spPr>
          <a:xfrm>
            <a:off x="1516380" y="4312920"/>
            <a:ext cx="2278380" cy="39624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16">
                <a:solidFill>
                  <a:srgbClr val="F2F8FF"/>
                </a:solidFill>
                <a:latin typeface="Noto Sans CJK SC"/>
              </a:rPr>
              <a:t>故障发现慢 / 找人找件慢 /</a:t>
            </a:r>
          </a:p>
        </p:txBody>
      </p:sp>
      <p:sp>
        <p:nvSpPr>
          <p:cNvPr id="22" name="原生可编辑文字_S03_009_双击编辑"/>
          <p:cNvSpPr txBox="1"/>
          <p:nvPr/>
        </p:nvSpPr>
        <p:spPr>
          <a:xfrm>
            <a:off x="1531620" y="4541520"/>
            <a:ext cx="1059180" cy="4038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48">
                <a:solidFill>
                  <a:srgbClr val="F2F8FF"/>
                </a:solidFill>
                <a:latin typeface="Noto Sans CJK SC"/>
              </a:rPr>
              <a:t>闭环追踪弱</a:t>
            </a:r>
          </a:p>
        </p:txBody>
      </p:sp>
      <p:sp>
        <p:nvSpPr>
          <p:cNvPr id="24" name="原生可编辑文字_S03_010_双击编辑"/>
          <p:cNvSpPr txBox="1"/>
          <p:nvPr/>
        </p:nvSpPr>
        <p:spPr>
          <a:xfrm>
            <a:off x="8374380" y="3817620"/>
            <a:ext cx="731520" cy="57912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647">
                <a:solidFill>
                  <a:srgbClr val="FFC928"/>
                </a:solidFill>
                <a:latin typeface="Noto Serif CJK SC"/>
              </a:rPr>
              <a:t>03</a:t>
            </a:r>
          </a:p>
        </p:txBody>
      </p:sp>
      <p:sp>
        <p:nvSpPr>
          <p:cNvPr id="26" name="原生可编辑文字_S03_011_双击编辑"/>
          <p:cNvSpPr txBox="1"/>
          <p:nvPr/>
        </p:nvSpPr>
        <p:spPr>
          <a:xfrm>
            <a:off x="9204960" y="3840480"/>
            <a:ext cx="2362200" cy="5562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978">
                <a:solidFill>
                  <a:srgbClr val="63ECFF"/>
                </a:solidFill>
                <a:latin typeface="Noto Serif CJK SC"/>
              </a:rPr>
              <a:t>投入决策断链</a:t>
            </a:r>
          </a:p>
        </p:txBody>
      </p:sp>
      <p:sp>
        <p:nvSpPr>
          <p:cNvPr id="28" name="原生可编辑文字_S03_012_双击编辑"/>
          <p:cNvSpPr txBox="1"/>
          <p:nvPr/>
        </p:nvSpPr>
        <p:spPr>
          <a:xfrm>
            <a:off x="9204960" y="4312920"/>
            <a:ext cx="2308860" cy="39624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16">
                <a:solidFill>
                  <a:srgbClr val="F2F8FF"/>
                </a:solidFill>
                <a:latin typeface="Noto Sans CJK SC"/>
              </a:rPr>
              <a:t>真实需求不清 / 供需错配 /</a:t>
            </a:r>
          </a:p>
        </p:txBody>
      </p:sp>
      <p:sp>
        <p:nvSpPr>
          <p:cNvPr id="30" name="原生可编辑文字_S03_013_双击编辑"/>
          <p:cNvSpPr txBox="1"/>
          <p:nvPr/>
        </p:nvSpPr>
        <p:spPr>
          <a:xfrm>
            <a:off x="9204960" y="4549140"/>
            <a:ext cx="1264920" cy="39624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16">
                <a:solidFill>
                  <a:srgbClr val="F2F8FF"/>
                </a:solidFill>
                <a:latin typeface="Noto Sans CJK SC"/>
              </a:rPr>
              <a:t>新改建难量化</a:t>
            </a:r>
          </a:p>
        </p:txBody>
      </p:sp>
      <p:sp>
        <p:nvSpPr>
          <p:cNvPr id="32" name="原生可编辑文字_S03_014_双击编辑"/>
          <p:cNvSpPr txBox="1"/>
          <p:nvPr/>
        </p:nvSpPr>
        <p:spPr>
          <a:xfrm>
            <a:off x="2956560" y="5981700"/>
            <a:ext cx="6134100" cy="54102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896">
                <a:solidFill>
                  <a:srgbClr val="F2F8FF"/>
                </a:solidFill>
                <a:latin typeface="Noto Serif CJK SC"/>
              </a:rPr>
              <a:t>根因：“用—投—管”三条链没有被数据打通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_深蓝底_可编辑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B49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背景_左上光束_1"/>
          <p:cNvSpPr/>
          <p:nvPr/>
        </p:nvSpPr>
        <p:spPr>
          <a:xfrm>
            <a:off x="0" y="0"/>
            <a:ext cx="2423160" cy="1828800"/>
          </a:xfrm>
          <a:custGeom>
            <a:avLst/>
            <a:gdLst/>
            <a:ahLst/>
            <a:cxnLst/>
            <a:rect l="l" t="t" r="r" b="b"/>
            <a:pathLst>
              <a:path w="2423160" h="1828800">
                <a:moveTo>
                  <a:pt x="0" y="0"/>
                </a:moveTo>
                <a:lnTo>
                  <a:pt x="914400" y="0"/>
                </a:lnTo>
                <a:lnTo>
                  <a:pt x="2423160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8DEBFF">
              <a:alpha val="2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背景_左上光束_2"/>
          <p:cNvSpPr/>
          <p:nvPr/>
        </p:nvSpPr>
        <p:spPr>
          <a:xfrm>
            <a:off x="274320" y="0"/>
            <a:ext cx="2423159" cy="1828800"/>
          </a:xfrm>
          <a:custGeom>
            <a:avLst/>
            <a:gdLst/>
            <a:ahLst/>
            <a:cxnLst/>
            <a:rect l="l" t="t" r="r" b="b"/>
            <a:pathLst>
              <a:path w="2423159" h="1828800">
                <a:moveTo>
                  <a:pt x="0" y="0"/>
                </a:moveTo>
                <a:lnTo>
                  <a:pt x="914400" y="0"/>
                </a:lnTo>
                <a:lnTo>
                  <a:pt x="2423159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8DEBFF">
              <a:alpha val="2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背景_左上光束_3"/>
          <p:cNvSpPr/>
          <p:nvPr/>
        </p:nvSpPr>
        <p:spPr>
          <a:xfrm>
            <a:off x="640080" y="0"/>
            <a:ext cx="2423159" cy="1828800"/>
          </a:xfrm>
          <a:custGeom>
            <a:avLst/>
            <a:gdLst/>
            <a:ahLst/>
            <a:cxnLst/>
            <a:rect l="l" t="t" r="r" b="b"/>
            <a:pathLst>
              <a:path w="2423159" h="1828800">
                <a:moveTo>
                  <a:pt x="0" y="0"/>
                </a:moveTo>
                <a:lnTo>
                  <a:pt x="914400" y="0"/>
                </a:lnTo>
                <a:lnTo>
                  <a:pt x="2423159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8DEBFF">
              <a:alpha val="2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背景_星点_1"/>
          <p:cNvSpPr/>
          <p:nvPr/>
        </p:nvSpPr>
        <p:spPr>
          <a:xfrm>
            <a:off x="6313350" y="3388740"/>
            <a:ext cx="18288" cy="18288"/>
          </a:xfrm>
          <a:prstGeom prst="ellipse">
            <a:avLst/>
          </a:prstGeom>
          <a:solidFill>
            <a:srgbClr val="E8FDFF">
              <a:alpha val="5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背景_星点_2"/>
          <p:cNvSpPr/>
          <p:nvPr/>
        </p:nvSpPr>
        <p:spPr>
          <a:xfrm>
            <a:off x="1549674" y="3523759"/>
            <a:ext cx="36576" cy="36576"/>
          </a:xfrm>
          <a:prstGeom prst="ellipse">
            <a:avLst/>
          </a:prstGeom>
          <a:solidFill>
            <a:srgbClr val="E8FDFF">
              <a:alpha val="3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背景_星点_3"/>
          <p:cNvSpPr/>
          <p:nvPr/>
        </p:nvSpPr>
        <p:spPr>
          <a:xfrm>
            <a:off x="2117908" y="2040565"/>
            <a:ext cx="18288" cy="18288"/>
          </a:xfrm>
          <a:prstGeom prst="ellipse">
            <a:avLst/>
          </a:prstGeom>
          <a:solidFill>
            <a:srgbClr val="E8FDFF">
              <a:alpha val="4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背景_星点_4"/>
          <p:cNvSpPr/>
          <p:nvPr/>
        </p:nvSpPr>
        <p:spPr>
          <a:xfrm>
            <a:off x="768844" y="1847001"/>
            <a:ext cx="36576" cy="36576"/>
          </a:xfrm>
          <a:prstGeom prst="ellipse">
            <a:avLst/>
          </a:prstGeom>
          <a:solidFill>
            <a:srgbClr val="E8FDFF">
              <a:alpha val="33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背景_星点_5"/>
          <p:cNvSpPr/>
          <p:nvPr/>
        </p:nvSpPr>
        <p:spPr>
          <a:xfrm>
            <a:off x="4518323" y="3716851"/>
            <a:ext cx="18288" cy="18288"/>
          </a:xfrm>
          <a:prstGeom prst="ellipse">
            <a:avLst/>
          </a:prstGeom>
          <a:solidFill>
            <a:srgbClr val="E8FDFF">
              <a:alpha val="36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背景_星点_6"/>
          <p:cNvSpPr/>
          <p:nvPr/>
        </p:nvSpPr>
        <p:spPr>
          <a:xfrm>
            <a:off x="3974110" y="1477716"/>
            <a:ext cx="27432" cy="27432"/>
          </a:xfrm>
          <a:prstGeom prst="ellipse">
            <a:avLst/>
          </a:prstGeom>
          <a:solidFill>
            <a:srgbClr val="E8FDFF">
              <a:alpha val="39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背景_星点_7"/>
          <p:cNvSpPr/>
          <p:nvPr/>
        </p:nvSpPr>
        <p:spPr>
          <a:xfrm>
            <a:off x="1518962" y="1781279"/>
            <a:ext cx="13716" cy="13716"/>
          </a:xfrm>
          <a:prstGeom prst="ellipse">
            <a:avLst/>
          </a:prstGeom>
          <a:solidFill>
            <a:srgbClr val="E8FDFF">
              <a:alpha val="71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背景_星点_8"/>
          <p:cNvSpPr/>
          <p:nvPr/>
        </p:nvSpPr>
        <p:spPr>
          <a:xfrm>
            <a:off x="2759475" y="2630973"/>
            <a:ext cx="18288" cy="18288"/>
          </a:xfrm>
          <a:prstGeom prst="ellipse">
            <a:avLst/>
          </a:prstGeom>
          <a:solidFill>
            <a:srgbClr val="E8FDFF">
              <a:alpha val="43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背景_星点_9"/>
          <p:cNvSpPr/>
          <p:nvPr/>
        </p:nvSpPr>
        <p:spPr>
          <a:xfrm>
            <a:off x="1052082" y="3532545"/>
            <a:ext cx="22860" cy="22860"/>
          </a:xfrm>
          <a:prstGeom prst="ellipse">
            <a:avLst/>
          </a:prstGeom>
          <a:solidFill>
            <a:srgbClr val="E8FDFF">
              <a:alpha val="36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背景_星点_10"/>
          <p:cNvSpPr/>
          <p:nvPr/>
        </p:nvSpPr>
        <p:spPr>
          <a:xfrm>
            <a:off x="6687635" y="3233787"/>
            <a:ext cx="22860" cy="22860"/>
          </a:xfrm>
          <a:prstGeom prst="ellipse">
            <a:avLst/>
          </a:prstGeom>
          <a:solidFill>
            <a:srgbClr val="E8FDFF">
              <a:alpha val="3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背景_星点_11"/>
          <p:cNvSpPr/>
          <p:nvPr/>
        </p:nvSpPr>
        <p:spPr>
          <a:xfrm>
            <a:off x="6392234" y="1976848"/>
            <a:ext cx="22860" cy="22860"/>
          </a:xfrm>
          <a:prstGeom prst="ellipse">
            <a:avLst/>
          </a:prstGeom>
          <a:solidFill>
            <a:srgbClr val="E8FDFF">
              <a:alpha val="63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背景_星点_12"/>
          <p:cNvSpPr/>
          <p:nvPr/>
        </p:nvSpPr>
        <p:spPr>
          <a:xfrm>
            <a:off x="7033551" y="2634184"/>
            <a:ext cx="36576" cy="36576"/>
          </a:xfrm>
          <a:prstGeom prst="ellipse">
            <a:avLst/>
          </a:prstGeom>
          <a:solidFill>
            <a:srgbClr val="E8FDFF">
              <a:alpha val="56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背景_星点_13"/>
          <p:cNvSpPr/>
          <p:nvPr/>
        </p:nvSpPr>
        <p:spPr>
          <a:xfrm>
            <a:off x="5999778" y="4014354"/>
            <a:ext cx="36576" cy="36576"/>
          </a:xfrm>
          <a:prstGeom prst="ellipse">
            <a:avLst/>
          </a:prstGeom>
          <a:solidFill>
            <a:srgbClr val="E8FDFF">
              <a:alpha val="7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背景_星点_14"/>
          <p:cNvSpPr/>
          <p:nvPr/>
        </p:nvSpPr>
        <p:spPr>
          <a:xfrm>
            <a:off x="5579146" y="3377794"/>
            <a:ext cx="36576" cy="36576"/>
          </a:xfrm>
          <a:prstGeom prst="ellipse">
            <a:avLst/>
          </a:prstGeom>
          <a:solidFill>
            <a:srgbClr val="E8FDFF">
              <a:alpha val="46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背景_星点_15"/>
          <p:cNvSpPr/>
          <p:nvPr/>
        </p:nvSpPr>
        <p:spPr>
          <a:xfrm>
            <a:off x="9671927" y="2359750"/>
            <a:ext cx="27432" cy="27432"/>
          </a:xfrm>
          <a:prstGeom prst="ellipse">
            <a:avLst/>
          </a:prstGeom>
          <a:solidFill>
            <a:srgbClr val="E8FDFF">
              <a:alpha val="3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背景_星点_16"/>
          <p:cNvSpPr/>
          <p:nvPr/>
        </p:nvSpPr>
        <p:spPr>
          <a:xfrm>
            <a:off x="8114606" y="2128735"/>
            <a:ext cx="27432" cy="27432"/>
          </a:xfrm>
          <a:prstGeom prst="ellipse">
            <a:avLst/>
          </a:prstGeom>
          <a:solidFill>
            <a:srgbClr val="E8FDFF">
              <a:alpha val="54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背景_星点_17"/>
          <p:cNvSpPr/>
          <p:nvPr/>
        </p:nvSpPr>
        <p:spPr>
          <a:xfrm>
            <a:off x="1556320" y="1388710"/>
            <a:ext cx="27432" cy="27432"/>
          </a:xfrm>
          <a:prstGeom prst="ellipse">
            <a:avLst/>
          </a:prstGeom>
          <a:solidFill>
            <a:srgbClr val="E8FDFF">
              <a:alpha val="39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背景_星点_18"/>
          <p:cNvSpPr/>
          <p:nvPr/>
        </p:nvSpPr>
        <p:spPr>
          <a:xfrm>
            <a:off x="2651727" y="2914254"/>
            <a:ext cx="36576" cy="36576"/>
          </a:xfrm>
          <a:prstGeom prst="ellipse">
            <a:avLst/>
          </a:prstGeom>
          <a:solidFill>
            <a:srgbClr val="E8FDFF">
              <a:alpha val="4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背景_星点_19"/>
          <p:cNvSpPr/>
          <p:nvPr/>
        </p:nvSpPr>
        <p:spPr>
          <a:xfrm>
            <a:off x="4976329" y="3041473"/>
            <a:ext cx="36576" cy="36576"/>
          </a:xfrm>
          <a:prstGeom prst="ellipse">
            <a:avLst/>
          </a:prstGeom>
          <a:solidFill>
            <a:srgbClr val="E8FDFF">
              <a:alpha val="48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背景_星点_20"/>
          <p:cNvSpPr/>
          <p:nvPr/>
        </p:nvSpPr>
        <p:spPr>
          <a:xfrm>
            <a:off x="5017232" y="368159"/>
            <a:ext cx="22860" cy="22860"/>
          </a:xfrm>
          <a:prstGeom prst="ellipse">
            <a:avLst/>
          </a:prstGeom>
          <a:solidFill>
            <a:srgbClr val="E8FDFF">
              <a:alpha val="34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背景_星点_21"/>
          <p:cNvSpPr/>
          <p:nvPr/>
        </p:nvSpPr>
        <p:spPr>
          <a:xfrm>
            <a:off x="4568920" y="621228"/>
            <a:ext cx="27432" cy="27432"/>
          </a:xfrm>
          <a:prstGeom prst="ellipse">
            <a:avLst/>
          </a:prstGeom>
          <a:solidFill>
            <a:srgbClr val="E8FDFF">
              <a:alpha val="71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背景_星点_22"/>
          <p:cNvSpPr/>
          <p:nvPr/>
        </p:nvSpPr>
        <p:spPr>
          <a:xfrm>
            <a:off x="9180209" y="809497"/>
            <a:ext cx="18288" cy="18288"/>
          </a:xfrm>
          <a:prstGeom prst="ellipse">
            <a:avLst/>
          </a:prstGeom>
          <a:solidFill>
            <a:srgbClr val="E8FDFF">
              <a:alpha val="5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背景_星点_23"/>
          <p:cNvSpPr/>
          <p:nvPr/>
        </p:nvSpPr>
        <p:spPr>
          <a:xfrm>
            <a:off x="3198708" y="801510"/>
            <a:ext cx="18288" cy="18288"/>
          </a:xfrm>
          <a:prstGeom prst="ellipse">
            <a:avLst/>
          </a:prstGeom>
          <a:solidFill>
            <a:srgbClr val="E8FDFF">
              <a:alpha val="6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背景_星点_24"/>
          <p:cNvSpPr/>
          <p:nvPr/>
        </p:nvSpPr>
        <p:spPr>
          <a:xfrm>
            <a:off x="6321979" y="735552"/>
            <a:ext cx="18288" cy="18288"/>
          </a:xfrm>
          <a:prstGeom prst="ellipse">
            <a:avLst/>
          </a:prstGeom>
          <a:solidFill>
            <a:srgbClr val="E8FDFF">
              <a:alpha val="68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背景_星点_25"/>
          <p:cNvSpPr/>
          <p:nvPr/>
        </p:nvSpPr>
        <p:spPr>
          <a:xfrm>
            <a:off x="3864933" y="2042918"/>
            <a:ext cx="27432" cy="27432"/>
          </a:xfrm>
          <a:prstGeom prst="ellipse">
            <a:avLst/>
          </a:prstGeom>
          <a:solidFill>
            <a:srgbClr val="E8FDFF">
              <a:alpha val="5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背景_星点_26"/>
          <p:cNvSpPr/>
          <p:nvPr/>
        </p:nvSpPr>
        <p:spPr>
          <a:xfrm>
            <a:off x="8313935" y="2372388"/>
            <a:ext cx="18288" cy="18288"/>
          </a:xfrm>
          <a:prstGeom prst="ellipse">
            <a:avLst/>
          </a:prstGeom>
          <a:solidFill>
            <a:srgbClr val="E8FDFF">
              <a:alpha val="56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背景_星点_27"/>
          <p:cNvSpPr/>
          <p:nvPr/>
        </p:nvSpPr>
        <p:spPr>
          <a:xfrm>
            <a:off x="1291105" y="3366097"/>
            <a:ext cx="18288" cy="18288"/>
          </a:xfrm>
          <a:prstGeom prst="ellipse">
            <a:avLst/>
          </a:prstGeom>
          <a:solidFill>
            <a:srgbClr val="E8FDFF">
              <a:alpha val="4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背景_星点_28"/>
          <p:cNvSpPr/>
          <p:nvPr/>
        </p:nvSpPr>
        <p:spPr>
          <a:xfrm>
            <a:off x="2852439" y="2565371"/>
            <a:ext cx="13716" cy="13716"/>
          </a:xfrm>
          <a:prstGeom prst="ellipse">
            <a:avLst/>
          </a:prstGeom>
          <a:solidFill>
            <a:srgbClr val="E8FDFF">
              <a:alpha val="69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背景_星点_29"/>
          <p:cNvSpPr/>
          <p:nvPr/>
        </p:nvSpPr>
        <p:spPr>
          <a:xfrm>
            <a:off x="3428469" y="2598956"/>
            <a:ext cx="18288" cy="18288"/>
          </a:xfrm>
          <a:prstGeom prst="ellipse">
            <a:avLst/>
          </a:prstGeom>
          <a:solidFill>
            <a:srgbClr val="E8FDFF">
              <a:alpha val="49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背景_星点_30"/>
          <p:cNvSpPr/>
          <p:nvPr/>
        </p:nvSpPr>
        <p:spPr>
          <a:xfrm>
            <a:off x="2904472" y="3852904"/>
            <a:ext cx="27432" cy="27432"/>
          </a:xfrm>
          <a:prstGeom prst="ellipse">
            <a:avLst/>
          </a:prstGeom>
          <a:solidFill>
            <a:srgbClr val="E8FDFF">
              <a:alpha val="39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背景_星点_31"/>
          <p:cNvSpPr/>
          <p:nvPr/>
        </p:nvSpPr>
        <p:spPr>
          <a:xfrm>
            <a:off x="10662894" y="3180587"/>
            <a:ext cx="22860" cy="22860"/>
          </a:xfrm>
          <a:prstGeom prst="ellipse">
            <a:avLst/>
          </a:prstGeom>
          <a:solidFill>
            <a:srgbClr val="E8FDFF">
              <a:alpha val="4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背景_星点_32"/>
          <p:cNvSpPr/>
          <p:nvPr/>
        </p:nvSpPr>
        <p:spPr>
          <a:xfrm>
            <a:off x="2439618" y="2979385"/>
            <a:ext cx="22860" cy="22860"/>
          </a:xfrm>
          <a:prstGeom prst="ellipse">
            <a:avLst/>
          </a:prstGeom>
          <a:solidFill>
            <a:srgbClr val="E8FDFF">
              <a:alpha val="73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背景_星点_33"/>
          <p:cNvSpPr/>
          <p:nvPr/>
        </p:nvSpPr>
        <p:spPr>
          <a:xfrm>
            <a:off x="1726184" y="715311"/>
            <a:ext cx="22860" cy="22860"/>
          </a:xfrm>
          <a:prstGeom prst="ellipse">
            <a:avLst/>
          </a:prstGeom>
          <a:solidFill>
            <a:srgbClr val="E8FDFF">
              <a:alpha val="5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背景_星点_34"/>
          <p:cNvSpPr/>
          <p:nvPr/>
        </p:nvSpPr>
        <p:spPr>
          <a:xfrm>
            <a:off x="11522990" y="3873594"/>
            <a:ext cx="13716" cy="13716"/>
          </a:xfrm>
          <a:prstGeom prst="ellipse">
            <a:avLst/>
          </a:prstGeom>
          <a:solidFill>
            <a:srgbClr val="E8FDFF">
              <a:alpha val="4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背景_星点_35"/>
          <p:cNvSpPr/>
          <p:nvPr/>
        </p:nvSpPr>
        <p:spPr>
          <a:xfrm>
            <a:off x="2352338" y="1116042"/>
            <a:ext cx="13716" cy="13716"/>
          </a:xfrm>
          <a:prstGeom prst="ellipse">
            <a:avLst/>
          </a:prstGeom>
          <a:solidFill>
            <a:srgbClr val="E8FDFF">
              <a:alpha val="36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背景_星点_36"/>
          <p:cNvSpPr/>
          <p:nvPr/>
        </p:nvSpPr>
        <p:spPr>
          <a:xfrm>
            <a:off x="5983661" y="4036283"/>
            <a:ext cx="27432" cy="27432"/>
          </a:xfrm>
          <a:prstGeom prst="ellipse">
            <a:avLst/>
          </a:prstGeom>
          <a:solidFill>
            <a:srgbClr val="E8FDFF">
              <a:alpha val="48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背景_星点_37"/>
          <p:cNvSpPr/>
          <p:nvPr/>
        </p:nvSpPr>
        <p:spPr>
          <a:xfrm>
            <a:off x="8457110" y="1346658"/>
            <a:ext cx="18288" cy="18288"/>
          </a:xfrm>
          <a:prstGeom prst="ellipse">
            <a:avLst/>
          </a:prstGeom>
          <a:solidFill>
            <a:srgbClr val="E8FDFF">
              <a:alpha val="3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背景_星点_38"/>
          <p:cNvSpPr/>
          <p:nvPr/>
        </p:nvSpPr>
        <p:spPr>
          <a:xfrm>
            <a:off x="9819474" y="1905442"/>
            <a:ext cx="36576" cy="36576"/>
          </a:xfrm>
          <a:prstGeom prst="ellipse">
            <a:avLst/>
          </a:prstGeom>
          <a:solidFill>
            <a:srgbClr val="E8FDFF">
              <a:alpha val="64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背景_星点_39"/>
          <p:cNvSpPr/>
          <p:nvPr/>
        </p:nvSpPr>
        <p:spPr>
          <a:xfrm>
            <a:off x="7139115" y="963308"/>
            <a:ext cx="36576" cy="36576"/>
          </a:xfrm>
          <a:prstGeom prst="ellipse">
            <a:avLst/>
          </a:prstGeom>
          <a:solidFill>
            <a:srgbClr val="E8FDFF">
              <a:alpha val="5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背景_星点_40"/>
          <p:cNvSpPr/>
          <p:nvPr/>
        </p:nvSpPr>
        <p:spPr>
          <a:xfrm>
            <a:off x="1455041" y="1390451"/>
            <a:ext cx="18288" cy="18288"/>
          </a:xfrm>
          <a:prstGeom prst="ellipse">
            <a:avLst/>
          </a:prstGeom>
          <a:solidFill>
            <a:srgbClr val="E8FDFF">
              <a:alpha val="3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背景_星点_41"/>
          <p:cNvSpPr/>
          <p:nvPr/>
        </p:nvSpPr>
        <p:spPr>
          <a:xfrm>
            <a:off x="4259071" y="3598379"/>
            <a:ext cx="36576" cy="36576"/>
          </a:xfrm>
          <a:prstGeom prst="ellipse">
            <a:avLst/>
          </a:prstGeom>
          <a:solidFill>
            <a:srgbClr val="E8FDFF">
              <a:alpha val="48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背景_星点_42"/>
          <p:cNvSpPr/>
          <p:nvPr/>
        </p:nvSpPr>
        <p:spPr>
          <a:xfrm>
            <a:off x="5577983" y="2628267"/>
            <a:ext cx="13716" cy="13716"/>
          </a:xfrm>
          <a:prstGeom prst="ellipse">
            <a:avLst/>
          </a:prstGeom>
          <a:solidFill>
            <a:srgbClr val="E8FDFF">
              <a:alpha val="5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背景_星点_43"/>
          <p:cNvSpPr/>
          <p:nvPr/>
        </p:nvSpPr>
        <p:spPr>
          <a:xfrm>
            <a:off x="4735488" y="1274330"/>
            <a:ext cx="36576" cy="36576"/>
          </a:xfrm>
          <a:prstGeom prst="ellipse">
            <a:avLst/>
          </a:prstGeom>
          <a:solidFill>
            <a:srgbClr val="E8FDFF">
              <a:alpha val="3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背景_星点_44"/>
          <p:cNvSpPr/>
          <p:nvPr/>
        </p:nvSpPr>
        <p:spPr>
          <a:xfrm>
            <a:off x="3048439" y="2760605"/>
            <a:ext cx="13716" cy="13716"/>
          </a:xfrm>
          <a:prstGeom prst="ellipse">
            <a:avLst/>
          </a:prstGeom>
          <a:solidFill>
            <a:srgbClr val="E8FDFF">
              <a:alpha val="5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背景_星点_45"/>
          <p:cNvSpPr/>
          <p:nvPr/>
        </p:nvSpPr>
        <p:spPr>
          <a:xfrm>
            <a:off x="5020509" y="2966693"/>
            <a:ext cx="36576" cy="36576"/>
          </a:xfrm>
          <a:prstGeom prst="ellipse">
            <a:avLst/>
          </a:prstGeom>
          <a:solidFill>
            <a:srgbClr val="E8FDFF">
              <a:alpha val="4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背景_云雾_1"/>
          <p:cNvSpPr/>
          <p:nvPr/>
        </p:nvSpPr>
        <p:spPr>
          <a:xfrm>
            <a:off x="-914400" y="3246120"/>
            <a:ext cx="5943600" cy="1005840"/>
          </a:xfrm>
          <a:prstGeom prst="ellipse">
            <a:avLst/>
          </a:prstGeom>
          <a:solidFill>
            <a:srgbClr val="DDF9FF">
              <a:alpha val="2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背景_云雾_2"/>
          <p:cNvSpPr/>
          <p:nvPr/>
        </p:nvSpPr>
        <p:spPr>
          <a:xfrm>
            <a:off x="3108960" y="3383280"/>
            <a:ext cx="5852160" cy="914400"/>
          </a:xfrm>
          <a:prstGeom prst="ellipse">
            <a:avLst/>
          </a:prstGeom>
          <a:solidFill>
            <a:srgbClr val="DDF9FF">
              <a:alpha val="2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背景_云雾_3"/>
          <p:cNvSpPr/>
          <p:nvPr/>
        </p:nvSpPr>
        <p:spPr>
          <a:xfrm>
            <a:off x="7498079" y="3246120"/>
            <a:ext cx="5669280" cy="1005840"/>
          </a:xfrm>
          <a:prstGeom prst="ellipse">
            <a:avLst/>
          </a:prstGeom>
          <a:solidFill>
            <a:srgbClr val="DDF9FF">
              <a:alpha val="2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背景_山体层_1"/>
          <p:cNvSpPr/>
          <p:nvPr/>
        </p:nvSpPr>
        <p:spPr>
          <a:xfrm>
            <a:off x="0" y="3278587"/>
            <a:ext cx="12191695" cy="3579413"/>
          </a:xfrm>
          <a:custGeom>
            <a:avLst/>
            <a:gdLst/>
            <a:ahLst/>
            <a:cxnLst/>
            <a:rect l="l" t="t" r="r" b="b"/>
            <a:pathLst>
              <a:path w="12191695" h="3579413">
                <a:moveTo>
                  <a:pt x="0" y="3579413"/>
                </a:moveTo>
                <a:lnTo>
                  <a:pt x="0" y="424733"/>
                </a:lnTo>
                <a:lnTo>
                  <a:pt x="502920" y="30004"/>
                </a:lnTo>
                <a:lnTo>
                  <a:pt x="1005840" y="181354"/>
                </a:lnTo>
                <a:lnTo>
                  <a:pt x="1417320" y="210741"/>
                </a:lnTo>
                <a:lnTo>
                  <a:pt x="1828800" y="412610"/>
                </a:lnTo>
                <a:lnTo>
                  <a:pt x="2194560" y="383182"/>
                </a:lnTo>
                <a:lnTo>
                  <a:pt x="2651760" y="343382"/>
                </a:lnTo>
                <a:lnTo>
                  <a:pt x="3063240" y="771301"/>
                </a:lnTo>
                <a:lnTo>
                  <a:pt x="3520440" y="844634"/>
                </a:lnTo>
                <a:lnTo>
                  <a:pt x="3931920" y="676338"/>
                </a:lnTo>
                <a:lnTo>
                  <a:pt x="4389120" y="423216"/>
                </a:lnTo>
                <a:lnTo>
                  <a:pt x="4892040" y="62364"/>
                </a:lnTo>
                <a:lnTo>
                  <a:pt x="5394960" y="342126"/>
                </a:lnTo>
                <a:lnTo>
                  <a:pt x="5852160" y="221530"/>
                </a:lnTo>
                <a:lnTo>
                  <a:pt x="6309360" y="176290"/>
                </a:lnTo>
                <a:lnTo>
                  <a:pt x="6858000" y="357716"/>
                </a:lnTo>
                <a:lnTo>
                  <a:pt x="7406640" y="743055"/>
                </a:lnTo>
                <a:lnTo>
                  <a:pt x="8001000" y="838585"/>
                </a:lnTo>
                <a:lnTo>
                  <a:pt x="8549640" y="418765"/>
                </a:lnTo>
                <a:lnTo>
                  <a:pt x="9052560" y="369638"/>
                </a:lnTo>
                <a:lnTo>
                  <a:pt x="9601200" y="269916"/>
                </a:lnTo>
                <a:lnTo>
                  <a:pt x="10149840" y="257250"/>
                </a:lnTo>
                <a:lnTo>
                  <a:pt x="10744200" y="0"/>
                </a:lnTo>
                <a:lnTo>
                  <a:pt x="11338560" y="568225"/>
                </a:lnTo>
                <a:lnTo>
                  <a:pt x="12188952" y="837003"/>
                </a:lnTo>
                <a:lnTo>
                  <a:pt x="12191695" y="3579413"/>
                </a:lnTo>
                <a:close/>
              </a:path>
            </a:pathLst>
          </a:custGeom>
          <a:solidFill>
            <a:srgbClr val="124D72">
              <a:alpha val="7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背景_山体层_2"/>
          <p:cNvSpPr/>
          <p:nvPr/>
        </p:nvSpPr>
        <p:spPr>
          <a:xfrm>
            <a:off x="0" y="3514638"/>
            <a:ext cx="12191695" cy="3343362"/>
          </a:xfrm>
          <a:custGeom>
            <a:avLst/>
            <a:gdLst/>
            <a:ahLst/>
            <a:cxnLst/>
            <a:rect l="l" t="t" r="r" b="b"/>
            <a:pathLst>
              <a:path w="12191695" h="3343362">
                <a:moveTo>
                  <a:pt x="0" y="3343362"/>
                </a:moveTo>
                <a:lnTo>
                  <a:pt x="0" y="89872"/>
                </a:lnTo>
                <a:lnTo>
                  <a:pt x="438912" y="0"/>
                </a:lnTo>
                <a:lnTo>
                  <a:pt x="914400" y="381022"/>
                </a:lnTo>
                <a:lnTo>
                  <a:pt x="1298448" y="393165"/>
                </a:lnTo>
                <a:lnTo>
                  <a:pt x="1737360" y="509037"/>
                </a:lnTo>
                <a:lnTo>
                  <a:pt x="2121408" y="549549"/>
                </a:lnTo>
                <a:lnTo>
                  <a:pt x="2487168" y="531820"/>
                </a:lnTo>
                <a:lnTo>
                  <a:pt x="2944368" y="900942"/>
                </a:lnTo>
                <a:lnTo>
                  <a:pt x="3429000" y="788411"/>
                </a:lnTo>
                <a:lnTo>
                  <a:pt x="3840480" y="398583"/>
                </a:lnTo>
                <a:lnTo>
                  <a:pt x="4315968" y="227901"/>
                </a:lnTo>
                <a:lnTo>
                  <a:pt x="4754880" y="80478"/>
                </a:lnTo>
                <a:lnTo>
                  <a:pt x="5212080" y="364102"/>
                </a:lnTo>
                <a:lnTo>
                  <a:pt x="5623560" y="394692"/>
                </a:lnTo>
                <a:lnTo>
                  <a:pt x="6053328" y="226250"/>
                </a:lnTo>
                <a:lnTo>
                  <a:pt x="6446520" y="495236"/>
                </a:lnTo>
                <a:lnTo>
                  <a:pt x="6949440" y="735339"/>
                </a:lnTo>
                <a:lnTo>
                  <a:pt x="7452360" y="925475"/>
                </a:lnTo>
                <a:lnTo>
                  <a:pt x="7955279" y="629255"/>
                </a:lnTo>
                <a:lnTo>
                  <a:pt x="8458200" y="222317"/>
                </a:lnTo>
                <a:lnTo>
                  <a:pt x="8915400" y="358180"/>
                </a:lnTo>
                <a:lnTo>
                  <a:pt x="9436608" y="236701"/>
                </a:lnTo>
                <a:lnTo>
                  <a:pt x="9921240" y="290787"/>
                </a:lnTo>
                <a:lnTo>
                  <a:pt x="10424160" y="149577"/>
                </a:lnTo>
                <a:lnTo>
                  <a:pt x="10972800" y="646414"/>
                </a:lnTo>
                <a:lnTo>
                  <a:pt x="11475720" y="892971"/>
                </a:lnTo>
                <a:lnTo>
                  <a:pt x="12188952" y="688790"/>
                </a:lnTo>
                <a:lnTo>
                  <a:pt x="12191695" y="3343362"/>
                </a:lnTo>
                <a:close/>
              </a:path>
            </a:pathLst>
          </a:custGeom>
          <a:solidFill>
            <a:srgbClr val="0F4165">
              <a:alpha val="8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背景_山体层_3"/>
          <p:cNvSpPr/>
          <p:nvPr/>
        </p:nvSpPr>
        <p:spPr>
          <a:xfrm>
            <a:off x="0" y="3810785"/>
            <a:ext cx="12191695" cy="3047215"/>
          </a:xfrm>
          <a:custGeom>
            <a:avLst/>
            <a:gdLst/>
            <a:ahLst/>
            <a:cxnLst/>
            <a:rect l="l" t="t" r="r" b="b"/>
            <a:pathLst>
              <a:path w="12191695" h="3047215">
                <a:moveTo>
                  <a:pt x="0" y="3047215"/>
                </a:moveTo>
                <a:lnTo>
                  <a:pt x="0" y="0"/>
                </a:lnTo>
                <a:lnTo>
                  <a:pt x="384048" y="183268"/>
                </a:lnTo>
                <a:lnTo>
                  <a:pt x="804672" y="615808"/>
                </a:lnTo>
                <a:lnTo>
                  <a:pt x="1188720" y="569560"/>
                </a:lnTo>
                <a:lnTo>
                  <a:pt x="1572768" y="550615"/>
                </a:lnTo>
                <a:lnTo>
                  <a:pt x="1965960" y="697285"/>
                </a:lnTo>
                <a:lnTo>
                  <a:pt x="2377440" y="690214"/>
                </a:lnTo>
                <a:lnTo>
                  <a:pt x="2788920" y="841443"/>
                </a:lnTo>
                <a:lnTo>
                  <a:pt x="3154680" y="781352"/>
                </a:lnTo>
                <a:lnTo>
                  <a:pt x="3611880" y="210878"/>
                </a:lnTo>
                <a:lnTo>
                  <a:pt x="4041648" y="121860"/>
                </a:lnTo>
                <a:lnTo>
                  <a:pt x="4443984" y="207229"/>
                </a:lnTo>
                <a:lnTo>
                  <a:pt x="4846320" y="285864"/>
                </a:lnTo>
                <a:lnTo>
                  <a:pt x="5303520" y="545930"/>
                </a:lnTo>
                <a:lnTo>
                  <a:pt x="5724144" y="414374"/>
                </a:lnTo>
                <a:lnTo>
                  <a:pt x="6144768" y="498172"/>
                </a:lnTo>
                <a:lnTo>
                  <a:pt x="6565392" y="890948"/>
                </a:lnTo>
                <a:lnTo>
                  <a:pt x="6967728" y="864269"/>
                </a:lnTo>
                <a:lnTo>
                  <a:pt x="7388352" y="739645"/>
                </a:lnTo>
                <a:lnTo>
                  <a:pt x="7790688" y="472346"/>
                </a:lnTo>
                <a:lnTo>
                  <a:pt x="8211312" y="97453"/>
                </a:lnTo>
                <a:lnTo>
                  <a:pt x="8641080" y="290337"/>
                </a:lnTo>
                <a:lnTo>
                  <a:pt x="9070848" y="377208"/>
                </a:lnTo>
                <a:lnTo>
                  <a:pt x="9491472" y="240901"/>
                </a:lnTo>
                <a:lnTo>
                  <a:pt x="9930384" y="374971"/>
                </a:lnTo>
                <a:lnTo>
                  <a:pt x="10387584" y="445894"/>
                </a:lnTo>
                <a:lnTo>
                  <a:pt x="10808208" y="811393"/>
                </a:lnTo>
                <a:lnTo>
                  <a:pt x="11292840" y="898375"/>
                </a:lnTo>
                <a:lnTo>
                  <a:pt x="12188952" y="459186"/>
                </a:lnTo>
                <a:lnTo>
                  <a:pt x="12191695" y="3047215"/>
                </a:lnTo>
                <a:close/>
              </a:path>
            </a:pathLst>
          </a:custGeom>
          <a:solidFill>
            <a:srgbClr val="0A3456">
              <a:alpha val="9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背景_数据光柱_1"/>
          <p:cNvCxnSpPr/>
          <p:nvPr/>
        </p:nvCxnSpPr>
        <p:spPr>
          <a:xfrm>
            <a:off x="502920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背景_光柱节点_1"/>
          <p:cNvSpPr/>
          <p:nvPr/>
        </p:nvSpPr>
        <p:spPr>
          <a:xfrm>
            <a:off x="480060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背景_数据光柱_2"/>
          <p:cNvCxnSpPr/>
          <p:nvPr/>
        </p:nvCxnSpPr>
        <p:spPr>
          <a:xfrm>
            <a:off x="749808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背景_光柱节点_2"/>
          <p:cNvSpPr/>
          <p:nvPr/>
        </p:nvSpPr>
        <p:spPr>
          <a:xfrm>
            <a:off x="726947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背景_数据光柱_3"/>
          <p:cNvCxnSpPr/>
          <p:nvPr/>
        </p:nvCxnSpPr>
        <p:spPr>
          <a:xfrm>
            <a:off x="969264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背景_光柱节点_3"/>
          <p:cNvSpPr/>
          <p:nvPr/>
        </p:nvSpPr>
        <p:spPr>
          <a:xfrm>
            <a:off x="946404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背景_数据光柱_4"/>
          <p:cNvCxnSpPr/>
          <p:nvPr/>
        </p:nvCxnSpPr>
        <p:spPr>
          <a:xfrm>
            <a:off x="10954512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背景_光柱节点_4"/>
          <p:cNvSpPr/>
          <p:nvPr/>
        </p:nvSpPr>
        <p:spPr>
          <a:xfrm>
            <a:off x="10931652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背景_数据光柱_5"/>
          <p:cNvCxnSpPr/>
          <p:nvPr/>
        </p:nvCxnSpPr>
        <p:spPr>
          <a:xfrm>
            <a:off x="11201400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背景_光柱节点_5"/>
          <p:cNvSpPr/>
          <p:nvPr/>
        </p:nvSpPr>
        <p:spPr>
          <a:xfrm>
            <a:off x="11178540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背景_数据光柱_6"/>
          <p:cNvCxnSpPr/>
          <p:nvPr/>
        </p:nvCxnSpPr>
        <p:spPr>
          <a:xfrm>
            <a:off x="11475720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背景_光柱节点_6"/>
          <p:cNvSpPr/>
          <p:nvPr/>
        </p:nvSpPr>
        <p:spPr>
          <a:xfrm>
            <a:off x="11452860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背景_地面暗层"/>
          <p:cNvSpPr/>
          <p:nvPr/>
        </p:nvSpPr>
        <p:spPr>
          <a:xfrm>
            <a:off x="0" y="4617720"/>
            <a:ext cx="12191695" cy="2240280"/>
          </a:xfrm>
          <a:prstGeom prst="rect">
            <a:avLst/>
          </a:prstGeom>
          <a:solidFill>
            <a:srgbClr val="062742">
              <a:alpha val="9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背景_光路底_0"/>
          <p:cNvCxnSpPr/>
          <p:nvPr/>
        </p:nvCxnSpPr>
        <p:spPr>
          <a:xfrm>
            <a:off x="155447" y="5500116"/>
            <a:ext cx="495301" cy="2269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背景_光路亮线_0"/>
          <p:cNvCxnSpPr/>
          <p:nvPr/>
        </p:nvCxnSpPr>
        <p:spPr>
          <a:xfrm>
            <a:off x="155447" y="5500116"/>
            <a:ext cx="495301" cy="2269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背景_光路底_0"/>
          <p:cNvCxnSpPr/>
          <p:nvPr/>
        </p:nvCxnSpPr>
        <p:spPr>
          <a:xfrm>
            <a:off x="650748" y="5522814"/>
            <a:ext cx="495299" cy="15742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背景_光路亮线_0"/>
          <p:cNvCxnSpPr/>
          <p:nvPr/>
        </p:nvCxnSpPr>
        <p:spPr>
          <a:xfrm>
            <a:off x="650748" y="5522814"/>
            <a:ext cx="495299" cy="15742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背景_光路底_0"/>
          <p:cNvCxnSpPr/>
          <p:nvPr/>
        </p:nvCxnSpPr>
        <p:spPr>
          <a:xfrm>
            <a:off x="1146047" y="5538556"/>
            <a:ext cx="495301" cy="38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背景_光路亮线_0"/>
          <p:cNvCxnSpPr/>
          <p:nvPr/>
        </p:nvCxnSpPr>
        <p:spPr>
          <a:xfrm>
            <a:off x="1146047" y="5538556"/>
            <a:ext cx="495301" cy="38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背景_光路底_0"/>
          <p:cNvCxnSpPr/>
          <p:nvPr/>
        </p:nvCxnSpPr>
        <p:spPr>
          <a:xfrm flipV="1">
            <a:off x="1641348" y="5518748"/>
            <a:ext cx="495299" cy="2019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背景_光路亮线_0"/>
          <p:cNvCxnSpPr/>
          <p:nvPr/>
        </p:nvCxnSpPr>
        <p:spPr>
          <a:xfrm flipV="1">
            <a:off x="1641348" y="5518748"/>
            <a:ext cx="495299" cy="2019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背景_光路底_0"/>
          <p:cNvCxnSpPr/>
          <p:nvPr/>
        </p:nvCxnSpPr>
        <p:spPr>
          <a:xfrm flipV="1">
            <a:off x="2136647" y="5476807"/>
            <a:ext cx="495301" cy="4194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背景_光路亮线_0"/>
          <p:cNvCxnSpPr/>
          <p:nvPr/>
        </p:nvCxnSpPr>
        <p:spPr>
          <a:xfrm flipV="1">
            <a:off x="2136647" y="5476807"/>
            <a:ext cx="495301" cy="4194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背景_光路底_0"/>
          <p:cNvCxnSpPr/>
          <p:nvPr/>
        </p:nvCxnSpPr>
        <p:spPr>
          <a:xfrm flipV="1">
            <a:off x="2631948" y="5416224"/>
            <a:ext cx="495300" cy="6058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背景_光路亮线_0"/>
          <p:cNvCxnSpPr/>
          <p:nvPr/>
        </p:nvCxnSpPr>
        <p:spPr>
          <a:xfrm flipV="1">
            <a:off x="2631948" y="5416224"/>
            <a:ext cx="495300" cy="6058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背景_光路底_0"/>
          <p:cNvCxnSpPr/>
          <p:nvPr/>
        </p:nvCxnSpPr>
        <p:spPr>
          <a:xfrm flipV="1">
            <a:off x="3127248" y="5343834"/>
            <a:ext cx="495300" cy="7239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背景_光路亮线_0"/>
          <p:cNvCxnSpPr/>
          <p:nvPr/>
        </p:nvCxnSpPr>
        <p:spPr>
          <a:xfrm flipV="1">
            <a:off x="3127248" y="5343834"/>
            <a:ext cx="495300" cy="7239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背景_光路底_0"/>
          <p:cNvCxnSpPr/>
          <p:nvPr/>
        </p:nvCxnSpPr>
        <p:spPr>
          <a:xfrm flipV="1">
            <a:off x="3622548" y="5269035"/>
            <a:ext cx="495299" cy="74799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背景_光路亮线_0"/>
          <p:cNvCxnSpPr/>
          <p:nvPr/>
        </p:nvCxnSpPr>
        <p:spPr>
          <a:xfrm flipV="1">
            <a:off x="3622548" y="5269035"/>
            <a:ext cx="495299" cy="74799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背景_光路底_0"/>
          <p:cNvCxnSpPr/>
          <p:nvPr/>
        </p:nvCxnSpPr>
        <p:spPr>
          <a:xfrm flipV="1">
            <a:off x="4117847" y="5202181"/>
            <a:ext cx="495301" cy="66854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背景_光路亮线_0"/>
          <p:cNvCxnSpPr/>
          <p:nvPr/>
        </p:nvCxnSpPr>
        <p:spPr>
          <a:xfrm flipV="1">
            <a:off x="4117847" y="5202181"/>
            <a:ext cx="495301" cy="66854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背景_光路底_0"/>
          <p:cNvCxnSpPr/>
          <p:nvPr/>
        </p:nvCxnSpPr>
        <p:spPr>
          <a:xfrm flipV="1">
            <a:off x="4613148" y="5152812"/>
            <a:ext cx="495300" cy="49369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背景_光路亮线_0"/>
          <p:cNvCxnSpPr/>
          <p:nvPr/>
        </p:nvCxnSpPr>
        <p:spPr>
          <a:xfrm flipV="1">
            <a:off x="4613148" y="5152812"/>
            <a:ext cx="495300" cy="49369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背景_光路底_0"/>
          <p:cNvCxnSpPr/>
          <p:nvPr/>
        </p:nvCxnSpPr>
        <p:spPr>
          <a:xfrm flipV="1">
            <a:off x="5108448" y="5128016"/>
            <a:ext cx="495300" cy="24796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背景_光路亮线_0"/>
          <p:cNvCxnSpPr/>
          <p:nvPr/>
        </p:nvCxnSpPr>
        <p:spPr>
          <a:xfrm flipV="1">
            <a:off x="5108448" y="5128016"/>
            <a:ext cx="495300" cy="24796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背景_光路底_0"/>
          <p:cNvCxnSpPr/>
          <p:nvPr/>
        </p:nvCxnSpPr>
        <p:spPr>
          <a:xfrm>
            <a:off x="5603748" y="5128016"/>
            <a:ext cx="495300" cy="320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背景_光路亮线_0"/>
          <p:cNvCxnSpPr/>
          <p:nvPr/>
        </p:nvCxnSpPr>
        <p:spPr>
          <a:xfrm>
            <a:off x="5603748" y="5128016"/>
            <a:ext cx="495300" cy="320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背景_光路底_0"/>
          <p:cNvCxnSpPr/>
          <p:nvPr/>
        </p:nvCxnSpPr>
        <p:spPr>
          <a:xfrm>
            <a:off x="6099048" y="5131221"/>
            <a:ext cx="495299" cy="3038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背景_光路亮线_0"/>
          <p:cNvCxnSpPr/>
          <p:nvPr/>
        </p:nvCxnSpPr>
        <p:spPr>
          <a:xfrm>
            <a:off x="6099048" y="5131221"/>
            <a:ext cx="495299" cy="3038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背景_光路底_0"/>
          <p:cNvCxnSpPr/>
          <p:nvPr/>
        </p:nvCxnSpPr>
        <p:spPr>
          <a:xfrm>
            <a:off x="6594347" y="5161608"/>
            <a:ext cx="495301" cy="5264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背景_光路亮线_0"/>
          <p:cNvCxnSpPr/>
          <p:nvPr/>
        </p:nvCxnSpPr>
        <p:spPr>
          <a:xfrm>
            <a:off x="6594347" y="5161608"/>
            <a:ext cx="495301" cy="5264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背景_光路底_0"/>
          <p:cNvCxnSpPr/>
          <p:nvPr/>
        </p:nvCxnSpPr>
        <p:spPr>
          <a:xfrm>
            <a:off x="7089648" y="5214248"/>
            <a:ext cx="495300" cy="6670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背景_光路亮线_0"/>
          <p:cNvCxnSpPr/>
          <p:nvPr/>
        </p:nvCxnSpPr>
        <p:spPr>
          <a:xfrm>
            <a:off x="7089648" y="5214248"/>
            <a:ext cx="495300" cy="6670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背景_光路底_0"/>
          <p:cNvCxnSpPr/>
          <p:nvPr/>
        </p:nvCxnSpPr>
        <p:spPr>
          <a:xfrm>
            <a:off x="7584948" y="5280949"/>
            <a:ext cx="495299" cy="70706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背景_光路亮线_0"/>
          <p:cNvCxnSpPr/>
          <p:nvPr/>
        </p:nvCxnSpPr>
        <p:spPr>
          <a:xfrm>
            <a:off x="7584948" y="5280949"/>
            <a:ext cx="495299" cy="70706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背景_光路底_0"/>
          <p:cNvCxnSpPr/>
          <p:nvPr/>
        </p:nvCxnSpPr>
        <p:spPr>
          <a:xfrm>
            <a:off x="8080247" y="5351655"/>
            <a:ext cx="495301" cy="6451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背景_光路亮线_0"/>
          <p:cNvCxnSpPr/>
          <p:nvPr/>
        </p:nvCxnSpPr>
        <p:spPr>
          <a:xfrm>
            <a:off x="8080247" y="5351655"/>
            <a:ext cx="495301" cy="6451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背景_光路底_0"/>
          <p:cNvCxnSpPr/>
          <p:nvPr/>
        </p:nvCxnSpPr>
        <p:spPr>
          <a:xfrm>
            <a:off x="8575548" y="5416170"/>
            <a:ext cx="495300" cy="49729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背景_光路亮线_0"/>
          <p:cNvCxnSpPr/>
          <p:nvPr/>
        </p:nvCxnSpPr>
        <p:spPr>
          <a:xfrm>
            <a:off x="8575548" y="5416170"/>
            <a:ext cx="495300" cy="49729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背景_光路底_0"/>
          <p:cNvCxnSpPr/>
          <p:nvPr/>
        </p:nvCxnSpPr>
        <p:spPr>
          <a:xfrm>
            <a:off x="9070848" y="5465899"/>
            <a:ext cx="495300" cy="2942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背景_光路亮线_0"/>
          <p:cNvCxnSpPr/>
          <p:nvPr/>
        </p:nvCxnSpPr>
        <p:spPr>
          <a:xfrm>
            <a:off x="9070848" y="5465899"/>
            <a:ext cx="495300" cy="2942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背景_光路底_0"/>
          <p:cNvCxnSpPr/>
          <p:nvPr/>
        </p:nvCxnSpPr>
        <p:spPr>
          <a:xfrm>
            <a:off x="9566148" y="5495320"/>
            <a:ext cx="495300" cy="761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背景_光路亮线_0"/>
          <p:cNvCxnSpPr/>
          <p:nvPr/>
        </p:nvCxnSpPr>
        <p:spPr>
          <a:xfrm>
            <a:off x="9566148" y="5495320"/>
            <a:ext cx="495300" cy="761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背景_光路底_0"/>
          <p:cNvCxnSpPr/>
          <p:nvPr/>
        </p:nvCxnSpPr>
        <p:spPr>
          <a:xfrm flipV="1">
            <a:off x="10061448" y="5491503"/>
            <a:ext cx="495300" cy="1142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背景_光路亮线_0"/>
          <p:cNvCxnSpPr/>
          <p:nvPr/>
        </p:nvCxnSpPr>
        <p:spPr>
          <a:xfrm flipV="1">
            <a:off x="10061448" y="5491503"/>
            <a:ext cx="495300" cy="1142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背景_光路底_0"/>
          <p:cNvCxnSpPr/>
          <p:nvPr/>
        </p:nvCxnSpPr>
        <p:spPr>
          <a:xfrm flipV="1">
            <a:off x="10556748" y="5467610"/>
            <a:ext cx="495300" cy="2389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背景_光路亮线_0"/>
          <p:cNvCxnSpPr/>
          <p:nvPr/>
        </p:nvCxnSpPr>
        <p:spPr>
          <a:xfrm flipV="1">
            <a:off x="10556748" y="5467610"/>
            <a:ext cx="495300" cy="2389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背景_光路底_0"/>
          <p:cNvCxnSpPr/>
          <p:nvPr/>
        </p:nvCxnSpPr>
        <p:spPr>
          <a:xfrm flipV="1">
            <a:off x="11052048" y="5440503"/>
            <a:ext cx="495300" cy="2710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背景_光路亮线_0"/>
          <p:cNvCxnSpPr/>
          <p:nvPr/>
        </p:nvCxnSpPr>
        <p:spPr>
          <a:xfrm flipV="1">
            <a:off x="11052048" y="5440503"/>
            <a:ext cx="495300" cy="2710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背景_光路底_0"/>
          <p:cNvCxnSpPr/>
          <p:nvPr/>
        </p:nvCxnSpPr>
        <p:spPr>
          <a:xfrm flipV="1">
            <a:off x="11547348" y="5420523"/>
            <a:ext cx="495300" cy="1998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背景_光路亮线_0"/>
          <p:cNvCxnSpPr/>
          <p:nvPr/>
        </p:nvCxnSpPr>
        <p:spPr>
          <a:xfrm flipV="1">
            <a:off x="11547348" y="5420523"/>
            <a:ext cx="495300" cy="1998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背景_光路底_1"/>
          <p:cNvCxnSpPr/>
          <p:nvPr/>
        </p:nvCxnSpPr>
        <p:spPr>
          <a:xfrm flipV="1">
            <a:off x="155447" y="5658465"/>
            <a:ext cx="495301" cy="1505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背景_光路亮线_1"/>
          <p:cNvCxnSpPr/>
          <p:nvPr/>
        </p:nvCxnSpPr>
        <p:spPr>
          <a:xfrm flipV="1">
            <a:off x="155447" y="5658465"/>
            <a:ext cx="495301" cy="1505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背景_光路底_1"/>
          <p:cNvCxnSpPr/>
          <p:nvPr/>
        </p:nvCxnSpPr>
        <p:spPr>
          <a:xfrm flipV="1">
            <a:off x="650748" y="5621848"/>
            <a:ext cx="495299" cy="3661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背景_光路亮线_1"/>
          <p:cNvCxnSpPr/>
          <p:nvPr/>
        </p:nvCxnSpPr>
        <p:spPr>
          <a:xfrm flipV="1">
            <a:off x="650748" y="5621848"/>
            <a:ext cx="495299" cy="3661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背景_光路底_1"/>
          <p:cNvCxnSpPr/>
          <p:nvPr/>
        </p:nvCxnSpPr>
        <p:spPr>
          <a:xfrm flipV="1">
            <a:off x="1146047" y="5564230"/>
            <a:ext cx="495301" cy="5761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背景_光路亮线_1"/>
          <p:cNvCxnSpPr/>
          <p:nvPr/>
        </p:nvCxnSpPr>
        <p:spPr>
          <a:xfrm flipV="1">
            <a:off x="1146047" y="5564230"/>
            <a:ext cx="495301" cy="5761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背景_光路底_1"/>
          <p:cNvCxnSpPr/>
          <p:nvPr/>
        </p:nvCxnSpPr>
        <p:spPr>
          <a:xfrm flipV="1">
            <a:off x="1641348" y="5490308"/>
            <a:ext cx="495299" cy="73922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背景_光路亮线_1"/>
          <p:cNvCxnSpPr/>
          <p:nvPr/>
        </p:nvCxnSpPr>
        <p:spPr>
          <a:xfrm flipV="1">
            <a:off x="1641348" y="5490308"/>
            <a:ext cx="495299" cy="73922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背景_光路底_1"/>
          <p:cNvCxnSpPr/>
          <p:nvPr/>
        </p:nvCxnSpPr>
        <p:spPr>
          <a:xfrm flipV="1">
            <a:off x="2136647" y="5408114"/>
            <a:ext cx="495301" cy="82194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背景_光路亮线_1"/>
          <p:cNvCxnSpPr/>
          <p:nvPr/>
        </p:nvCxnSpPr>
        <p:spPr>
          <a:xfrm flipV="1">
            <a:off x="2136647" y="5408114"/>
            <a:ext cx="495301" cy="82194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背景_光路底_1"/>
          <p:cNvCxnSpPr/>
          <p:nvPr/>
        </p:nvCxnSpPr>
        <p:spPr>
          <a:xfrm flipV="1">
            <a:off x="2631948" y="5327637"/>
            <a:ext cx="495300" cy="8047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背景_光路亮线_1"/>
          <p:cNvCxnSpPr/>
          <p:nvPr/>
        </p:nvCxnSpPr>
        <p:spPr>
          <a:xfrm flipV="1">
            <a:off x="2631948" y="5327637"/>
            <a:ext cx="495300" cy="8047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背景_光路底_1"/>
          <p:cNvCxnSpPr/>
          <p:nvPr/>
        </p:nvCxnSpPr>
        <p:spPr>
          <a:xfrm flipV="1">
            <a:off x="3127248" y="5259116"/>
            <a:ext cx="495300" cy="6852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背景_光路亮线_1"/>
          <p:cNvCxnSpPr/>
          <p:nvPr/>
        </p:nvCxnSpPr>
        <p:spPr>
          <a:xfrm flipV="1">
            <a:off x="3127248" y="5259116"/>
            <a:ext cx="495300" cy="6852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背景_光路底_1"/>
          <p:cNvCxnSpPr/>
          <p:nvPr/>
        </p:nvCxnSpPr>
        <p:spPr>
          <a:xfrm flipV="1">
            <a:off x="3622548" y="5211289"/>
            <a:ext cx="495299" cy="4782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背景_光路亮线_1"/>
          <p:cNvCxnSpPr/>
          <p:nvPr/>
        </p:nvCxnSpPr>
        <p:spPr>
          <a:xfrm flipV="1">
            <a:off x="3622548" y="5211289"/>
            <a:ext cx="495299" cy="4782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背景_光路底_1"/>
          <p:cNvCxnSpPr/>
          <p:nvPr/>
        </p:nvCxnSpPr>
        <p:spPr>
          <a:xfrm flipV="1">
            <a:off x="4117847" y="5189894"/>
            <a:ext cx="495301" cy="2139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背景_光路亮线_1"/>
          <p:cNvCxnSpPr/>
          <p:nvPr/>
        </p:nvCxnSpPr>
        <p:spPr>
          <a:xfrm flipV="1">
            <a:off x="4117847" y="5189894"/>
            <a:ext cx="495301" cy="2139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背景_光路底_1"/>
          <p:cNvCxnSpPr/>
          <p:nvPr/>
        </p:nvCxnSpPr>
        <p:spPr>
          <a:xfrm>
            <a:off x="4613148" y="5189894"/>
            <a:ext cx="495300" cy="679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背景_光路亮线_1"/>
          <p:cNvCxnSpPr/>
          <p:nvPr/>
        </p:nvCxnSpPr>
        <p:spPr>
          <a:xfrm>
            <a:off x="4613148" y="5189894"/>
            <a:ext cx="495300" cy="679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背景_光路底_1"/>
          <p:cNvCxnSpPr/>
          <p:nvPr/>
        </p:nvCxnSpPr>
        <p:spPr>
          <a:xfrm>
            <a:off x="5108448" y="5196692"/>
            <a:ext cx="495300" cy="3246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背景_光路亮线_1"/>
          <p:cNvCxnSpPr/>
          <p:nvPr/>
        </p:nvCxnSpPr>
        <p:spPr>
          <a:xfrm>
            <a:off x="5108448" y="5196692"/>
            <a:ext cx="495300" cy="3246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背景_光路底_1"/>
          <p:cNvCxnSpPr/>
          <p:nvPr/>
        </p:nvCxnSpPr>
        <p:spPr>
          <a:xfrm>
            <a:off x="5603748" y="5229160"/>
            <a:ext cx="495300" cy="5176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背景_光路亮线_1"/>
          <p:cNvCxnSpPr/>
          <p:nvPr/>
        </p:nvCxnSpPr>
        <p:spPr>
          <a:xfrm>
            <a:off x="5603748" y="5229160"/>
            <a:ext cx="495300" cy="5176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背景_光路底_1"/>
          <p:cNvCxnSpPr/>
          <p:nvPr/>
        </p:nvCxnSpPr>
        <p:spPr>
          <a:xfrm>
            <a:off x="6099048" y="5280928"/>
            <a:ext cx="495299" cy="6193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背景_光路亮线_1"/>
          <p:cNvCxnSpPr/>
          <p:nvPr/>
        </p:nvCxnSpPr>
        <p:spPr>
          <a:xfrm>
            <a:off x="6099048" y="5280928"/>
            <a:ext cx="495299" cy="6193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背景_光路底_1"/>
          <p:cNvCxnSpPr/>
          <p:nvPr/>
        </p:nvCxnSpPr>
        <p:spPr>
          <a:xfrm>
            <a:off x="6594347" y="5342866"/>
            <a:ext cx="495301" cy="6178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背景_光路亮线_1"/>
          <p:cNvCxnSpPr/>
          <p:nvPr/>
        </p:nvCxnSpPr>
        <p:spPr>
          <a:xfrm>
            <a:off x="6594347" y="5342866"/>
            <a:ext cx="495301" cy="6178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背景_光路底_1"/>
          <p:cNvCxnSpPr/>
          <p:nvPr/>
        </p:nvCxnSpPr>
        <p:spPr>
          <a:xfrm>
            <a:off x="7089648" y="5404647"/>
            <a:ext cx="495300" cy="5186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背景_光路亮线_1"/>
          <p:cNvCxnSpPr/>
          <p:nvPr/>
        </p:nvCxnSpPr>
        <p:spPr>
          <a:xfrm>
            <a:off x="7089648" y="5404647"/>
            <a:ext cx="495300" cy="5186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背景_光路底_1"/>
          <p:cNvCxnSpPr/>
          <p:nvPr/>
        </p:nvCxnSpPr>
        <p:spPr>
          <a:xfrm>
            <a:off x="7584948" y="5456515"/>
            <a:ext cx="495299" cy="3443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背景_光路亮线_1"/>
          <p:cNvCxnSpPr/>
          <p:nvPr/>
        </p:nvCxnSpPr>
        <p:spPr>
          <a:xfrm>
            <a:off x="7584948" y="5456515"/>
            <a:ext cx="495299" cy="3443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背景_光路底_1"/>
          <p:cNvCxnSpPr/>
          <p:nvPr/>
        </p:nvCxnSpPr>
        <p:spPr>
          <a:xfrm>
            <a:off x="8080247" y="5490952"/>
            <a:ext cx="495301" cy="13016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背景_光路亮线_1"/>
          <p:cNvCxnSpPr/>
          <p:nvPr/>
        </p:nvCxnSpPr>
        <p:spPr>
          <a:xfrm>
            <a:off x="8080247" y="5490952"/>
            <a:ext cx="495301" cy="13016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背景_光路底_1"/>
          <p:cNvCxnSpPr/>
          <p:nvPr/>
        </p:nvCxnSpPr>
        <p:spPr>
          <a:xfrm flipV="1">
            <a:off x="8575548" y="5495779"/>
            <a:ext cx="495300" cy="8189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背景_光路亮线_1"/>
          <p:cNvCxnSpPr/>
          <p:nvPr/>
        </p:nvCxnSpPr>
        <p:spPr>
          <a:xfrm flipV="1">
            <a:off x="8575548" y="5495779"/>
            <a:ext cx="495300" cy="8189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背景_光路底_1"/>
          <p:cNvCxnSpPr/>
          <p:nvPr/>
        </p:nvCxnSpPr>
        <p:spPr>
          <a:xfrm flipV="1">
            <a:off x="9070848" y="5470776"/>
            <a:ext cx="495300" cy="2500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背景_光路亮线_1"/>
          <p:cNvCxnSpPr/>
          <p:nvPr/>
        </p:nvCxnSpPr>
        <p:spPr>
          <a:xfrm flipV="1">
            <a:off x="9070848" y="5470776"/>
            <a:ext cx="495300" cy="2500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背景_光路底_1"/>
          <p:cNvCxnSpPr/>
          <p:nvPr/>
        </p:nvCxnSpPr>
        <p:spPr>
          <a:xfrm flipV="1">
            <a:off x="9566148" y="5436768"/>
            <a:ext cx="495300" cy="3400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背景_光路亮线_1"/>
          <p:cNvCxnSpPr/>
          <p:nvPr/>
        </p:nvCxnSpPr>
        <p:spPr>
          <a:xfrm flipV="1">
            <a:off x="9566148" y="5436768"/>
            <a:ext cx="495300" cy="3400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背景_光路底_1"/>
          <p:cNvCxnSpPr/>
          <p:nvPr/>
        </p:nvCxnSpPr>
        <p:spPr>
          <a:xfrm flipV="1">
            <a:off x="10061448" y="5403648"/>
            <a:ext cx="495300" cy="3312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背景_光路亮线_1"/>
          <p:cNvCxnSpPr/>
          <p:nvPr/>
        </p:nvCxnSpPr>
        <p:spPr>
          <a:xfrm flipV="1">
            <a:off x="10061448" y="5403648"/>
            <a:ext cx="495300" cy="3312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背景_光路底_1"/>
          <p:cNvCxnSpPr/>
          <p:nvPr/>
        </p:nvCxnSpPr>
        <p:spPr>
          <a:xfrm flipV="1">
            <a:off x="10556748" y="5381703"/>
            <a:ext cx="495300" cy="2194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背景_光路亮线_1"/>
          <p:cNvCxnSpPr/>
          <p:nvPr/>
        </p:nvCxnSpPr>
        <p:spPr>
          <a:xfrm flipV="1">
            <a:off x="10556748" y="5381703"/>
            <a:ext cx="495300" cy="2194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背景_光路底_1"/>
          <p:cNvCxnSpPr/>
          <p:nvPr/>
        </p:nvCxnSpPr>
        <p:spPr>
          <a:xfrm flipV="1">
            <a:off x="11052048" y="5379848"/>
            <a:ext cx="495300" cy="185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背景_光路亮线_1"/>
          <p:cNvCxnSpPr/>
          <p:nvPr/>
        </p:nvCxnSpPr>
        <p:spPr>
          <a:xfrm flipV="1">
            <a:off x="11052048" y="5379848"/>
            <a:ext cx="495300" cy="185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背景_光路底_1"/>
          <p:cNvCxnSpPr/>
          <p:nvPr/>
        </p:nvCxnSpPr>
        <p:spPr>
          <a:xfrm>
            <a:off x="11547348" y="5379848"/>
            <a:ext cx="495300" cy="2425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背景_光路亮线_1"/>
          <p:cNvCxnSpPr/>
          <p:nvPr/>
        </p:nvCxnSpPr>
        <p:spPr>
          <a:xfrm>
            <a:off x="11547348" y="5379848"/>
            <a:ext cx="495300" cy="2425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背景_光路底_2"/>
          <p:cNvCxnSpPr/>
          <p:nvPr/>
        </p:nvCxnSpPr>
        <p:spPr>
          <a:xfrm flipV="1">
            <a:off x="155447" y="5661198"/>
            <a:ext cx="495301" cy="7253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背景_光路亮线_2"/>
          <p:cNvCxnSpPr/>
          <p:nvPr/>
        </p:nvCxnSpPr>
        <p:spPr>
          <a:xfrm flipV="1">
            <a:off x="155447" y="5661198"/>
            <a:ext cx="495301" cy="7253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背景_光路底_2"/>
          <p:cNvCxnSpPr/>
          <p:nvPr/>
        </p:nvCxnSpPr>
        <p:spPr>
          <a:xfrm flipV="1">
            <a:off x="650748" y="5575238"/>
            <a:ext cx="495299" cy="8596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背景_光路亮线_2"/>
          <p:cNvCxnSpPr/>
          <p:nvPr/>
        </p:nvCxnSpPr>
        <p:spPr>
          <a:xfrm flipV="1">
            <a:off x="650748" y="5575238"/>
            <a:ext cx="495299" cy="8596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背景_光路底_2"/>
          <p:cNvCxnSpPr/>
          <p:nvPr/>
        </p:nvCxnSpPr>
        <p:spPr>
          <a:xfrm flipV="1">
            <a:off x="1146047" y="5484858"/>
            <a:ext cx="495301" cy="9038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背景_光路亮线_2"/>
          <p:cNvCxnSpPr/>
          <p:nvPr/>
        </p:nvCxnSpPr>
        <p:spPr>
          <a:xfrm flipV="1">
            <a:off x="1146047" y="5484858"/>
            <a:ext cx="495301" cy="9038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背景_光路底_2"/>
          <p:cNvCxnSpPr/>
          <p:nvPr/>
        </p:nvCxnSpPr>
        <p:spPr>
          <a:xfrm flipV="1">
            <a:off x="1641348" y="5400361"/>
            <a:ext cx="495299" cy="8449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背景_光路亮线_2"/>
          <p:cNvCxnSpPr/>
          <p:nvPr/>
        </p:nvCxnSpPr>
        <p:spPr>
          <a:xfrm flipV="1">
            <a:off x="1641348" y="5400361"/>
            <a:ext cx="495299" cy="8449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背景_光路底_2"/>
          <p:cNvCxnSpPr/>
          <p:nvPr/>
        </p:nvCxnSpPr>
        <p:spPr>
          <a:xfrm flipV="1">
            <a:off x="2136647" y="5331588"/>
            <a:ext cx="495301" cy="6877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背景_光路亮线_2"/>
          <p:cNvCxnSpPr/>
          <p:nvPr/>
        </p:nvCxnSpPr>
        <p:spPr>
          <a:xfrm flipV="1">
            <a:off x="2136647" y="5331588"/>
            <a:ext cx="495301" cy="6877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背景_光路底_2"/>
          <p:cNvCxnSpPr/>
          <p:nvPr/>
        </p:nvCxnSpPr>
        <p:spPr>
          <a:xfrm flipV="1">
            <a:off x="2631948" y="5286233"/>
            <a:ext cx="495300" cy="4535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背景_光路亮线_2"/>
          <p:cNvCxnSpPr/>
          <p:nvPr/>
        </p:nvCxnSpPr>
        <p:spPr>
          <a:xfrm flipV="1">
            <a:off x="2631948" y="5286233"/>
            <a:ext cx="495300" cy="4535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背景_光路底_2"/>
          <p:cNvCxnSpPr/>
          <p:nvPr/>
        </p:nvCxnSpPr>
        <p:spPr>
          <a:xfrm flipV="1">
            <a:off x="3127248" y="5268525"/>
            <a:ext cx="495300" cy="1770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背景_光路亮线_2"/>
          <p:cNvCxnSpPr/>
          <p:nvPr/>
        </p:nvCxnSpPr>
        <p:spPr>
          <a:xfrm flipV="1">
            <a:off x="3127248" y="5268525"/>
            <a:ext cx="495300" cy="1770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背景_光路底_2"/>
          <p:cNvCxnSpPr/>
          <p:nvPr/>
        </p:nvCxnSpPr>
        <p:spPr>
          <a:xfrm>
            <a:off x="3622548" y="5268525"/>
            <a:ext cx="495299" cy="998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背景_光路亮线_2"/>
          <p:cNvCxnSpPr/>
          <p:nvPr/>
        </p:nvCxnSpPr>
        <p:spPr>
          <a:xfrm>
            <a:off x="3622548" y="5268525"/>
            <a:ext cx="495299" cy="998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背景_光路底_2"/>
          <p:cNvCxnSpPr/>
          <p:nvPr/>
        </p:nvCxnSpPr>
        <p:spPr>
          <a:xfrm>
            <a:off x="4117847" y="5278506"/>
            <a:ext cx="495301" cy="3351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背景_光路亮线_2"/>
          <p:cNvCxnSpPr/>
          <p:nvPr/>
        </p:nvCxnSpPr>
        <p:spPr>
          <a:xfrm>
            <a:off x="4117847" y="5278506"/>
            <a:ext cx="495301" cy="3351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背景_光路底_2"/>
          <p:cNvCxnSpPr/>
          <p:nvPr/>
        </p:nvCxnSpPr>
        <p:spPr>
          <a:xfrm>
            <a:off x="4613148" y="5312024"/>
            <a:ext cx="495300" cy="4941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背景_光路亮线_2"/>
          <p:cNvCxnSpPr/>
          <p:nvPr/>
        </p:nvCxnSpPr>
        <p:spPr>
          <a:xfrm>
            <a:off x="4613148" y="5312024"/>
            <a:ext cx="495300" cy="4941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背景_光路底_2"/>
          <p:cNvCxnSpPr/>
          <p:nvPr/>
        </p:nvCxnSpPr>
        <p:spPr>
          <a:xfrm>
            <a:off x="5108448" y="5361441"/>
            <a:ext cx="495300" cy="55502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背景_光路亮线_2"/>
          <p:cNvCxnSpPr/>
          <p:nvPr/>
        </p:nvCxnSpPr>
        <p:spPr>
          <a:xfrm>
            <a:off x="5108448" y="5361441"/>
            <a:ext cx="495300" cy="55502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背景_光路底_2"/>
          <p:cNvCxnSpPr/>
          <p:nvPr/>
        </p:nvCxnSpPr>
        <p:spPr>
          <a:xfrm>
            <a:off x="5603748" y="5416943"/>
            <a:ext cx="495300" cy="51276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背景_光路亮线_2"/>
          <p:cNvCxnSpPr/>
          <p:nvPr/>
        </p:nvCxnSpPr>
        <p:spPr>
          <a:xfrm>
            <a:off x="5603748" y="5416943"/>
            <a:ext cx="495300" cy="51276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背景_光路底_2"/>
          <p:cNvCxnSpPr/>
          <p:nvPr/>
        </p:nvCxnSpPr>
        <p:spPr>
          <a:xfrm>
            <a:off x="6099048" y="5468219"/>
            <a:ext cx="495299" cy="38004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背景_光路亮线_2"/>
          <p:cNvCxnSpPr/>
          <p:nvPr/>
        </p:nvCxnSpPr>
        <p:spPr>
          <a:xfrm>
            <a:off x="6099048" y="5468219"/>
            <a:ext cx="495299" cy="38004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背景_光路底_2"/>
          <p:cNvCxnSpPr/>
          <p:nvPr/>
        </p:nvCxnSpPr>
        <p:spPr>
          <a:xfrm>
            <a:off x="6594347" y="5506223"/>
            <a:ext cx="495301" cy="18499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背景_光路亮线_2"/>
          <p:cNvCxnSpPr/>
          <p:nvPr/>
        </p:nvCxnSpPr>
        <p:spPr>
          <a:xfrm>
            <a:off x="6594347" y="5506223"/>
            <a:ext cx="495301" cy="18499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背景_光路底_2"/>
          <p:cNvCxnSpPr/>
          <p:nvPr/>
        </p:nvCxnSpPr>
        <p:spPr>
          <a:xfrm flipV="1">
            <a:off x="7089648" y="5521368"/>
            <a:ext cx="495300" cy="3354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背景_光路亮线_2"/>
          <p:cNvCxnSpPr/>
          <p:nvPr/>
        </p:nvCxnSpPr>
        <p:spPr>
          <a:xfrm flipV="1">
            <a:off x="7089648" y="5521368"/>
            <a:ext cx="495300" cy="3354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背景_光路底_2"/>
          <p:cNvCxnSpPr/>
          <p:nvPr/>
        </p:nvCxnSpPr>
        <p:spPr>
          <a:xfrm flipV="1">
            <a:off x="7584948" y="5498091"/>
            <a:ext cx="495299" cy="2327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背景_光路亮线_2"/>
          <p:cNvCxnSpPr/>
          <p:nvPr/>
        </p:nvCxnSpPr>
        <p:spPr>
          <a:xfrm flipV="1">
            <a:off x="7584948" y="5498091"/>
            <a:ext cx="495299" cy="2327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背景_光路底_2"/>
          <p:cNvCxnSpPr/>
          <p:nvPr/>
        </p:nvCxnSpPr>
        <p:spPr>
          <a:xfrm flipV="1">
            <a:off x="8080247" y="5460777"/>
            <a:ext cx="495301" cy="37314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背景_光路亮线_2"/>
          <p:cNvCxnSpPr/>
          <p:nvPr/>
        </p:nvCxnSpPr>
        <p:spPr>
          <a:xfrm flipV="1">
            <a:off x="8080247" y="5460777"/>
            <a:ext cx="495301" cy="37314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背景_光路底_2"/>
          <p:cNvCxnSpPr/>
          <p:nvPr/>
        </p:nvCxnSpPr>
        <p:spPr>
          <a:xfrm flipV="1">
            <a:off x="8575548" y="5418255"/>
            <a:ext cx="495300" cy="42522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背景_光路亮线_2"/>
          <p:cNvCxnSpPr/>
          <p:nvPr/>
        </p:nvCxnSpPr>
        <p:spPr>
          <a:xfrm flipV="1">
            <a:off x="8575548" y="5418255"/>
            <a:ext cx="495300" cy="42522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背景_光路底_2"/>
          <p:cNvCxnSpPr/>
          <p:nvPr/>
        </p:nvCxnSpPr>
        <p:spPr>
          <a:xfrm flipV="1">
            <a:off x="9070848" y="5380789"/>
            <a:ext cx="495300" cy="37466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背景_光路亮线_2"/>
          <p:cNvCxnSpPr/>
          <p:nvPr/>
        </p:nvCxnSpPr>
        <p:spPr>
          <a:xfrm flipV="1">
            <a:off x="9070848" y="5380789"/>
            <a:ext cx="495300" cy="37466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背景_光路底_2"/>
          <p:cNvCxnSpPr/>
          <p:nvPr/>
        </p:nvCxnSpPr>
        <p:spPr>
          <a:xfrm flipV="1">
            <a:off x="9566148" y="5358322"/>
            <a:ext cx="495300" cy="2246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背景_光路亮线_2"/>
          <p:cNvCxnSpPr/>
          <p:nvPr/>
        </p:nvCxnSpPr>
        <p:spPr>
          <a:xfrm flipV="1">
            <a:off x="9566148" y="5358322"/>
            <a:ext cx="495300" cy="2246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背景_光路底_2"/>
          <p:cNvCxnSpPr/>
          <p:nvPr/>
        </p:nvCxnSpPr>
        <p:spPr>
          <a:xfrm>
            <a:off x="10061448" y="5358322"/>
            <a:ext cx="495300" cy="45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背景_光路亮线_2"/>
          <p:cNvCxnSpPr/>
          <p:nvPr/>
        </p:nvCxnSpPr>
        <p:spPr>
          <a:xfrm>
            <a:off x="10061448" y="5358322"/>
            <a:ext cx="495300" cy="45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背景_光路底_2"/>
          <p:cNvCxnSpPr/>
          <p:nvPr/>
        </p:nvCxnSpPr>
        <p:spPr>
          <a:xfrm>
            <a:off x="10556748" y="5358772"/>
            <a:ext cx="495300" cy="2791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背景_光路亮线_2"/>
          <p:cNvCxnSpPr/>
          <p:nvPr/>
        </p:nvCxnSpPr>
        <p:spPr>
          <a:xfrm>
            <a:off x="10556748" y="5358772"/>
            <a:ext cx="495300" cy="2791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背景_光路底_2"/>
          <p:cNvCxnSpPr/>
          <p:nvPr/>
        </p:nvCxnSpPr>
        <p:spPr>
          <a:xfrm>
            <a:off x="11052048" y="5386682"/>
            <a:ext cx="495300" cy="5575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背景_光路亮线_2"/>
          <p:cNvCxnSpPr/>
          <p:nvPr/>
        </p:nvCxnSpPr>
        <p:spPr>
          <a:xfrm>
            <a:off x="11052048" y="5386682"/>
            <a:ext cx="495300" cy="5575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背景_光路底_2"/>
          <p:cNvCxnSpPr/>
          <p:nvPr/>
        </p:nvCxnSpPr>
        <p:spPr>
          <a:xfrm>
            <a:off x="11547348" y="5442435"/>
            <a:ext cx="495300" cy="79762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背景_光路亮线_2"/>
          <p:cNvCxnSpPr/>
          <p:nvPr/>
        </p:nvCxnSpPr>
        <p:spPr>
          <a:xfrm>
            <a:off x="11547348" y="5442435"/>
            <a:ext cx="495300" cy="79762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4" name="背景_地平线光环"/>
          <p:cNvSpPr/>
          <p:nvPr/>
        </p:nvSpPr>
        <p:spPr>
          <a:xfrm>
            <a:off x="3721608" y="4140403"/>
            <a:ext cx="4754880" cy="1046073"/>
          </a:xfrm>
          <a:prstGeom prst="ellipse">
            <a:avLst/>
          </a:prstGeom>
          <a:noFill/>
          <a:ln w="11176">
            <a:solidFill>
              <a:srgbClr val="69E9FF">
                <a:alpha val="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背景_地平线光环"/>
          <p:cNvSpPr/>
          <p:nvPr/>
        </p:nvSpPr>
        <p:spPr>
          <a:xfrm>
            <a:off x="4315968" y="4271162"/>
            <a:ext cx="3566160" cy="784555"/>
          </a:xfrm>
          <a:prstGeom prst="ellipse">
            <a:avLst/>
          </a:prstGeom>
          <a:noFill/>
          <a:ln w="11176">
            <a:solidFill>
              <a:srgbClr val="69E9FF">
                <a:alpha val="1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背景_地平线光环"/>
          <p:cNvSpPr/>
          <p:nvPr/>
        </p:nvSpPr>
        <p:spPr>
          <a:xfrm>
            <a:off x="4910328" y="4401921"/>
            <a:ext cx="2377440" cy="523036"/>
          </a:xfrm>
          <a:prstGeom prst="ellipse">
            <a:avLst/>
          </a:prstGeom>
          <a:noFill/>
          <a:ln w="11176">
            <a:solidFill>
              <a:srgbClr val="69E9FF">
                <a:alpha val="14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母版黄标_S04_可编辑"/>
          <p:cNvSpPr/>
          <p:nvPr/>
        </p:nvSpPr>
        <p:spPr>
          <a:xfrm>
            <a:off x="438912" y="438912"/>
            <a:ext cx="932688" cy="292608"/>
          </a:xfrm>
          <a:prstGeom prst="roundRect">
            <a:avLst/>
          </a:prstGeom>
          <a:solidFill>
            <a:srgbClr val="FFC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19" b="1">
                <a:solidFill>
                  <a:srgbClr val="082944"/>
                </a:solidFill>
                <a:latin typeface="Arial"/>
              </a:rPr>
              <a:t>03 方案</a:t>
            </a:r>
          </a:p>
        </p:txBody>
      </p:sp>
      <p:cxnSp>
        <p:nvCxnSpPr>
          <p:cNvPr id="217" name="S04_路线底光"/>
          <p:cNvCxnSpPr/>
          <p:nvPr/>
        </p:nvCxnSpPr>
        <p:spPr>
          <a:xfrm flipV="1">
            <a:off x="1143000" y="4133087"/>
            <a:ext cx="2011680" cy="548641"/>
          </a:xfrm>
          <a:prstGeom prst="line">
            <a:avLst/>
          </a:prstGeom>
          <a:ln w="88900">
            <a:solidFill>
              <a:srgbClr val="157FAE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S04_路线亮线"/>
          <p:cNvCxnSpPr/>
          <p:nvPr/>
        </p:nvCxnSpPr>
        <p:spPr>
          <a:xfrm flipV="1">
            <a:off x="1143000" y="4133087"/>
            <a:ext cx="2011680" cy="548641"/>
          </a:xfrm>
          <a:prstGeom prst="line">
            <a:avLst/>
          </a:prstGeom>
          <a:ln w="19558">
            <a:solidFill>
              <a:srgbClr val="63E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S04_路线底光"/>
          <p:cNvCxnSpPr/>
          <p:nvPr/>
        </p:nvCxnSpPr>
        <p:spPr>
          <a:xfrm flipV="1">
            <a:off x="3154680" y="3584448"/>
            <a:ext cx="2468880" cy="548639"/>
          </a:xfrm>
          <a:prstGeom prst="line">
            <a:avLst/>
          </a:prstGeom>
          <a:ln w="88900">
            <a:solidFill>
              <a:srgbClr val="157FAE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S04_路线亮线"/>
          <p:cNvCxnSpPr/>
          <p:nvPr/>
        </p:nvCxnSpPr>
        <p:spPr>
          <a:xfrm flipV="1">
            <a:off x="3154680" y="3584448"/>
            <a:ext cx="2468880" cy="548639"/>
          </a:xfrm>
          <a:prstGeom prst="line">
            <a:avLst/>
          </a:prstGeom>
          <a:ln w="19558">
            <a:solidFill>
              <a:srgbClr val="63E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S04_路线底光"/>
          <p:cNvCxnSpPr/>
          <p:nvPr/>
        </p:nvCxnSpPr>
        <p:spPr>
          <a:xfrm flipV="1">
            <a:off x="5623560" y="3090672"/>
            <a:ext cx="2587752" cy="493776"/>
          </a:xfrm>
          <a:prstGeom prst="line">
            <a:avLst/>
          </a:prstGeom>
          <a:ln w="88900">
            <a:solidFill>
              <a:srgbClr val="157FAE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S04_路线亮线"/>
          <p:cNvCxnSpPr/>
          <p:nvPr/>
        </p:nvCxnSpPr>
        <p:spPr>
          <a:xfrm flipV="1">
            <a:off x="5623560" y="3090672"/>
            <a:ext cx="2587752" cy="493776"/>
          </a:xfrm>
          <a:prstGeom prst="line">
            <a:avLst/>
          </a:prstGeom>
          <a:ln w="19558">
            <a:solidFill>
              <a:srgbClr val="63E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S04_路线底光"/>
          <p:cNvCxnSpPr/>
          <p:nvPr/>
        </p:nvCxnSpPr>
        <p:spPr>
          <a:xfrm flipV="1">
            <a:off x="8211312" y="2670048"/>
            <a:ext cx="1984248" cy="420624"/>
          </a:xfrm>
          <a:prstGeom prst="line">
            <a:avLst/>
          </a:prstGeom>
          <a:ln w="88900">
            <a:solidFill>
              <a:srgbClr val="157FAE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S04_路线亮线"/>
          <p:cNvCxnSpPr/>
          <p:nvPr/>
        </p:nvCxnSpPr>
        <p:spPr>
          <a:xfrm flipV="1">
            <a:off x="8211312" y="2670048"/>
            <a:ext cx="1984248" cy="420624"/>
          </a:xfrm>
          <a:prstGeom prst="line">
            <a:avLst/>
          </a:prstGeom>
          <a:ln w="19558">
            <a:solidFill>
              <a:srgbClr val="63E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5" name="S04_一库_屋顶"/>
          <p:cNvSpPr/>
          <p:nvPr/>
        </p:nvSpPr>
        <p:spPr>
          <a:xfrm>
            <a:off x="1324416" y="4326575"/>
            <a:ext cx="368686" cy="172821"/>
          </a:xfrm>
          <a:prstGeom prst="triangle">
            <a:avLst/>
          </a:prstGeom>
          <a:solidFill>
            <a:srgbClr val="F0FCFF"/>
          </a:solidFill>
          <a:ln w="16764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S04_一库_房体"/>
          <p:cNvSpPr/>
          <p:nvPr/>
        </p:nvSpPr>
        <p:spPr>
          <a:xfrm>
            <a:off x="1362821" y="4495556"/>
            <a:ext cx="291876" cy="207385"/>
          </a:xfrm>
          <a:prstGeom prst="rect">
            <a:avLst/>
          </a:prstGeom>
          <a:solidFill>
            <a:srgbClr val="146C99">
              <a:alpha val="100000"/>
            </a:srgbClr>
          </a:solidFill>
          <a:ln w="15367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S04_一库_门"/>
          <p:cNvSpPr/>
          <p:nvPr/>
        </p:nvSpPr>
        <p:spPr>
          <a:xfrm>
            <a:off x="1527962" y="4564684"/>
            <a:ext cx="61447" cy="130576"/>
          </a:xfrm>
          <a:prstGeom prst="rect">
            <a:avLst/>
          </a:prstGeom>
          <a:solidFill>
            <a:srgbClr val="062B49">
              <a:alpha val="100000"/>
            </a:srgbClr>
          </a:solidFill>
          <a:ln w="9779">
            <a:solidFill>
              <a:srgbClr val="B0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S04_双模_柱1"/>
          <p:cNvSpPr/>
          <p:nvPr/>
        </p:nvSpPr>
        <p:spPr>
          <a:xfrm>
            <a:off x="3848709" y="3910614"/>
            <a:ext cx="69951" cy="92171"/>
          </a:xfrm>
          <a:prstGeom prst="rect">
            <a:avLst/>
          </a:prstGeom>
          <a:solidFill>
            <a:srgbClr val="63ECFF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S04_双模_柱2"/>
          <p:cNvSpPr/>
          <p:nvPr/>
        </p:nvSpPr>
        <p:spPr>
          <a:xfrm>
            <a:off x="3963924" y="3835725"/>
            <a:ext cx="69951" cy="167060"/>
          </a:xfrm>
          <a:prstGeom prst="rect">
            <a:avLst/>
          </a:prstGeom>
          <a:solidFill>
            <a:srgbClr val="63ECFF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S04_双模_柱3"/>
          <p:cNvSpPr/>
          <p:nvPr/>
        </p:nvSpPr>
        <p:spPr>
          <a:xfrm>
            <a:off x="4079138" y="3749314"/>
            <a:ext cx="69951" cy="253471"/>
          </a:xfrm>
          <a:prstGeom prst="rect">
            <a:avLst/>
          </a:prstGeom>
          <a:solidFill>
            <a:srgbClr val="63ECFF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1" name="S04_双模_基线"/>
          <p:cNvCxnSpPr/>
          <p:nvPr/>
        </p:nvCxnSpPr>
        <p:spPr>
          <a:xfrm>
            <a:off x="3815791" y="4011015"/>
            <a:ext cx="386791" cy="0"/>
          </a:xfrm>
          <a:prstGeom prst="line">
            <a:avLst/>
          </a:prstGeom>
          <a:ln w="13970">
            <a:solidFill>
              <a:srgbClr val="63E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S04_三智_扳手柄"/>
          <p:cNvCxnSpPr/>
          <p:nvPr/>
        </p:nvCxnSpPr>
        <p:spPr>
          <a:xfrm flipV="1">
            <a:off x="6357823" y="3217956"/>
            <a:ext cx="203545" cy="199705"/>
          </a:xfrm>
          <a:prstGeom prst="line">
            <a:avLst/>
          </a:prstGeom>
          <a:ln w="50800">
            <a:solidFill>
              <a:srgbClr val="63E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3" name="S04_三智_扳手头"/>
          <p:cNvSpPr/>
          <p:nvPr/>
        </p:nvSpPr>
        <p:spPr>
          <a:xfrm>
            <a:off x="6511442" y="3164189"/>
            <a:ext cx="119054" cy="119054"/>
          </a:xfrm>
          <a:prstGeom prst="ellipse">
            <a:avLst/>
          </a:prstGeom>
          <a:solidFill>
            <a:srgbClr val="062B49">
              <a:alpha val="100000"/>
            </a:srgbClr>
          </a:solidFill>
          <a:ln w="38100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S04_三智_扳手尾"/>
          <p:cNvSpPr/>
          <p:nvPr/>
        </p:nvSpPr>
        <p:spPr>
          <a:xfrm>
            <a:off x="6327099" y="3379256"/>
            <a:ext cx="72969" cy="72969"/>
          </a:xfrm>
          <a:prstGeom prst="ellipse">
            <a:avLst/>
          </a:prstGeom>
          <a:solidFill>
            <a:srgbClr val="062B49">
              <a:alpha val="100000"/>
            </a:srgbClr>
          </a:solidFill>
          <a:ln w="27940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S04_三智_齿轮"/>
          <p:cNvSpPr/>
          <p:nvPr/>
        </p:nvSpPr>
        <p:spPr>
          <a:xfrm>
            <a:off x="6511442" y="3317808"/>
            <a:ext cx="130576" cy="130576"/>
          </a:xfrm>
          <a:prstGeom prst="gear6">
            <a:avLst/>
          </a:prstGeom>
          <a:solidFill>
            <a:srgbClr val="63EC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S04_四队_头1"/>
          <p:cNvSpPr/>
          <p:nvPr/>
        </p:nvSpPr>
        <p:spPr>
          <a:xfrm>
            <a:off x="9058046" y="2638958"/>
            <a:ext cx="70225" cy="70225"/>
          </a:xfrm>
          <a:prstGeom prst="ellipse">
            <a:avLst/>
          </a:prstGeom>
          <a:solidFill>
            <a:srgbClr val="63ECFF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S04_四队_身1"/>
          <p:cNvSpPr/>
          <p:nvPr/>
        </p:nvSpPr>
        <p:spPr>
          <a:xfrm>
            <a:off x="9036100" y="2744297"/>
            <a:ext cx="114117" cy="131673"/>
          </a:xfrm>
          <a:prstGeom prst="roundRect">
            <a:avLst/>
          </a:prstGeom>
          <a:solidFill>
            <a:srgbClr val="12628E">
              <a:alpha val="100000"/>
            </a:srgbClr>
          </a:solidFill>
          <a:ln w="9779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S04_四队_头2"/>
          <p:cNvSpPr/>
          <p:nvPr/>
        </p:nvSpPr>
        <p:spPr>
          <a:xfrm>
            <a:off x="9154607" y="2638958"/>
            <a:ext cx="70225" cy="70225"/>
          </a:xfrm>
          <a:prstGeom prst="ellipse">
            <a:avLst/>
          </a:prstGeom>
          <a:solidFill>
            <a:srgbClr val="FFC928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S04_四队_身2"/>
          <p:cNvSpPr/>
          <p:nvPr/>
        </p:nvSpPr>
        <p:spPr>
          <a:xfrm>
            <a:off x="9132661" y="2744297"/>
            <a:ext cx="114117" cy="131673"/>
          </a:xfrm>
          <a:prstGeom prst="roundRect">
            <a:avLst/>
          </a:prstGeom>
          <a:solidFill>
            <a:srgbClr val="12628E">
              <a:alpha val="100000"/>
            </a:srgbClr>
          </a:solidFill>
          <a:ln w="9779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S04_四队_头3"/>
          <p:cNvSpPr/>
          <p:nvPr/>
        </p:nvSpPr>
        <p:spPr>
          <a:xfrm>
            <a:off x="9251167" y="2638958"/>
            <a:ext cx="70225" cy="70225"/>
          </a:xfrm>
          <a:prstGeom prst="ellipse">
            <a:avLst/>
          </a:prstGeom>
          <a:solidFill>
            <a:srgbClr val="63ECFF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S04_四队_身3"/>
          <p:cNvSpPr/>
          <p:nvPr/>
        </p:nvSpPr>
        <p:spPr>
          <a:xfrm>
            <a:off x="9229222" y="2744297"/>
            <a:ext cx="114117" cy="131673"/>
          </a:xfrm>
          <a:prstGeom prst="roundRect">
            <a:avLst/>
          </a:prstGeom>
          <a:solidFill>
            <a:srgbClr val="12628E">
              <a:alpha val="100000"/>
            </a:srgbClr>
          </a:solidFill>
          <a:ln w="9779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S04_节点平台_光环1"/>
          <p:cNvSpPr/>
          <p:nvPr/>
        </p:nvSpPr>
        <p:spPr>
          <a:xfrm>
            <a:off x="1120139" y="4645152"/>
            <a:ext cx="777240" cy="182880"/>
          </a:xfrm>
          <a:prstGeom prst="ellipse">
            <a:avLst/>
          </a:prstGeom>
          <a:noFill/>
          <a:ln w="22352">
            <a:solidFill>
              <a:srgbClr val="63ECFF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S04_节点平台_光环2"/>
          <p:cNvSpPr/>
          <p:nvPr/>
        </p:nvSpPr>
        <p:spPr>
          <a:xfrm>
            <a:off x="1213408" y="4667097"/>
            <a:ext cx="590702" cy="138988"/>
          </a:xfrm>
          <a:prstGeom prst="ellipse">
            <a:avLst/>
          </a:prstGeom>
          <a:noFill/>
          <a:ln w="13970">
            <a:solidFill>
              <a:srgbClr val="63ECFF">
                <a:alpha val="6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S04_节点平台_光环3"/>
          <p:cNvSpPr/>
          <p:nvPr/>
        </p:nvSpPr>
        <p:spPr>
          <a:xfrm>
            <a:off x="1306677" y="4689043"/>
            <a:ext cx="404164" cy="95097"/>
          </a:xfrm>
          <a:prstGeom prst="ellipse">
            <a:avLst/>
          </a:prstGeom>
          <a:noFill/>
          <a:ln w="13970">
            <a:solidFill>
              <a:srgbClr val="63ECFF">
                <a:alpha val="49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S04_节点平台_光环1"/>
          <p:cNvSpPr/>
          <p:nvPr/>
        </p:nvSpPr>
        <p:spPr>
          <a:xfrm>
            <a:off x="3616452" y="3977640"/>
            <a:ext cx="777240" cy="182880"/>
          </a:xfrm>
          <a:prstGeom prst="ellipse">
            <a:avLst/>
          </a:prstGeom>
          <a:noFill/>
          <a:ln w="22352">
            <a:solidFill>
              <a:srgbClr val="63ECFF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S04_节点平台_光环2"/>
          <p:cNvSpPr/>
          <p:nvPr/>
        </p:nvSpPr>
        <p:spPr>
          <a:xfrm>
            <a:off x="3709720" y="3999585"/>
            <a:ext cx="590702" cy="138988"/>
          </a:xfrm>
          <a:prstGeom prst="ellipse">
            <a:avLst/>
          </a:prstGeom>
          <a:noFill/>
          <a:ln w="13970">
            <a:solidFill>
              <a:srgbClr val="63ECFF">
                <a:alpha val="6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S04_节点平台_光环3"/>
          <p:cNvSpPr/>
          <p:nvPr/>
        </p:nvSpPr>
        <p:spPr>
          <a:xfrm>
            <a:off x="3802989" y="4021531"/>
            <a:ext cx="404164" cy="95097"/>
          </a:xfrm>
          <a:prstGeom prst="ellipse">
            <a:avLst/>
          </a:prstGeom>
          <a:noFill/>
          <a:ln w="13970">
            <a:solidFill>
              <a:srgbClr val="63ECFF">
                <a:alpha val="49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S04_节点平台_光环1"/>
          <p:cNvSpPr/>
          <p:nvPr/>
        </p:nvSpPr>
        <p:spPr>
          <a:xfrm>
            <a:off x="6103620" y="3429000"/>
            <a:ext cx="777240" cy="182880"/>
          </a:xfrm>
          <a:prstGeom prst="ellipse">
            <a:avLst/>
          </a:prstGeom>
          <a:noFill/>
          <a:ln w="22352">
            <a:solidFill>
              <a:srgbClr val="63ECFF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S04_节点平台_光环2"/>
          <p:cNvSpPr/>
          <p:nvPr/>
        </p:nvSpPr>
        <p:spPr>
          <a:xfrm>
            <a:off x="6196888" y="3450945"/>
            <a:ext cx="590702" cy="138988"/>
          </a:xfrm>
          <a:prstGeom prst="ellipse">
            <a:avLst/>
          </a:prstGeom>
          <a:noFill/>
          <a:ln w="13970">
            <a:solidFill>
              <a:srgbClr val="63ECFF">
                <a:alpha val="6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S04_节点平台_光环3"/>
          <p:cNvSpPr/>
          <p:nvPr/>
        </p:nvSpPr>
        <p:spPr>
          <a:xfrm>
            <a:off x="6290157" y="3472891"/>
            <a:ext cx="404164" cy="95097"/>
          </a:xfrm>
          <a:prstGeom prst="ellipse">
            <a:avLst/>
          </a:prstGeom>
          <a:noFill/>
          <a:ln w="13970">
            <a:solidFill>
              <a:srgbClr val="63ECFF">
                <a:alpha val="49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S04_节点平台_光环1"/>
          <p:cNvSpPr/>
          <p:nvPr/>
        </p:nvSpPr>
        <p:spPr>
          <a:xfrm>
            <a:off x="8801100" y="2880360"/>
            <a:ext cx="777240" cy="182880"/>
          </a:xfrm>
          <a:prstGeom prst="ellipse">
            <a:avLst/>
          </a:prstGeom>
          <a:noFill/>
          <a:ln w="22352">
            <a:solidFill>
              <a:srgbClr val="63ECFF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S04_节点平台_光环2"/>
          <p:cNvSpPr/>
          <p:nvPr/>
        </p:nvSpPr>
        <p:spPr>
          <a:xfrm>
            <a:off x="8894368" y="2902305"/>
            <a:ext cx="590702" cy="138988"/>
          </a:xfrm>
          <a:prstGeom prst="ellipse">
            <a:avLst/>
          </a:prstGeom>
          <a:noFill/>
          <a:ln w="13970">
            <a:solidFill>
              <a:srgbClr val="63ECFF">
                <a:alpha val="6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S04_节点平台_光环3"/>
          <p:cNvSpPr/>
          <p:nvPr/>
        </p:nvSpPr>
        <p:spPr>
          <a:xfrm>
            <a:off x="8987637" y="2924251"/>
            <a:ext cx="404164" cy="95097"/>
          </a:xfrm>
          <a:prstGeom prst="ellipse">
            <a:avLst/>
          </a:prstGeom>
          <a:noFill/>
          <a:ln w="13970">
            <a:solidFill>
              <a:srgbClr val="63ECFF">
                <a:alpha val="49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4" name="S04_箭头0"/>
          <p:cNvCxnSpPr/>
          <p:nvPr/>
        </p:nvCxnSpPr>
        <p:spPr>
          <a:xfrm>
            <a:off x="2075688" y="4370832"/>
            <a:ext cx="164592" cy="0"/>
          </a:xfrm>
          <a:prstGeom prst="line">
            <a:avLst/>
          </a:prstGeom>
          <a:ln w="27940">
            <a:solidFill>
              <a:srgbClr val="63E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S04_箭头1"/>
          <p:cNvCxnSpPr/>
          <p:nvPr/>
        </p:nvCxnSpPr>
        <p:spPr>
          <a:xfrm>
            <a:off x="4315968" y="3822191"/>
            <a:ext cx="164592" cy="0"/>
          </a:xfrm>
          <a:prstGeom prst="line">
            <a:avLst/>
          </a:prstGeom>
          <a:ln w="27940">
            <a:solidFill>
              <a:srgbClr val="63E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S04_箭头2"/>
          <p:cNvCxnSpPr/>
          <p:nvPr/>
        </p:nvCxnSpPr>
        <p:spPr>
          <a:xfrm>
            <a:off x="6844284" y="3300984"/>
            <a:ext cx="164592" cy="0"/>
          </a:xfrm>
          <a:prstGeom prst="line">
            <a:avLst/>
          </a:prstGeom>
          <a:ln w="27940">
            <a:solidFill>
              <a:srgbClr val="63E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S04_箭头3"/>
          <p:cNvCxnSpPr/>
          <p:nvPr/>
        </p:nvCxnSpPr>
        <p:spPr>
          <a:xfrm>
            <a:off x="9130284" y="2843784"/>
            <a:ext cx="164592" cy="0"/>
          </a:xfrm>
          <a:prstGeom prst="line">
            <a:avLst/>
          </a:prstGeom>
          <a:ln w="27940">
            <a:solidFill>
              <a:srgbClr val="63E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原生可编辑文字_S04_001_双击编辑"/>
          <p:cNvSpPr txBox="1"/>
          <p:nvPr/>
        </p:nvSpPr>
        <p:spPr>
          <a:xfrm>
            <a:off x="1684020" y="129540"/>
            <a:ext cx="7825740" cy="164592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800">
                <a:solidFill>
                  <a:srgbClr val="F7FCFF"/>
                </a:solidFill>
                <a:latin typeface="Noto Serif CJK SC"/>
              </a:rPr>
              <a:t>一套方案，做成 4 件事</a:t>
            </a:r>
          </a:p>
        </p:txBody>
      </p:sp>
      <p:sp>
        <p:nvSpPr>
          <p:cNvPr id="11" name="原生可编辑文字_S04_002_双击编辑"/>
          <p:cNvSpPr txBox="1"/>
          <p:nvPr/>
        </p:nvSpPr>
        <p:spPr>
          <a:xfrm>
            <a:off x="3238500" y="1379220"/>
            <a:ext cx="5654040" cy="48768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800">
                <a:solidFill>
                  <a:srgbClr val="F2F8FF"/>
                </a:solidFill>
                <a:latin typeface="Noto Sans CJK SC"/>
              </a:rPr>
              <a:t>从摸清家底，到科学决策，再到真实落地与长效机制</a:t>
            </a:r>
          </a:p>
        </p:txBody>
      </p:sp>
      <p:sp>
        <p:nvSpPr>
          <p:cNvPr id="13" name="原生可编辑文字_S04_003_双击编辑"/>
          <p:cNvSpPr txBox="1"/>
          <p:nvPr/>
        </p:nvSpPr>
        <p:spPr>
          <a:xfrm>
            <a:off x="3680460" y="2712720"/>
            <a:ext cx="2415540" cy="73152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995">
                <a:solidFill>
                  <a:srgbClr val="F2F8FF"/>
                </a:solidFill>
                <a:latin typeface="Noto Serif CJK SC"/>
              </a:rPr>
              <a:t>02 双模决策</a:t>
            </a:r>
          </a:p>
        </p:txBody>
      </p:sp>
      <p:sp>
        <p:nvSpPr>
          <p:cNvPr id="15" name="原生可编辑文字_S04_004_双击编辑"/>
          <p:cNvSpPr txBox="1"/>
          <p:nvPr/>
        </p:nvSpPr>
        <p:spPr>
          <a:xfrm>
            <a:off x="3710940" y="3406140"/>
            <a:ext cx="2385060" cy="3657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584">
                <a:solidFill>
                  <a:srgbClr val="F2F8FF"/>
                </a:solidFill>
                <a:latin typeface="Noto Sans CJK SC"/>
              </a:rPr>
              <a:t>健康评估 / 供需推演 / 投入更准</a:t>
            </a:r>
          </a:p>
        </p:txBody>
      </p:sp>
      <p:sp>
        <p:nvSpPr>
          <p:cNvPr id="17" name="原生可编辑文字_S04_005_双击编辑"/>
          <p:cNvSpPr txBox="1"/>
          <p:nvPr/>
        </p:nvSpPr>
        <p:spPr>
          <a:xfrm>
            <a:off x="6499860" y="2362200"/>
            <a:ext cx="2484120" cy="80772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307">
                <a:solidFill>
                  <a:srgbClr val="F2F8FF"/>
                </a:solidFill>
                <a:latin typeface="Noto Serif CJK SC"/>
              </a:rPr>
              <a:t>03 三智落地</a:t>
            </a:r>
          </a:p>
        </p:txBody>
      </p:sp>
      <p:sp>
        <p:nvSpPr>
          <p:cNvPr id="19" name="原生可编辑文字_S04_006_双击编辑"/>
          <p:cNvSpPr txBox="1"/>
          <p:nvPr/>
        </p:nvSpPr>
        <p:spPr>
          <a:xfrm>
            <a:off x="7078980" y="3078480"/>
            <a:ext cx="1493520" cy="3657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584">
                <a:solidFill>
                  <a:srgbClr val="F2F8FF"/>
                </a:solidFill>
                <a:latin typeface="Noto Sans CJK SC"/>
              </a:rPr>
              <a:t>智用 / 智投 / 智管</a:t>
            </a:r>
          </a:p>
        </p:txBody>
      </p:sp>
      <p:sp>
        <p:nvSpPr>
          <p:cNvPr id="21" name="原生可编辑文字_S04_007_双击编辑"/>
          <p:cNvSpPr txBox="1"/>
          <p:nvPr/>
        </p:nvSpPr>
        <p:spPr>
          <a:xfrm>
            <a:off x="9418320" y="1927860"/>
            <a:ext cx="861060" cy="5562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504">
                <a:solidFill>
                  <a:srgbClr val="FFC928"/>
                </a:solidFill>
                <a:latin typeface="Noto Serif CJK SC"/>
              </a:rPr>
              <a:t>04</a:t>
            </a:r>
          </a:p>
        </p:txBody>
      </p:sp>
      <p:sp>
        <p:nvSpPr>
          <p:cNvPr id="23" name="原生可编辑文字_S04_008_双击编辑"/>
          <p:cNvSpPr txBox="1"/>
          <p:nvPr/>
        </p:nvSpPr>
        <p:spPr>
          <a:xfrm>
            <a:off x="10020300" y="1973580"/>
            <a:ext cx="1706880" cy="43434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325">
                <a:solidFill>
                  <a:srgbClr val="FFC928"/>
                </a:solidFill>
                <a:latin typeface="Noto Serif CJK SC"/>
              </a:rPr>
              <a:t>四队长效</a:t>
            </a:r>
          </a:p>
        </p:txBody>
      </p:sp>
      <p:sp>
        <p:nvSpPr>
          <p:cNvPr id="25" name="原生可编辑文字_S04_009_双击编辑"/>
          <p:cNvSpPr txBox="1"/>
          <p:nvPr/>
        </p:nvSpPr>
        <p:spPr>
          <a:xfrm>
            <a:off x="9296400" y="2545080"/>
            <a:ext cx="2628900" cy="3657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1584">
                <a:solidFill>
                  <a:srgbClr val="FFC928"/>
                </a:solidFill>
                <a:latin typeface="Noto Sans CJK SC"/>
              </a:rPr>
              <a:t>专班推进 / 维修服务 / 运营管护 / 基金保障</a:t>
            </a:r>
          </a:p>
        </p:txBody>
      </p:sp>
      <p:sp>
        <p:nvSpPr>
          <p:cNvPr id="27" name="原生可编辑文字_S04_010_双击编辑"/>
          <p:cNvSpPr txBox="1"/>
          <p:nvPr/>
        </p:nvSpPr>
        <p:spPr>
          <a:xfrm>
            <a:off x="952500" y="3215640"/>
            <a:ext cx="2270760" cy="70104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100">
                <a:solidFill>
                  <a:srgbClr val="F2F8FF"/>
                </a:solidFill>
                <a:latin typeface="Noto Serif CJK SC"/>
              </a:rPr>
              <a:t>01 一库清底</a:t>
            </a:r>
          </a:p>
        </p:txBody>
      </p:sp>
      <p:sp>
        <p:nvSpPr>
          <p:cNvPr id="29" name="原生可编辑文字_S04_011_双击编辑"/>
          <p:cNvSpPr txBox="1"/>
          <p:nvPr/>
        </p:nvSpPr>
        <p:spPr>
          <a:xfrm>
            <a:off x="929640" y="3886200"/>
            <a:ext cx="2331720" cy="3657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584">
                <a:solidFill>
                  <a:srgbClr val="F2F8FF"/>
                </a:solidFill>
                <a:latin typeface="Noto Sans CJK SC"/>
              </a:rPr>
              <a:t>一房一档 / 状态可视 / 家底清楚</a:t>
            </a:r>
          </a:p>
        </p:txBody>
      </p:sp>
      <p:sp>
        <p:nvSpPr>
          <p:cNvPr id="31" name="原生可编辑文字_S04_012_双击编辑"/>
          <p:cNvSpPr txBox="1"/>
          <p:nvPr/>
        </p:nvSpPr>
        <p:spPr>
          <a:xfrm>
            <a:off x="1981199" y="5859780"/>
            <a:ext cx="8153399" cy="5943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100">
                <a:solidFill>
                  <a:srgbClr val="FFC928"/>
                </a:solidFill>
                <a:latin typeface="Noto Serif CJK SC"/>
              </a:rPr>
              <a:t>把“看不清、修不及、投不准”，变成“看得见、管得住、投得准”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_深蓝底_可编辑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B49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背景_左上光束_1"/>
          <p:cNvSpPr/>
          <p:nvPr/>
        </p:nvSpPr>
        <p:spPr>
          <a:xfrm>
            <a:off x="0" y="0"/>
            <a:ext cx="2423160" cy="1828800"/>
          </a:xfrm>
          <a:custGeom>
            <a:avLst/>
            <a:gdLst/>
            <a:ahLst/>
            <a:cxnLst/>
            <a:rect l="l" t="t" r="r" b="b"/>
            <a:pathLst>
              <a:path w="2423160" h="1828800">
                <a:moveTo>
                  <a:pt x="0" y="0"/>
                </a:moveTo>
                <a:lnTo>
                  <a:pt x="914400" y="0"/>
                </a:lnTo>
                <a:lnTo>
                  <a:pt x="2423160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8DEBFF">
              <a:alpha val="2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背景_左上光束_2"/>
          <p:cNvSpPr/>
          <p:nvPr/>
        </p:nvSpPr>
        <p:spPr>
          <a:xfrm>
            <a:off x="274320" y="0"/>
            <a:ext cx="2423159" cy="1828800"/>
          </a:xfrm>
          <a:custGeom>
            <a:avLst/>
            <a:gdLst/>
            <a:ahLst/>
            <a:cxnLst/>
            <a:rect l="l" t="t" r="r" b="b"/>
            <a:pathLst>
              <a:path w="2423159" h="1828800">
                <a:moveTo>
                  <a:pt x="0" y="0"/>
                </a:moveTo>
                <a:lnTo>
                  <a:pt x="914400" y="0"/>
                </a:lnTo>
                <a:lnTo>
                  <a:pt x="2423159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8DEBFF">
              <a:alpha val="2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背景_左上光束_3"/>
          <p:cNvSpPr/>
          <p:nvPr/>
        </p:nvSpPr>
        <p:spPr>
          <a:xfrm>
            <a:off x="640080" y="0"/>
            <a:ext cx="2423159" cy="1828800"/>
          </a:xfrm>
          <a:custGeom>
            <a:avLst/>
            <a:gdLst/>
            <a:ahLst/>
            <a:cxnLst/>
            <a:rect l="l" t="t" r="r" b="b"/>
            <a:pathLst>
              <a:path w="2423159" h="1828800">
                <a:moveTo>
                  <a:pt x="0" y="0"/>
                </a:moveTo>
                <a:lnTo>
                  <a:pt x="914400" y="0"/>
                </a:lnTo>
                <a:lnTo>
                  <a:pt x="2423159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8DEBFF">
              <a:alpha val="2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背景_星点_1"/>
          <p:cNvSpPr/>
          <p:nvPr/>
        </p:nvSpPr>
        <p:spPr>
          <a:xfrm>
            <a:off x="5472318" y="616953"/>
            <a:ext cx="18288" cy="18288"/>
          </a:xfrm>
          <a:prstGeom prst="ellipse">
            <a:avLst/>
          </a:prstGeom>
          <a:solidFill>
            <a:srgbClr val="E8FDFF">
              <a:alpha val="46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背景_星点_2"/>
          <p:cNvSpPr/>
          <p:nvPr/>
        </p:nvSpPr>
        <p:spPr>
          <a:xfrm>
            <a:off x="7716582" y="697092"/>
            <a:ext cx="27432" cy="27432"/>
          </a:xfrm>
          <a:prstGeom prst="ellipse">
            <a:avLst/>
          </a:prstGeom>
          <a:solidFill>
            <a:srgbClr val="E8FDFF">
              <a:alpha val="54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背景_星点_3"/>
          <p:cNvSpPr/>
          <p:nvPr/>
        </p:nvSpPr>
        <p:spPr>
          <a:xfrm>
            <a:off x="4904149" y="3904918"/>
            <a:ext cx="13716" cy="13716"/>
          </a:xfrm>
          <a:prstGeom prst="ellipse">
            <a:avLst/>
          </a:prstGeom>
          <a:solidFill>
            <a:srgbClr val="E8FDFF">
              <a:alpha val="59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背景_星点_4"/>
          <p:cNvSpPr/>
          <p:nvPr/>
        </p:nvSpPr>
        <p:spPr>
          <a:xfrm>
            <a:off x="1731180" y="4137933"/>
            <a:ext cx="13716" cy="13716"/>
          </a:xfrm>
          <a:prstGeom prst="ellipse">
            <a:avLst/>
          </a:prstGeom>
          <a:solidFill>
            <a:srgbClr val="E8FDFF">
              <a:alpha val="39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背景_星点_5"/>
          <p:cNvSpPr/>
          <p:nvPr/>
        </p:nvSpPr>
        <p:spPr>
          <a:xfrm>
            <a:off x="3367092" y="1870213"/>
            <a:ext cx="13716" cy="13716"/>
          </a:xfrm>
          <a:prstGeom prst="ellipse">
            <a:avLst/>
          </a:prstGeom>
          <a:solidFill>
            <a:srgbClr val="E8FDFF">
              <a:alpha val="71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背景_星点_6"/>
          <p:cNvSpPr/>
          <p:nvPr/>
        </p:nvSpPr>
        <p:spPr>
          <a:xfrm>
            <a:off x="10437645" y="4002525"/>
            <a:ext cx="27432" cy="27432"/>
          </a:xfrm>
          <a:prstGeom prst="ellipse">
            <a:avLst/>
          </a:prstGeom>
          <a:solidFill>
            <a:srgbClr val="E8FDFF">
              <a:alpha val="73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背景_星点_7"/>
          <p:cNvSpPr/>
          <p:nvPr/>
        </p:nvSpPr>
        <p:spPr>
          <a:xfrm>
            <a:off x="1669555" y="3093526"/>
            <a:ext cx="13716" cy="13716"/>
          </a:xfrm>
          <a:prstGeom prst="ellipse">
            <a:avLst/>
          </a:prstGeom>
          <a:solidFill>
            <a:srgbClr val="E8FDFF">
              <a:alpha val="5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背景_星点_8"/>
          <p:cNvSpPr/>
          <p:nvPr/>
        </p:nvSpPr>
        <p:spPr>
          <a:xfrm>
            <a:off x="11248219" y="2259953"/>
            <a:ext cx="22860" cy="22860"/>
          </a:xfrm>
          <a:prstGeom prst="ellipse">
            <a:avLst/>
          </a:prstGeom>
          <a:solidFill>
            <a:srgbClr val="E8FDFF">
              <a:alpha val="58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背景_星点_9"/>
          <p:cNvSpPr/>
          <p:nvPr/>
        </p:nvSpPr>
        <p:spPr>
          <a:xfrm>
            <a:off x="4665872" y="2843313"/>
            <a:ext cx="13716" cy="13716"/>
          </a:xfrm>
          <a:prstGeom prst="ellipse">
            <a:avLst/>
          </a:prstGeom>
          <a:solidFill>
            <a:srgbClr val="E8FDFF">
              <a:alpha val="53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背景_星点_10"/>
          <p:cNvSpPr/>
          <p:nvPr/>
        </p:nvSpPr>
        <p:spPr>
          <a:xfrm>
            <a:off x="5434325" y="3407192"/>
            <a:ext cx="36576" cy="36576"/>
          </a:xfrm>
          <a:prstGeom prst="ellipse">
            <a:avLst/>
          </a:prstGeom>
          <a:solidFill>
            <a:srgbClr val="E8FDFF">
              <a:alpha val="61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背景_星点_11"/>
          <p:cNvSpPr/>
          <p:nvPr/>
        </p:nvSpPr>
        <p:spPr>
          <a:xfrm>
            <a:off x="10445273" y="2149480"/>
            <a:ext cx="22860" cy="22860"/>
          </a:xfrm>
          <a:prstGeom prst="ellipse">
            <a:avLst/>
          </a:prstGeom>
          <a:solidFill>
            <a:srgbClr val="E8FDFF">
              <a:alpha val="61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背景_星点_12"/>
          <p:cNvSpPr/>
          <p:nvPr/>
        </p:nvSpPr>
        <p:spPr>
          <a:xfrm>
            <a:off x="9909162" y="930649"/>
            <a:ext cx="18288" cy="18288"/>
          </a:xfrm>
          <a:prstGeom prst="ellipse">
            <a:avLst/>
          </a:prstGeom>
          <a:solidFill>
            <a:srgbClr val="E8FDFF">
              <a:alpha val="46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背景_星点_13"/>
          <p:cNvSpPr/>
          <p:nvPr/>
        </p:nvSpPr>
        <p:spPr>
          <a:xfrm>
            <a:off x="2128752" y="3817495"/>
            <a:ext cx="18288" cy="18288"/>
          </a:xfrm>
          <a:prstGeom prst="ellipse">
            <a:avLst/>
          </a:prstGeom>
          <a:solidFill>
            <a:srgbClr val="E8FDFF">
              <a:alpha val="6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背景_星点_14"/>
          <p:cNvSpPr/>
          <p:nvPr/>
        </p:nvSpPr>
        <p:spPr>
          <a:xfrm>
            <a:off x="7571486" y="1007144"/>
            <a:ext cx="36576" cy="36576"/>
          </a:xfrm>
          <a:prstGeom prst="ellipse">
            <a:avLst/>
          </a:prstGeom>
          <a:solidFill>
            <a:srgbClr val="E8FDFF">
              <a:alpha val="33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背景_星点_15"/>
          <p:cNvSpPr/>
          <p:nvPr/>
        </p:nvSpPr>
        <p:spPr>
          <a:xfrm>
            <a:off x="11620104" y="1730379"/>
            <a:ext cx="27432" cy="27432"/>
          </a:xfrm>
          <a:prstGeom prst="ellipse">
            <a:avLst/>
          </a:prstGeom>
          <a:solidFill>
            <a:srgbClr val="E8FDFF">
              <a:alpha val="68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背景_星点_16"/>
          <p:cNvSpPr/>
          <p:nvPr/>
        </p:nvSpPr>
        <p:spPr>
          <a:xfrm>
            <a:off x="8676186" y="2952467"/>
            <a:ext cx="18288" cy="18288"/>
          </a:xfrm>
          <a:prstGeom prst="ellipse">
            <a:avLst/>
          </a:prstGeom>
          <a:solidFill>
            <a:srgbClr val="E8FDFF">
              <a:alpha val="4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背景_星点_17"/>
          <p:cNvSpPr/>
          <p:nvPr/>
        </p:nvSpPr>
        <p:spPr>
          <a:xfrm>
            <a:off x="410416" y="3944981"/>
            <a:ext cx="27432" cy="27432"/>
          </a:xfrm>
          <a:prstGeom prst="ellipse">
            <a:avLst/>
          </a:prstGeom>
          <a:solidFill>
            <a:srgbClr val="E8FDFF">
              <a:alpha val="63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背景_星点_18"/>
          <p:cNvSpPr/>
          <p:nvPr/>
        </p:nvSpPr>
        <p:spPr>
          <a:xfrm>
            <a:off x="1597724" y="3745091"/>
            <a:ext cx="36576" cy="36576"/>
          </a:xfrm>
          <a:prstGeom prst="ellipse">
            <a:avLst/>
          </a:prstGeom>
          <a:solidFill>
            <a:srgbClr val="E8FDFF">
              <a:alpha val="44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背景_星点_19"/>
          <p:cNvSpPr/>
          <p:nvPr/>
        </p:nvSpPr>
        <p:spPr>
          <a:xfrm>
            <a:off x="3024795" y="1191250"/>
            <a:ext cx="36576" cy="36576"/>
          </a:xfrm>
          <a:prstGeom prst="ellipse">
            <a:avLst/>
          </a:prstGeom>
          <a:solidFill>
            <a:srgbClr val="E8FDFF">
              <a:alpha val="54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背景_星点_20"/>
          <p:cNvSpPr/>
          <p:nvPr/>
        </p:nvSpPr>
        <p:spPr>
          <a:xfrm>
            <a:off x="1827135" y="707771"/>
            <a:ext cx="18288" cy="18288"/>
          </a:xfrm>
          <a:prstGeom prst="ellipse">
            <a:avLst/>
          </a:prstGeom>
          <a:solidFill>
            <a:srgbClr val="E8FDFF">
              <a:alpha val="46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背景_星点_21"/>
          <p:cNvSpPr/>
          <p:nvPr/>
        </p:nvSpPr>
        <p:spPr>
          <a:xfrm>
            <a:off x="11272118" y="480469"/>
            <a:ext cx="27432" cy="27432"/>
          </a:xfrm>
          <a:prstGeom prst="ellipse">
            <a:avLst/>
          </a:prstGeom>
          <a:solidFill>
            <a:srgbClr val="E8FDFF">
              <a:alpha val="4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背景_星点_22"/>
          <p:cNvSpPr/>
          <p:nvPr/>
        </p:nvSpPr>
        <p:spPr>
          <a:xfrm>
            <a:off x="9420216" y="2018528"/>
            <a:ext cx="22860" cy="22860"/>
          </a:xfrm>
          <a:prstGeom prst="ellipse">
            <a:avLst/>
          </a:prstGeom>
          <a:solidFill>
            <a:srgbClr val="E8FDFF">
              <a:alpha val="4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背景_星点_23"/>
          <p:cNvSpPr/>
          <p:nvPr/>
        </p:nvSpPr>
        <p:spPr>
          <a:xfrm>
            <a:off x="2767234" y="3247795"/>
            <a:ext cx="18288" cy="18288"/>
          </a:xfrm>
          <a:prstGeom prst="ellipse">
            <a:avLst/>
          </a:prstGeom>
          <a:solidFill>
            <a:srgbClr val="E8FDFF">
              <a:alpha val="61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背景_星点_24"/>
          <p:cNvSpPr/>
          <p:nvPr/>
        </p:nvSpPr>
        <p:spPr>
          <a:xfrm>
            <a:off x="5734213" y="2861875"/>
            <a:ext cx="36576" cy="36576"/>
          </a:xfrm>
          <a:prstGeom prst="ellipse">
            <a:avLst/>
          </a:prstGeom>
          <a:solidFill>
            <a:srgbClr val="E8FDFF">
              <a:alpha val="38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背景_星点_25"/>
          <p:cNvSpPr/>
          <p:nvPr/>
        </p:nvSpPr>
        <p:spPr>
          <a:xfrm>
            <a:off x="9448689" y="1624038"/>
            <a:ext cx="13716" cy="13716"/>
          </a:xfrm>
          <a:prstGeom prst="ellipse">
            <a:avLst/>
          </a:prstGeom>
          <a:solidFill>
            <a:srgbClr val="E8FDFF">
              <a:alpha val="4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背景_星点_26"/>
          <p:cNvSpPr/>
          <p:nvPr/>
        </p:nvSpPr>
        <p:spPr>
          <a:xfrm>
            <a:off x="1236415" y="1267500"/>
            <a:ext cx="36576" cy="36576"/>
          </a:xfrm>
          <a:prstGeom prst="ellipse">
            <a:avLst/>
          </a:prstGeom>
          <a:solidFill>
            <a:srgbClr val="E8FDFF">
              <a:alpha val="5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背景_星点_27"/>
          <p:cNvSpPr/>
          <p:nvPr/>
        </p:nvSpPr>
        <p:spPr>
          <a:xfrm>
            <a:off x="2875391" y="3177222"/>
            <a:ext cx="22860" cy="22860"/>
          </a:xfrm>
          <a:prstGeom prst="ellipse">
            <a:avLst/>
          </a:prstGeom>
          <a:solidFill>
            <a:srgbClr val="E8FDFF">
              <a:alpha val="38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背景_星点_28"/>
          <p:cNvSpPr/>
          <p:nvPr/>
        </p:nvSpPr>
        <p:spPr>
          <a:xfrm>
            <a:off x="890494" y="3363984"/>
            <a:ext cx="36576" cy="36576"/>
          </a:xfrm>
          <a:prstGeom prst="ellipse">
            <a:avLst/>
          </a:prstGeom>
          <a:solidFill>
            <a:srgbClr val="E8FDFF">
              <a:alpha val="7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背景_星点_29"/>
          <p:cNvSpPr/>
          <p:nvPr/>
        </p:nvSpPr>
        <p:spPr>
          <a:xfrm>
            <a:off x="7369042" y="4087322"/>
            <a:ext cx="13716" cy="13716"/>
          </a:xfrm>
          <a:prstGeom prst="ellipse">
            <a:avLst/>
          </a:prstGeom>
          <a:solidFill>
            <a:srgbClr val="E8FDFF">
              <a:alpha val="33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背景_星点_30"/>
          <p:cNvSpPr/>
          <p:nvPr/>
        </p:nvSpPr>
        <p:spPr>
          <a:xfrm>
            <a:off x="5111934" y="3223138"/>
            <a:ext cx="27432" cy="27432"/>
          </a:xfrm>
          <a:prstGeom prst="ellipse">
            <a:avLst/>
          </a:prstGeom>
          <a:solidFill>
            <a:srgbClr val="E8FDFF">
              <a:alpha val="74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背景_星点_31"/>
          <p:cNvSpPr/>
          <p:nvPr/>
        </p:nvSpPr>
        <p:spPr>
          <a:xfrm>
            <a:off x="862206" y="1726596"/>
            <a:ext cx="36576" cy="36576"/>
          </a:xfrm>
          <a:prstGeom prst="ellipse">
            <a:avLst/>
          </a:prstGeom>
          <a:solidFill>
            <a:srgbClr val="E8FDFF">
              <a:alpha val="69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背景_星点_32"/>
          <p:cNvSpPr/>
          <p:nvPr/>
        </p:nvSpPr>
        <p:spPr>
          <a:xfrm>
            <a:off x="9038660" y="2011662"/>
            <a:ext cx="36576" cy="36576"/>
          </a:xfrm>
          <a:prstGeom prst="ellipse">
            <a:avLst/>
          </a:prstGeom>
          <a:solidFill>
            <a:srgbClr val="E8FDFF">
              <a:alpha val="64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背景_星点_33"/>
          <p:cNvSpPr/>
          <p:nvPr/>
        </p:nvSpPr>
        <p:spPr>
          <a:xfrm>
            <a:off x="5828598" y="2965386"/>
            <a:ext cx="13716" cy="13716"/>
          </a:xfrm>
          <a:prstGeom prst="ellipse">
            <a:avLst/>
          </a:prstGeom>
          <a:solidFill>
            <a:srgbClr val="E8FDFF">
              <a:alpha val="39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背景_星点_34"/>
          <p:cNvSpPr/>
          <p:nvPr/>
        </p:nvSpPr>
        <p:spPr>
          <a:xfrm>
            <a:off x="5683577" y="2611536"/>
            <a:ext cx="36576" cy="36576"/>
          </a:xfrm>
          <a:prstGeom prst="ellipse">
            <a:avLst/>
          </a:prstGeom>
          <a:solidFill>
            <a:srgbClr val="E8FDFF">
              <a:alpha val="51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背景_星点_35"/>
          <p:cNvSpPr/>
          <p:nvPr/>
        </p:nvSpPr>
        <p:spPr>
          <a:xfrm>
            <a:off x="5880117" y="3641351"/>
            <a:ext cx="36576" cy="36576"/>
          </a:xfrm>
          <a:prstGeom prst="ellipse">
            <a:avLst/>
          </a:prstGeom>
          <a:solidFill>
            <a:srgbClr val="E8FDFF">
              <a:alpha val="74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背景_星点_36"/>
          <p:cNvSpPr/>
          <p:nvPr/>
        </p:nvSpPr>
        <p:spPr>
          <a:xfrm>
            <a:off x="3468122" y="3457171"/>
            <a:ext cx="18288" cy="18288"/>
          </a:xfrm>
          <a:prstGeom prst="ellipse">
            <a:avLst/>
          </a:prstGeom>
          <a:solidFill>
            <a:srgbClr val="E8FDFF">
              <a:alpha val="68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背景_星点_37"/>
          <p:cNvSpPr/>
          <p:nvPr/>
        </p:nvSpPr>
        <p:spPr>
          <a:xfrm>
            <a:off x="5820285" y="329025"/>
            <a:ext cx="22860" cy="22860"/>
          </a:xfrm>
          <a:prstGeom prst="ellipse">
            <a:avLst/>
          </a:prstGeom>
          <a:solidFill>
            <a:srgbClr val="E8FDFF">
              <a:alpha val="74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背景_星点_38"/>
          <p:cNvSpPr/>
          <p:nvPr/>
        </p:nvSpPr>
        <p:spPr>
          <a:xfrm>
            <a:off x="7985276" y="4067262"/>
            <a:ext cx="22860" cy="22860"/>
          </a:xfrm>
          <a:prstGeom prst="ellipse">
            <a:avLst/>
          </a:prstGeom>
          <a:solidFill>
            <a:srgbClr val="E8FDFF">
              <a:alpha val="41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背景_星点_39"/>
          <p:cNvSpPr/>
          <p:nvPr/>
        </p:nvSpPr>
        <p:spPr>
          <a:xfrm>
            <a:off x="1079281" y="931077"/>
            <a:ext cx="13716" cy="13716"/>
          </a:xfrm>
          <a:prstGeom prst="ellipse">
            <a:avLst/>
          </a:prstGeom>
          <a:solidFill>
            <a:srgbClr val="E8FDFF">
              <a:alpha val="38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背景_星点_40"/>
          <p:cNvSpPr/>
          <p:nvPr/>
        </p:nvSpPr>
        <p:spPr>
          <a:xfrm>
            <a:off x="6481270" y="2677487"/>
            <a:ext cx="27432" cy="27432"/>
          </a:xfrm>
          <a:prstGeom prst="ellipse">
            <a:avLst/>
          </a:prstGeom>
          <a:solidFill>
            <a:srgbClr val="E8FDFF">
              <a:alpha val="6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背景_星点_41"/>
          <p:cNvSpPr/>
          <p:nvPr/>
        </p:nvSpPr>
        <p:spPr>
          <a:xfrm>
            <a:off x="9528730" y="1394820"/>
            <a:ext cx="22860" cy="22860"/>
          </a:xfrm>
          <a:prstGeom prst="ellipse">
            <a:avLst/>
          </a:prstGeom>
          <a:solidFill>
            <a:srgbClr val="E8FDFF">
              <a:alpha val="64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背景_星点_42"/>
          <p:cNvSpPr/>
          <p:nvPr/>
        </p:nvSpPr>
        <p:spPr>
          <a:xfrm>
            <a:off x="1383275" y="1274282"/>
            <a:ext cx="13716" cy="13716"/>
          </a:xfrm>
          <a:prstGeom prst="ellipse">
            <a:avLst/>
          </a:prstGeom>
          <a:solidFill>
            <a:srgbClr val="E8FDFF">
              <a:alpha val="3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背景_星点_43"/>
          <p:cNvSpPr/>
          <p:nvPr/>
        </p:nvSpPr>
        <p:spPr>
          <a:xfrm>
            <a:off x="5034545" y="1865550"/>
            <a:ext cx="13716" cy="13716"/>
          </a:xfrm>
          <a:prstGeom prst="ellipse">
            <a:avLst/>
          </a:prstGeom>
          <a:solidFill>
            <a:srgbClr val="E8FDFF">
              <a:alpha val="6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背景_星点_44"/>
          <p:cNvSpPr/>
          <p:nvPr/>
        </p:nvSpPr>
        <p:spPr>
          <a:xfrm>
            <a:off x="2471186" y="2546104"/>
            <a:ext cx="27432" cy="27432"/>
          </a:xfrm>
          <a:prstGeom prst="ellipse">
            <a:avLst/>
          </a:prstGeom>
          <a:solidFill>
            <a:srgbClr val="E8FDFF">
              <a:alpha val="54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背景_星点_45"/>
          <p:cNvSpPr/>
          <p:nvPr/>
        </p:nvSpPr>
        <p:spPr>
          <a:xfrm>
            <a:off x="8605308" y="2909464"/>
            <a:ext cx="22860" cy="22860"/>
          </a:xfrm>
          <a:prstGeom prst="ellipse">
            <a:avLst/>
          </a:prstGeom>
          <a:solidFill>
            <a:srgbClr val="E8FDFF">
              <a:alpha val="6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背景_云雾_1"/>
          <p:cNvSpPr/>
          <p:nvPr/>
        </p:nvSpPr>
        <p:spPr>
          <a:xfrm>
            <a:off x="-914400" y="3246120"/>
            <a:ext cx="5943600" cy="1005840"/>
          </a:xfrm>
          <a:prstGeom prst="ellipse">
            <a:avLst/>
          </a:prstGeom>
          <a:solidFill>
            <a:srgbClr val="DDF9FF">
              <a:alpha val="2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背景_云雾_2"/>
          <p:cNvSpPr/>
          <p:nvPr/>
        </p:nvSpPr>
        <p:spPr>
          <a:xfrm>
            <a:off x="3108960" y="3383280"/>
            <a:ext cx="5852160" cy="914400"/>
          </a:xfrm>
          <a:prstGeom prst="ellipse">
            <a:avLst/>
          </a:prstGeom>
          <a:solidFill>
            <a:srgbClr val="DDF9FF">
              <a:alpha val="2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背景_云雾_3"/>
          <p:cNvSpPr/>
          <p:nvPr/>
        </p:nvSpPr>
        <p:spPr>
          <a:xfrm>
            <a:off x="7498079" y="3246120"/>
            <a:ext cx="5669280" cy="1005840"/>
          </a:xfrm>
          <a:prstGeom prst="ellipse">
            <a:avLst/>
          </a:prstGeom>
          <a:solidFill>
            <a:srgbClr val="DDF9FF">
              <a:alpha val="2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背景_山体层_1"/>
          <p:cNvSpPr/>
          <p:nvPr/>
        </p:nvSpPr>
        <p:spPr>
          <a:xfrm>
            <a:off x="0" y="3278587"/>
            <a:ext cx="12191695" cy="3579413"/>
          </a:xfrm>
          <a:custGeom>
            <a:avLst/>
            <a:gdLst/>
            <a:ahLst/>
            <a:cxnLst/>
            <a:rect l="l" t="t" r="r" b="b"/>
            <a:pathLst>
              <a:path w="12191695" h="3579413">
                <a:moveTo>
                  <a:pt x="0" y="3579413"/>
                </a:moveTo>
                <a:lnTo>
                  <a:pt x="0" y="424733"/>
                </a:lnTo>
                <a:lnTo>
                  <a:pt x="502920" y="30004"/>
                </a:lnTo>
                <a:lnTo>
                  <a:pt x="1005840" y="181354"/>
                </a:lnTo>
                <a:lnTo>
                  <a:pt x="1417320" y="210741"/>
                </a:lnTo>
                <a:lnTo>
                  <a:pt x="1828800" y="412610"/>
                </a:lnTo>
                <a:lnTo>
                  <a:pt x="2194560" y="383182"/>
                </a:lnTo>
                <a:lnTo>
                  <a:pt x="2651760" y="343382"/>
                </a:lnTo>
                <a:lnTo>
                  <a:pt x="3063240" y="771301"/>
                </a:lnTo>
                <a:lnTo>
                  <a:pt x="3520440" y="844634"/>
                </a:lnTo>
                <a:lnTo>
                  <a:pt x="3931920" y="676338"/>
                </a:lnTo>
                <a:lnTo>
                  <a:pt x="4389120" y="423216"/>
                </a:lnTo>
                <a:lnTo>
                  <a:pt x="4892040" y="62364"/>
                </a:lnTo>
                <a:lnTo>
                  <a:pt x="5394960" y="342126"/>
                </a:lnTo>
                <a:lnTo>
                  <a:pt x="5852160" y="221530"/>
                </a:lnTo>
                <a:lnTo>
                  <a:pt x="6309360" y="176290"/>
                </a:lnTo>
                <a:lnTo>
                  <a:pt x="6858000" y="357716"/>
                </a:lnTo>
                <a:lnTo>
                  <a:pt x="7406640" y="743055"/>
                </a:lnTo>
                <a:lnTo>
                  <a:pt x="8001000" y="838585"/>
                </a:lnTo>
                <a:lnTo>
                  <a:pt x="8549640" y="418765"/>
                </a:lnTo>
                <a:lnTo>
                  <a:pt x="9052560" y="369638"/>
                </a:lnTo>
                <a:lnTo>
                  <a:pt x="9601200" y="269916"/>
                </a:lnTo>
                <a:lnTo>
                  <a:pt x="10149840" y="257250"/>
                </a:lnTo>
                <a:lnTo>
                  <a:pt x="10744200" y="0"/>
                </a:lnTo>
                <a:lnTo>
                  <a:pt x="11338560" y="568225"/>
                </a:lnTo>
                <a:lnTo>
                  <a:pt x="12188952" y="837003"/>
                </a:lnTo>
                <a:lnTo>
                  <a:pt x="12191695" y="3579413"/>
                </a:lnTo>
                <a:close/>
              </a:path>
            </a:pathLst>
          </a:custGeom>
          <a:solidFill>
            <a:srgbClr val="124D72">
              <a:alpha val="7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背景_山体层_2"/>
          <p:cNvSpPr/>
          <p:nvPr/>
        </p:nvSpPr>
        <p:spPr>
          <a:xfrm>
            <a:off x="0" y="3514638"/>
            <a:ext cx="12191695" cy="3343362"/>
          </a:xfrm>
          <a:custGeom>
            <a:avLst/>
            <a:gdLst/>
            <a:ahLst/>
            <a:cxnLst/>
            <a:rect l="l" t="t" r="r" b="b"/>
            <a:pathLst>
              <a:path w="12191695" h="3343362">
                <a:moveTo>
                  <a:pt x="0" y="3343362"/>
                </a:moveTo>
                <a:lnTo>
                  <a:pt x="0" y="89872"/>
                </a:lnTo>
                <a:lnTo>
                  <a:pt x="438912" y="0"/>
                </a:lnTo>
                <a:lnTo>
                  <a:pt x="914400" y="381022"/>
                </a:lnTo>
                <a:lnTo>
                  <a:pt x="1298448" y="393165"/>
                </a:lnTo>
                <a:lnTo>
                  <a:pt x="1737360" y="509037"/>
                </a:lnTo>
                <a:lnTo>
                  <a:pt x="2121408" y="549549"/>
                </a:lnTo>
                <a:lnTo>
                  <a:pt x="2487168" y="531820"/>
                </a:lnTo>
                <a:lnTo>
                  <a:pt x="2944368" y="900942"/>
                </a:lnTo>
                <a:lnTo>
                  <a:pt x="3429000" y="788411"/>
                </a:lnTo>
                <a:lnTo>
                  <a:pt x="3840480" y="398583"/>
                </a:lnTo>
                <a:lnTo>
                  <a:pt x="4315968" y="227901"/>
                </a:lnTo>
                <a:lnTo>
                  <a:pt x="4754880" y="80478"/>
                </a:lnTo>
                <a:lnTo>
                  <a:pt x="5212080" y="364102"/>
                </a:lnTo>
                <a:lnTo>
                  <a:pt x="5623560" y="394692"/>
                </a:lnTo>
                <a:lnTo>
                  <a:pt x="6053328" y="226250"/>
                </a:lnTo>
                <a:lnTo>
                  <a:pt x="6446520" y="495236"/>
                </a:lnTo>
                <a:lnTo>
                  <a:pt x="6949440" y="735339"/>
                </a:lnTo>
                <a:lnTo>
                  <a:pt x="7452360" y="925475"/>
                </a:lnTo>
                <a:lnTo>
                  <a:pt x="7955279" y="629255"/>
                </a:lnTo>
                <a:lnTo>
                  <a:pt x="8458200" y="222317"/>
                </a:lnTo>
                <a:lnTo>
                  <a:pt x="8915400" y="358180"/>
                </a:lnTo>
                <a:lnTo>
                  <a:pt x="9436608" y="236701"/>
                </a:lnTo>
                <a:lnTo>
                  <a:pt x="9921240" y="290787"/>
                </a:lnTo>
                <a:lnTo>
                  <a:pt x="10424160" y="149577"/>
                </a:lnTo>
                <a:lnTo>
                  <a:pt x="10972800" y="646414"/>
                </a:lnTo>
                <a:lnTo>
                  <a:pt x="11475720" y="892971"/>
                </a:lnTo>
                <a:lnTo>
                  <a:pt x="12188952" y="688790"/>
                </a:lnTo>
                <a:lnTo>
                  <a:pt x="12191695" y="3343362"/>
                </a:lnTo>
                <a:close/>
              </a:path>
            </a:pathLst>
          </a:custGeom>
          <a:solidFill>
            <a:srgbClr val="0F4165">
              <a:alpha val="8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背景_山体层_3"/>
          <p:cNvSpPr/>
          <p:nvPr/>
        </p:nvSpPr>
        <p:spPr>
          <a:xfrm>
            <a:off x="0" y="3810785"/>
            <a:ext cx="12191695" cy="3047215"/>
          </a:xfrm>
          <a:custGeom>
            <a:avLst/>
            <a:gdLst/>
            <a:ahLst/>
            <a:cxnLst/>
            <a:rect l="l" t="t" r="r" b="b"/>
            <a:pathLst>
              <a:path w="12191695" h="3047215">
                <a:moveTo>
                  <a:pt x="0" y="3047215"/>
                </a:moveTo>
                <a:lnTo>
                  <a:pt x="0" y="0"/>
                </a:lnTo>
                <a:lnTo>
                  <a:pt x="384048" y="183268"/>
                </a:lnTo>
                <a:lnTo>
                  <a:pt x="804672" y="615808"/>
                </a:lnTo>
                <a:lnTo>
                  <a:pt x="1188720" y="569560"/>
                </a:lnTo>
                <a:lnTo>
                  <a:pt x="1572768" y="550615"/>
                </a:lnTo>
                <a:lnTo>
                  <a:pt x="1965960" y="697285"/>
                </a:lnTo>
                <a:lnTo>
                  <a:pt x="2377440" y="690214"/>
                </a:lnTo>
                <a:lnTo>
                  <a:pt x="2788920" y="841443"/>
                </a:lnTo>
                <a:lnTo>
                  <a:pt x="3154680" y="781352"/>
                </a:lnTo>
                <a:lnTo>
                  <a:pt x="3611880" y="210878"/>
                </a:lnTo>
                <a:lnTo>
                  <a:pt x="4041648" y="121860"/>
                </a:lnTo>
                <a:lnTo>
                  <a:pt x="4443984" y="207229"/>
                </a:lnTo>
                <a:lnTo>
                  <a:pt x="4846320" y="285864"/>
                </a:lnTo>
                <a:lnTo>
                  <a:pt x="5303520" y="545930"/>
                </a:lnTo>
                <a:lnTo>
                  <a:pt x="5724144" y="414374"/>
                </a:lnTo>
                <a:lnTo>
                  <a:pt x="6144768" y="498172"/>
                </a:lnTo>
                <a:lnTo>
                  <a:pt x="6565392" y="890948"/>
                </a:lnTo>
                <a:lnTo>
                  <a:pt x="6967728" y="864269"/>
                </a:lnTo>
                <a:lnTo>
                  <a:pt x="7388352" y="739645"/>
                </a:lnTo>
                <a:lnTo>
                  <a:pt x="7790688" y="472346"/>
                </a:lnTo>
                <a:lnTo>
                  <a:pt x="8211312" y="97453"/>
                </a:lnTo>
                <a:lnTo>
                  <a:pt x="8641080" y="290337"/>
                </a:lnTo>
                <a:lnTo>
                  <a:pt x="9070848" y="377208"/>
                </a:lnTo>
                <a:lnTo>
                  <a:pt x="9491472" y="240901"/>
                </a:lnTo>
                <a:lnTo>
                  <a:pt x="9930384" y="374971"/>
                </a:lnTo>
                <a:lnTo>
                  <a:pt x="10387584" y="445894"/>
                </a:lnTo>
                <a:lnTo>
                  <a:pt x="10808208" y="811393"/>
                </a:lnTo>
                <a:lnTo>
                  <a:pt x="11292840" y="898375"/>
                </a:lnTo>
                <a:lnTo>
                  <a:pt x="12188952" y="459186"/>
                </a:lnTo>
                <a:lnTo>
                  <a:pt x="12191695" y="3047215"/>
                </a:lnTo>
                <a:close/>
              </a:path>
            </a:pathLst>
          </a:custGeom>
          <a:solidFill>
            <a:srgbClr val="0A3456">
              <a:alpha val="9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背景_数据光柱_1"/>
          <p:cNvCxnSpPr/>
          <p:nvPr/>
        </p:nvCxnSpPr>
        <p:spPr>
          <a:xfrm>
            <a:off x="502920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背景_光柱节点_1"/>
          <p:cNvSpPr/>
          <p:nvPr/>
        </p:nvSpPr>
        <p:spPr>
          <a:xfrm>
            <a:off x="480060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背景_数据光柱_2"/>
          <p:cNvCxnSpPr/>
          <p:nvPr/>
        </p:nvCxnSpPr>
        <p:spPr>
          <a:xfrm>
            <a:off x="749808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背景_光柱节点_2"/>
          <p:cNvSpPr/>
          <p:nvPr/>
        </p:nvSpPr>
        <p:spPr>
          <a:xfrm>
            <a:off x="726947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背景_数据光柱_3"/>
          <p:cNvCxnSpPr/>
          <p:nvPr/>
        </p:nvCxnSpPr>
        <p:spPr>
          <a:xfrm>
            <a:off x="969264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背景_光柱节点_3"/>
          <p:cNvSpPr/>
          <p:nvPr/>
        </p:nvSpPr>
        <p:spPr>
          <a:xfrm>
            <a:off x="946404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背景_数据光柱_4"/>
          <p:cNvCxnSpPr/>
          <p:nvPr/>
        </p:nvCxnSpPr>
        <p:spPr>
          <a:xfrm>
            <a:off x="10954512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背景_光柱节点_4"/>
          <p:cNvSpPr/>
          <p:nvPr/>
        </p:nvSpPr>
        <p:spPr>
          <a:xfrm>
            <a:off x="10931652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背景_数据光柱_5"/>
          <p:cNvCxnSpPr/>
          <p:nvPr/>
        </p:nvCxnSpPr>
        <p:spPr>
          <a:xfrm>
            <a:off x="11201400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背景_光柱节点_5"/>
          <p:cNvSpPr/>
          <p:nvPr/>
        </p:nvSpPr>
        <p:spPr>
          <a:xfrm>
            <a:off x="11178540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背景_数据光柱_6"/>
          <p:cNvCxnSpPr/>
          <p:nvPr/>
        </p:nvCxnSpPr>
        <p:spPr>
          <a:xfrm>
            <a:off x="11475720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背景_光柱节点_6"/>
          <p:cNvSpPr/>
          <p:nvPr/>
        </p:nvSpPr>
        <p:spPr>
          <a:xfrm>
            <a:off x="11452860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背景_地面暗层"/>
          <p:cNvSpPr/>
          <p:nvPr/>
        </p:nvSpPr>
        <p:spPr>
          <a:xfrm>
            <a:off x="0" y="4617720"/>
            <a:ext cx="12191695" cy="2240280"/>
          </a:xfrm>
          <a:prstGeom prst="rect">
            <a:avLst/>
          </a:prstGeom>
          <a:solidFill>
            <a:srgbClr val="062742">
              <a:alpha val="9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背景_光路底_0"/>
          <p:cNvCxnSpPr/>
          <p:nvPr/>
        </p:nvCxnSpPr>
        <p:spPr>
          <a:xfrm>
            <a:off x="155447" y="5500116"/>
            <a:ext cx="495301" cy="2269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背景_光路亮线_0"/>
          <p:cNvCxnSpPr/>
          <p:nvPr/>
        </p:nvCxnSpPr>
        <p:spPr>
          <a:xfrm>
            <a:off x="155447" y="5500116"/>
            <a:ext cx="495301" cy="2269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背景_光路底_0"/>
          <p:cNvCxnSpPr/>
          <p:nvPr/>
        </p:nvCxnSpPr>
        <p:spPr>
          <a:xfrm>
            <a:off x="650748" y="5522814"/>
            <a:ext cx="495299" cy="15742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背景_光路亮线_0"/>
          <p:cNvCxnSpPr/>
          <p:nvPr/>
        </p:nvCxnSpPr>
        <p:spPr>
          <a:xfrm>
            <a:off x="650748" y="5522814"/>
            <a:ext cx="495299" cy="15742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背景_光路底_0"/>
          <p:cNvCxnSpPr/>
          <p:nvPr/>
        </p:nvCxnSpPr>
        <p:spPr>
          <a:xfrm>
            <a:off x="1146047" y="5538556"/>
            <a:ext cx="495301" cy="38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背景_光路亮线_0"/>
          <p:cNvCxnSpPr/>
          <p:nvPr/>
        </p:nvCxnSpPr>
        <p:spPr>
          <a:xfrm>
            <a:off x="1146047" y="5538556"/>
            <a:ext cx="495301" cy="38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背景_光路底_0"/>
          <p:cNvCxnSpPr/>
          <p:nvPr/>
        </p:nvCxnSpPr>
        <p:spPr>
          <a:xfrm flipV="1">
            <a:off x="1641348" y="5518748"/>
            <a:ext cx="495299" cy="2019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背景_光路亮线_0"/>
          <p:cNvCxnSpPr/>
          <p:nvPr/>
        </p:nvCxnSpPr>
        <p:spPr>
          <a:xfrm flipV="1">
            <a:off x="1641348" y="5518748"/>
            <a:ext cx="495299" cy="2019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背景_光路底_0"/>
          <p:cNvCxnSpPr/>
          <p:nvPr/>
        </p:nvCxnSpPr>
        <p:spPr>
          <a:xfrm flipV="1">
            <a:off x="2136647" y="5476807"/>
            <a:ext cx="495301" cy="4194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背景_光路亮线_0"/>
          <p:cNvCxnSpPr/>
          <p:nvPr/>
        </p:nvCxnSpPr>
        <p:spPr>
          <a:xfrm flipV="1">
            <a:off x="2136647" y="5476807"/>
            <a:ext cx="495301" cy="4194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背景_光路底_0"/>
          <p:cNvCxnSpPr/>
          <p:nvPr/>
        </p:nvCxnSpPr>
        <p:spPr>
          <a:xfrm flipV="1">
            <a:off x="2631948" y="5416224"/>
            <a:ext cx="495300" cy="6058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背景_光路亮线_0"/>
          <p:cNvCxnSpPr/>
          <p:nvPr/>
        </p:nvCxnSpPr>
        <p:spPr>
          <a:xfrm flipV="1">
            <a:off x="2631948" y="5416224"/>
            <a:ext cx="495300" cy="6058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背景_光路底_0"/>
          <p:cNvCxnSpPr/>
          <p:nvPr/>
        </p:nvCxnSpPr>
        <p:spPr>
          <a:xfrm flipV="1">
            <a:off x="3127248" y="5343834"/>
            <a:ext cx="495300" cy="7239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背景_光路亮线_0"/>
          <p:cNvCxnSpPr/>
          <p:nvPr/>
        </p:nvCxnSpPr>
        <p:spPr>
          <a:xfrm flipV="1">
            <a:off x="3127248" y="5343834"/>
            <a:ext cx="495300" cy="7239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背景_光路底_0"/>
          <p:cNvCxnSpPr/>
          <p:nvPr/>
        </p:nvCxnSpPr>
        <p:spPr>
          <a:xfrm flipV="1">
            <a:off x="3622548" y="5269035"/>
            <a:ext cx="495299" cy="74799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背景_光路亮线_0"/>
          <p:cNvCxnSpPr/>
          <p:nvPr/>
        </p:nvCxnSpPr>
        <p:spPr>
          <a:xfrm flipV="1">
            <a:off x="3622548" y="5269035"/>
            <a:ext cx="495299" cy="74799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背景_光路底_0"/>
          <p:cNvCxnSpPr/>
          <p:nvPr/>
        </p:nvCxnSpPr>
        <p:spPr>
          <a:xfrm flipV="1">
            <a:off x="4117847" y="5202181"/>
            <a:ext cx="495301" cy="66854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背景_光路亮线_0"/>
          <p:cNvCxnSpPr/>
          <p:nvPr/>
        </p:nvCxnSpPr>
        <p:spPr>
          <a:xfrm flipV="1">
            <a:off x="4117847" y="5202181"/>
            <a:ext cx="495301" cy="66854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背景_光路底_0"/>
          <p:cNvCxnSpPr/>
          <p:nvPr/>
        </p:nvCxnSpPr>
        <p:spPr>
          <a:xfrm flipV="1">
            <a:off x="4613148" y="5152812"/>
            <a:ext cx="495300" cy="49369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背景_光路亮线_0"/>
          <p:cNvCxnSpPr/>
          <p:nvPr/>
        </p:nvCxnSpPr>
        <p:spPr>
          <a:xfrm flipV="1">
            <a:off x="4613148" y="5152812"/>
            <a:ext cx="495300" cy="49369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背景_光路底_0"/>
          <p:cNvCxnSpPr/>
          <p:nvPr/>
        </p:nvCxnSpPr>
        <p:spPr>
          <a:xfrm flipV="1">
            <a:off x="5108448" y="5128016"/>
            <a:ext cx="495300" cy="24796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背景_光路亮线_0"/>
          <p:cNvCxnSpPr/>
          <p:nvPr/>
        </p:nvCxnSpPr>
        <p:spPr>
          <a:xfrm flipV="1">
            <a:off x="5108448" y="5128016"/>
            <a:ext cx="495300" cy="24796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背景_光路底_0"/>
          <p:cNvCxnSpPr/>
          <p:nvPr/>
        </p:nvCxnSpPr>
        <p:spPr>
          <a:xfrm>
            <a:off x="5603748" y="5128016"/>
            <a:ext cx="495300" cy="320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背景_光路亮线_0"/>
          <p:cNvCxnSpPr/>
          <p:nvPr/>
        </p:nvCxnSpPr>
        <p:spPr>
          <a:xfrm>
            <a:off x="5603748" y="5128016"/>
            <a:ext cx="495300" cy="320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背景_光路底_0"/>
          <p:cNvCxnSpPr/>
          <p:nvPr/>
        </p:nvCxnSpPr>
        <p:spPr>
          <a:xfrm>
            <a:off x="6099048" y="5131221"/>
            <a:ext cx="495299" cy="3038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背景_光路亮线_0"/>
          <p:cNvCxnSpPr/>
          <p:nvPr/>
        </p:nvCxnSpPr>
        <p:spPr>
          <a:xfrm>
            <a:off x="6099048" y="5131221"/>
            <a:ext cx="495299" cy="3038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背景_光路底_0"/>
          <p:cNvCxnSpPr/>
          <p:nvPr/>
        </p:nvCxnSpPr>
        <p:spPr>
          <a:xfrm>
            <a:off x="6594347" y="5161608"/>
            <a:ext cx="495301" cy="5264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背景_光路亮线_0"/>
          <p:cNvCxnSpPr/>
          <p:nvPr/>
        </p:nvCxnSpPr>
        <p:spPr>
          <a:xfrm>
            <a:off x="6594347" y="5161608"/>
            <a:ext cx="495301" cy="5264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背景_光路底_0"/>
          <p:cNvCxnSpPr/>
          <p:nvPr/>
        </p:nvCxnSpPr>
        <p:spPr>
          <a:xfrm>
            <a:off x="7089648" y="5214248"/>
            <a:ext cx="495300" cy="6670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背景_光路亮线_0"/>
          <p:cNvCxnSpPr/>
          <p:nvPr/>
        </p:nvCxnSpPr>
        <p:spPr>
          <a:xfrm>
            <a:off x="7089648" y="5214248"/>
            <a:ext cx="495300" cy="6670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背景_光路底_0"/>
          <p:cNvCxnSpPr/>
          <p:nvPr/>
        </p:nvCxnSpPr>
        <p:spPr>
          <a:xfrm>
            <a:off x="7584948" y="5280949"/>
            <a:ext cx="495299" cy="70706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背景_光路亮线_0"/>
          <p:cNvCxnSpPr/>
          <p:nvPr/>
        </p:nvCxnSpPr>
        <p:spPr>
          <a:xfrm>
            <a:off x="7584948" y="5280949"/>
            <a:ext cx="495299" cy="70706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背景_光路底_0"/>
          <p:cNvCxnSpPr/>
          <p:nvPr/>
        </p:nvCxnSpPr>
        <p:spPr>
          <a:xfrm>
            <a:off x="8080247" y="5351655"/>
            <a:ext cx="495301" cy="6451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背景_光路亮线_0"/>
          <p:cNvCxnSpPr/>
          <p:nvPr/>
        </p:nvCxnSpPr>
        <p:spPr>
          <a:xfrm>
            <a:off x="8080247" y="5351655"/>
            <a:ext cx="495301" cy="6451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背景_光路底_0"/>
          <p:cNvCxnSpPr/>
          <p:nvPr/>
        </p:nvCxnSpPr>
        <p:spPr>
          <a:xfrm>
            <a:off x="8575548" y="5416170"/>
            <a:ext cx="495300" cy="49729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背景_光路亮线_0"/>
          <p:cNvCxnSpPr/>
          <p:nvPr/>
        </p:nvCxnSpPr>
        <p:spPr>
          <a:xfrm>
            <a:off x="8575548" y="5416170"/>
            <a:ext cx="495300" cy="49729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背景_光路底_0"/>
          <p:cNvCxnSpPr/>
          <p:nvPr/>
        </p:nvCxnSpPr>
        <p:spPr>
          <a:xfrm>
            <a:off x="9070848" y="5465899"/>
            <a:ext cx="495300" cy="2942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背景_光路亮线_0"/>
          <p:cNvCxnSpPr/>
          <p:nvPr/>
        </p:nvCxnSpPr>
        <p:spPr>
          <a:xfrm>
            <a:off x="9070848" y="5465899"/>
            <a:ext cx="495300" cy="2942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背景_光路底_0"/>
          <p:cNvCxnSpPr/>
          <p:nvPr/>
        </p:nvCxnSpPr>
        <p:spPr>
          <a:xfrm>
            <a:off x="9566148" y="5495320"/>
            <a:ext cx="495300" cy="761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背景_光路亮线_0"/>
          <p:cNvCxnSpPr/>
          <p:nvPr/>
        </p:nvCxnSpPr>
        <p:spPr>
          <a:xfrm>
            <a:off x="9566148" y="5495320"/>
            <a:ext cx="495300" cy="761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背景_光路底_0"/>
          <p:cNvCxnSpPr/>
          <p:nvPr/>
        </p:nvCxnSpPr>
        <p:spPr>
          <a:xfrm flipV="1">
            <a:off x="10061448" y="5491503"/>
            <a:ext cx="495300" cy="1142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背景_光路亮线_0"/>
          <p:cNvCxnSpPr/>
          <p:nvPr/>
        </p:nvCxnSpPr>
        <p:spPr>
          <a:xfrm flipV="1">
            <a:off x="10061448" y="5491503"/>
            <a:ext cx="495300" cy="1142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背景_光路底_0"/>
          <p:cNvCxnSpPr/>
          <p:nvPr/>
        </p:nvCxnSpPr>
        <p:spPr>
          <a:xfrm flipV="1">
            <a:off x="10556748" y="5467610"/>
            <a:ext cx="495300" cy="2389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背景_光路亮线_0"/>
          <p:cNvCxnSpPr/>
          <p:nvPr/>
        </p:nvCxnSpPr>
        <p:spPr>
          <a:xfrm flipV="1">
            <a:off x="10556748" y="5467610"/>
            <a:ext cx="495300" cy="2389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背景_光路底_0"/>
          <p:cNvCxnSpPr/>
          <p:nvPr/>
        </p:nvCxnSpPr>
        <p:spPr>
          <a:xfrm flipV="1">
            <a:off x="11052048" y="5440503"/>
            <a:ext cx="495300" cy="2710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背景_光路亮线_0"/>
          <p:cNvCxnSpPr/>
          <p:nvPr/>
        </p:nvCxnSpPr>
        <p:spPr>
          <a:xfrm flipV="1">
            <a:off x="11052048" y="5440503"/>
            <a:ext cx="495300" cy="2710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背景_光路底_0"/>
          <p:cNvCxnSpPr/>
          <p:nvPr/>
        </p:nvCxnSpPr>
        <p:spPr>
          <a:xfrm flipV="1">
            <a:off x="11547348" y="5420523"/>
            <a:ext cx="495300" cy="1998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背景_光路亮线_0"/>
          <p:cNvCxnSpPr/>
          <p:nvPr/>
        </p:nvCxnSpPr>
        <p:spPr>
          <a:xfrm flipV="1">
            <a:off x="11547348" y="5420523"/>
            <a:ext cx="495300" cy="1998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背景_光路底_1"/>
          <p:cNvCxnSpPr/>
          <p:nvPr/>
        </p:nvCxnSpPr>
        <p:spPr>
          <a:xfrm flipV="1">
            <a:off x="155447" y="5658465"/>
            <a:ext cx="495301" cy="1505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背景_光路亮线_1"/>
          <p:cNvCxnSpPr/>
          <p:nvPr/>
        </p:nvCxnSpPr>
        <p:spPr>
          <a:xfrm flipV="1">
            <a:off x="155447" y="5658465"/>
            <a:ext cx="495301" cy="1505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背景_光路底_1"/>
          <p:cNvCxnSpPr/>
          <p:nvPr/>
        </p:nvCxnSpPr>
        <p:spPr>
          <a:xfrm flipV="1">
            <a:off x="650748" y="5621848"/>
            <a:ext cx="495299" cy="3661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背景_光路亮线_1"/>
          <p:cNvCxnSpPr/>
          <p:nvPr/>
        </p:nvCxnSpPr>
        <p:spPr>
          <a:xfrm flipV="1">
            <a:off x="650748" y="5621848"/>
            <a:ext cx="495299" cy="3661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背景_光路底_1"/>
          <p:cNvCxnSpPr/>
          <p:nvPr/>
        </p:nvCxnSpPr>
        <p:spPr>
          <a:xfrm flipV="1">
            <a:off x="1146047" y="5564230"/>
            <a:ext cx="495301" cy="5761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背景_光路亮线_1"/>
          <p:cNvCxnSpPr/>
          <p:nvPr/>
        </p:nvCxnSpPr>
        <p:spPr>
          <a:xfrm flipV="1">
            <a:off x="1146047" y="5564230"/>
            <a:ext cx="495301" cy="5761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背景_光路底_1"/>
          <p:cNvCxnSpPr/>
          <p:nvPr/>
        </p:nvCxnSpPr>
        <p:spPr>
          <a:xfrm flipV="1">
            <a:off x="1641348" y="5490308"/>
            <a:ext cx="495299" cy="73922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背景_光路亮线_1"/>
          <p:cNvCxnSpPr/>
          <p:nvPr/>
        </p:nvCxnSpPr>
        <p:spPr>
          <a:xfrm flipV="1">
            <a:off x="1641348" y="5490308"/>
            <a:ext cx="495299" cy="73922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背景_光路底_1"/>
          <p:cNvCxnSpPr/>
          <p:nvPr/>
        </p:nvCxnSpPr>
        <p:spPr>
          <a:xfrm flipV="1">
            <a:off x="2136647" y="5408114"/>
            <a:ext cx="495301" cy="82194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背景_光路亮线_1"/>
          <p:cNvCxnSpPr/>
          <p:nvPr/>
        </p:nvCxnSpPr>
        <p:spPr>
          <a:xfrm flipV="1">
            <a:off x="2136647" y="5408114"/>
            <a:ext cx="495301" cy="82194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背景_光路底_1"/>
          <p:cNvCxnSpPr/>
          <p:nvPr/>
        </p:nvCxnSpPr>
        <p:spPr>
          <a:xfrm flipV="1">
            <a:off x="2631948" y="5327637"/>
            <a:ext cx="495300" cy="8047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背景_光路亮线_1"/>
          <p:cNvCxnSpPr/>
          <p:nvPr/>
        </p:nvCxnSpPr>
        <p:spPr>
          <a:xfrm flipV="1">
            <a:off x="2631948" y="5327637"/>
            <a:ext cx="495300" cy="8047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背景_光路底_1"/>
          <p:cNvCxnSpPr/>
          <p:nvPr/>
        </p:nvCxnSpPr>
        <p:spPr>
          <a:xfrm flipV="1">
            <a:off x="3127248" y="5259116"/>
            <a:ext cx="495300" cy="6852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背景_光路亮线_1"/>
          <p:cNvCxnSpPr/>
          <p:nvPr/>
        </p:nvCxnSpPr>
        <p:spPr>
          <a:xfrm flipV="1">
            <a:off x="3127248" y="5259116"/>
            <a:ext cx="495300" cy="6852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背景_光路底_1"/>
          <p:cNvCxnSpPr/>
          <p:nvPr/>
        </p:nvCxnSpPr>
        <p:spPr>
          <a:xfrm flipV="1">
            <a:off x="3622548" y="5211289"/>
            <a:ext cx="495299" cy="4782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背景_光路亮线_1"/>
          <p:cNvCxnSpPr/>
          <p:nvPr/>
        </p:nvCxnSpPr>
        <p:spPr>
          <a:xfrm flipV="1">
            <a:off x="3622548" y="5211289"/>
            <a:ext cx="495299" cy="4782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背景_光路底_1"/>
          <p:cNvCxnSpPr/>
          <p:nvPr/>
        </p:nvCxnSpPr>
        <p:spPr>
          <a:xfrm flipV="1">
            <a:off x="4117847" y="5189894"/>
            <a:ext cx="495301" cy="2139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背景_光路亮线_1"/>
          <p:cNvCxnSpPr/>
          <p:nvPr/>
        </p:nvCxnSpPr>
        <p:spPr>
          <a:xfrm flipV="1">
            <a:off x="4117847" y="5189894"/>
            <a:ext cx="495301" cy="2139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背景_光路底_1"/>
          <p:cNvCxnSpPr/>
          <p:nvPr/>
        </p:nvCxnSpPr>
        <p:spPr>
          <a:xfrm>
            <a:off x="4613148" y="5189894"/>
            <a:ext cx="495300" cy="679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背景_光路亮线_1"/>
          <p:cNvCxnSpPr/>
          <p:nvPr/>
        </p:nvCxnSpPr>
        <p:spPr>
          <a:xfrm>
            <a:off x="4613148" y="5189894"/>
            <a:ext cx="495300" cy="679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背景_光路底_1"/>
          <p:cNvCxnSpPr/>
          <p:nvPr/>
        </p:nvCxnSpPr>
        <p:spPr>
          <a:xfrm>
            <a:off x="5108448" y="5196692"/>
            <a:ext cx="495300" cy="3246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背景_光路亮线_1"/>
          <p:cNvCxnSpPr/>
          <p:nvPr/>
        </p:nvCxnSpPr>
        <p:spPr>
          <a:xfrm>
            <a:off x="5108448" y="5196692"/>
            <a:ext cx="495300" cy="3246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背景_光路底_1"/>
          <p:cNvCxnSpPr/>
          <p:nvPr/>
        </p:nvCxnSpPr>
        <p:spPr>
          <a:xfrm>
            <a:off x="5603748" y="5229160"/>
            <a:ext cx="495300" cy="5176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背景_光路亮线_1"/>
          <p:cNvCxnSpPr/>
          <p:nvPr/>
        </p:nvCxnSpPr>
        <p:spPr>
          <a:xfrm>
            <a:off x="5603748" y="5229160"/>
            <a:ext cx="495300" cy="5176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背景_光路底_1"/>
          <p:cNvCxnSpPr/>
          <p:nvPr/>
        </p:nvCxnSpPr>
        <p:spPr>
          <a:xfrm>
            <a:off x="6099048" y="5280928"/>
            <a:ext cx="495299" cy="6193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背景_光路亮线_1"/>
          <p:cNvCxnSpPr/>
          <p:nvPr/>
        </p:nvCxnSpPr>
        <p:spPr>
          <a:xfrm>
            <a:off x="6099048" y="5280928"/>
            <a:ext cx="495299" cy="6193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背景_光路底_1"/>
          <p:cNvCxnSpPr/>
          <p:nvPr/>
        </p:nvCxnSpPr>
        <p:spPr>
          <a:xfrm>
            <a:off x="6594347" y="5342866"/>
            <a:ext cx="495301" cy="6178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背景_光路亮线_1"/>
          <p:cNvCxnSpPr/>
          <p:nvPr/>
        </p:nvCxnSpPr>
        <p:spPr>
          <a:xfrm>
            <a:off x="6594347" y="5342866"/>
            <a:ext cx="495301" cy="6178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背景_光路底_1"/>
          <p:cNvCxnSpPr/>
          <p:nvPr/>
        </p:nvCxnSpPr>
        <p:spPr>
          <a:xfrm>
            <a:off x="7089648" y="5404647"/>
            <a:ext cx="495300" cy="5186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背景_光路亮线_1"/>
          <p:cNvCxnSpPr/>
          <p:nvPr/>
        </p:nvCxnSpPr>
        <p:spPr>
          <a:xfrm>
            <a:off x="7089648" y="5404647"/>
            <a:ext cx="495300" cy="5186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背景_光路底_1"/>
          <p:cNvCxnSpPr/>
          <p:nvPr/>
        </p:nvCxnSpPr>
        <p:spPr>
          <a:xfrm>
            <a:off x="7584948" y="5456515"/>
            <a:ext cx="495299" cy="3443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背景_光路亮线_1"/>
          <p:cNvCxnSpPr/>
          <p:nvPr/>
        </p:nvCxnSpPr>
        <p:spPr>
          <a:xfrm>
            <a:off x="7584948" y="5456515"/>
            <a:ext cx="495299" cy="3443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背景_光路底_1"/>
          <p:cNvCxnSpPr/>
          <p:nvPr/>
        </p:nvCxnSpPr>
        <p:spPr>
          <a:xfrm>
            <a:off x="8080247" y="5490952"/>
            <a:ext cx="495301" cy="13016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背景_光路亮线_1"/>
          <p:cNvCxnSpPr/>
          <p:nvPr/>
        </p:nvCxnSpPr>
        <p:spPr>
          <a:xfrm>
            <a:off x="8080247" y="5490952"/>
            <a:ext cx="495301" cy="13016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背景_光路底_1"/>
          <p:cNvCxnSpPr/>
          <p:nvPr/>
        </p:nvCxnSpPr>
        <p:spPr>
          <a:xfrm flipV="1">
            <a:off x="8575548" y="5495779"/>
            <a:ext cx="495300" cy="8189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背景_光路亮线_1"/>
          <p:cNvCxnSpPr/>
          <p:nvPr/>
        </p:nvCxnSpPr>
        <p:spPr>
          <a:xfrm flipV="1">
            <a:off x="8575548" y="5495779"/>
            <a:ext cx="495300" cy="8189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背景_光路底_1"/>
          <p:cNvCxnSpPr/>
          <p:nvPr/>
        </p:nvCxnSpPr>
        <p:spPr>
          <a:xfrm flipV="1">
            <a:off x="9070848" y="5470776"/>
            <a:ext cx="495300" cy="2500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背景_光路亮线_1"/>
          <p:cNvCxnSpPr/>
          <p:nvPr/>
        </p:nvCxnSpPr>
        <p:spPr>
          <a:xfrm flipV="1">
            <a:off x="9070848" y="5470776"/>
            <a:ext cx="495300" cy="2500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背景_光路底_1"/>
          <p:cNvCxnSpPr/>
          <p:nvPr/>
        </p:nvCxnSpPr>
        <p:spPr>
          <a:xfrm flipV="1">
            <a:off x="9566148" y="5436768"/>
            <a:ext cx="495300" cy="3400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背景_光路亮线_1"/>
          <p:cNvCxnSpPr/>
          <p:nvPr/>
        </p:nvCxnSpPr>
        <p:spPr>
          <a:xfrm flipV="1">
            <a:off x="9566148" y="5436768"/>
            <a:ext cx="495300" cy="3400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背景_光路底_1"/>
          <p:cNvCxnSpPr/>
          <p:nvPr/>
        </p:nvCxnSpPr>
        <p:spPr>
          <a:xfrm flipV="1">
            <a:off x="10061448" y="5403648"/>
            <a:ext cx="495300" cy="3312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背景_光路亮线_1"/>
          <p:cNvCxnSpPr/>
          <p:nvPr/>
        </p:nvCxnSpPr>
        <p:spPr>
          <a:xfrm flipV="1">
            <a:off x="10061448" y="5403648"/>
            <a:ext cx="495300" cy="3312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背景_光路底_1"/>
          <p:cNvCxnSpPr/>
          <p:nvPr/>
        </p:nvCxnSpPr>
        <p:spPr>
          <a:xfrm flipV="1">
            <a:off x="10556748" y="5381703"/>
            <a:ext cx="495300" cy="2194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背景_光路亮线_1"/>
          <p:cNvCxnSpPr/>
          <p:nvPr/>
        </p:nvCxnSpPr>
        <p:spPr>
          <a:xfrm flipV="1">
            <a:off x="10556748" y="5381703"/>
            <a:ext cx="495300" cy="2194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背景_光路底_1"/>
          <p:cNvCxnSpPr/>
          <p:nvPr/>
        </p:nvCxnSpPr>
        <p:spPr>
          <a:xfrm flipV="1">
            <a:off x="11052048" y="5379848"/>
            <a:ext cx="495300" cy="185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背景_光路亮线_1"/>
          <p:cNvCxnSpPr/>
          <p:nvPr/>
        </p:nvCxnSpPr>
        <p:spPr>
          <a:xfrm flipV="1">
            <a:off x="11052048" y="5379848"/>
            <a:ext cx="495300" cy="185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背景_光路底_1"/>
          <p:cNvCxnSpPr/>
          <p:nvPr/>
        </p:nvCxnSpPr>
        <p:spPr>
          <a:xfrm>
            <a:off x="11547348" y="5379848"/>
            <a:ext cx="495300" cy="2425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背景_光路亮线_1"/>
          <p:cNvCxnSpPr/>
          <p:nvPr/>
        </p:nvCxnSpPr>
        <p:spPr>
          <a:xfrm>
            <a:off x="11547348" y="5379848"/>
            <a:ext cx="495300" cy="2425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背景_光路底_2"/>
          <p:cNvCxnSpPr/>
          <p:nvPr/>
        </p:nvCxnSpPr>
        <p:spPr>
          <a:xfrm flipV="1">
            <a:off x="155447" y="5661198"/>
            <a:ext cx="495301" cy="7253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背景_光路亮线_2"/>
          <p:cNvCxnSpPr/>
          <p:nvPr/>
        </p:nvCxnSpPr>
        <p:spPr>
          <a:xfrm flipV="1">
            <a:off x="155447" y="5661198"/>
            <a:ext cx="495301" cy="7253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背景_光路底_2"/>
          <p:cNvCxnSpPr/>
          <p:nvPr/>
        </p:nvCxnSpPr>
        <p:spPr>
          <a:xfrm flipV="1">
            <a:off x="650748" y="5575238"/>
            <a:ext cx="495299" cy="8596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背景_光路亮线_2"/>
          <p:cNvCxnSpPr/>
          <p:nvPr/>
        </p:nvCxnSpPr>
        <p:spPr>
          <a:xfrm flipV="1">
            <a:off x="650748" y="5575238"/>
            <a:ext cx="495299" cy="8596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背景_光路底_2"/>
          <p:cNvCxnSpPr/>
          <p:nvPr/>
        </p:nvCxnSpPr>
        <p:spPr>
          <a:xfrm flipV="1">
            <a:off x="1146047" y="5484858"/>
            <a:ext cx="495301" cy="9038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背景_光路亮线_2"/>
          <p:cNvCxnSpPr/>
          <p:nvPr/>
        </p:nvCxnSpPr>
        <p:spPr>
          <a:xfrm flipV="1">
            <a:off x="1146047" y="5484858"/>
            <a:ext cx="495301" cy="9038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背景_光路底_2"/>
          <p:cNvCxnSpPr/>
          <p:nvPr/>
        </p:nvCxnSpPr>
        <p:spPr>
          <a:xfrm flipV="1">
            <a:off x="1641348" y="5400361"/>
            <a:ext cx="495299" cy="8449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背景_光路亮线_2"/>
          <p:cNvCxnSpPr/>
          <p:nvPr/>
        </p:nvCxnSpPr>
        <p:spPr>
          <a:xfrm flipV="1">
            <a:off x="1641348" y="5400361"/>
            <a:ext cx="495299" cy="8449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背景_光路底_2"/>
          <p:cNvCxnSpPr/>
          <p:nvPr/>
        </p:nvCxnSpPr>
        <p:spPr>
          <a:xfrm flipV="1">
            <a:off x="2136647" y="5331588"/>
            <a:ext cx="495301" cy="6877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背景_光路亮线_2"/>
          <p:cNvCxnSpPr/>
          <p:nvPr/>
        </p:nvCxnSpPr>
        <p:spPr>
          <a:xfrm flipV="1">
            <a:off x="2136647" y="5331588"/>
            <a:ext cx="495301" cy="6877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背景_光路底_2"/>
          <p:cNvCxnSpPr/>
          <p:nvPr/>
        </p:nvCxnSpPr>
        <p:spPr>
          <a:xfrm flipV="1">
            <a:off x="2631948" y="5286233"/>
            <a:ext cx="495300" cy="4535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背景_光路亮线_2"/>
          <p:cNvCxnSpPr/>
          <p:nvPr/>
        </p:nvCxnSpPr>
        <p:spPr>
          <a:xfrm flipV="1">
            <a:off x="2631948" y="5286233"/>
            <a:ext cx="495300" cy="4535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背景_光路底_2"/>
          <p:cNvCxnSpPr/>
          <p:nvPr/>
        </p:nvCxnSpPr>
        <p:spPr>
          <a:xfrm flipV="1">
            <a:off x="3127248" y="5268525"/>
            <a:ext cx="495300" cy="1770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背景_光路亮线_2"/>
          <p:cNvCxnSpPr/>
          <p:nvPr/>
        </p:nvCxnSpPr>
        <p:spPr>
          <a:xfrm flipV="1">
            <a:off x="3127248" y="5268525"/>
            <a:ext cx="495300" cy="1770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背景_光路底_2"/>
          <p:cNvCxnSpPr/>
          <p:nvPr/>
        </p:nvCxnSpPr>
        <p:spPr>
          <a:xfrm>
            <a:off x="3622548" y="5268525"/>
            <a:ext cx="495299" cy="998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背景_光路亮线_2"/>
          <p:cNvCxnSpPr/>
          <p:nvPr/>
        </p:nvCxnSpPr>
        <p:spPr>
          <a:xfrm>
            <a:off x="3622548" y="5268525"/>
            <a:ext cx="495299" cy="998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背景_光路底_2"/>
          <p:cNvCxnSpPr/>
          <p:nvPr/>
        </p:nvCxnSpPr>
        <p:spPr>
          <a:xfrm>
            <a:off x="4117847" y="5278506"/>
            <a:ext cx="495301" cy="3351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背景_光路亮线_2"/>
          <p:cNvCxnSpPr/>
          <p:nvPr/>
        </p:nvCxnSpPr>
        <p:spPr>
          <a:xfrm>
            <a:off x="4117847" y="5278506"/>
            <a:ext cx="495301" cy="3351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背景_光路底_2"/>
          <p:cNvCxnSpPr/>
          <p:nvPr/>
        </p:nvCxnSpPr>
        <p:spPr>
          <a:xfrm>
            <a:off x="4613148" y="5312024"/>
            <a:ext cx="495300" cy="4941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背景_光路亮线_2"/>
          <p:cNvCxnSpPr/>
          <p:nvPr/>
        </p:nvCxnSpPr>
        <p:spPr>
          <a:xfrm>
            <a:off x="4613148" y="5312024"/>
            <a:ext cx="495300" cy="4941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背景_光路底_2"/>
          <p:cNvCxnSpPr/>
          <p:nvPr/>
        </p:nvCxnSpPr>
        <p:spPr>
          <a:xfrm>
            <a:off x="5108448" y="5361441"/>
            <a:ext cx="495300" cy="55502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背景_光路亮线_2"/>
          <p:cNvCxnSpPr/>
          <p:nvPr/>
        </p:nvCxnSpPr>
        <p:spPr>
          <a:xfrm>
            <a:off x="5108448" y="5361441"/>
            <a:ext cx="495300" cy="55502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背景_光路底_2"/>
          <p:cNvCxnSpPr/>
          <p:nvPr/>
        </p:nvCxnSpPr>
        <p:spPr>
          <a:xfrm>
            <a:off x="5603748" y="5416943"/>
            <a:ext cx="495300" cy="51276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背景_光路亮线_2"/>
          <p:cNvCxnSpPr/>
          <p:nvPr/>
        </p:nvCxnSpPr>
        <p:spPr>
          <a:xfrm>
            <a:off x="5603748" y="5416943"/>
            <a:ext cx="495300" cy="51276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背景_光路底_2"/>
          <p:cNvCxnSpPr/>
          <p:nvPr/>
        </p:nvCxnSpPr>
        <p:spPr>
          <a:xfrm>
            <a:off x="6099048" y="5468219"/>
            <a:ext cx="495299" cy="38004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背景_光路亮线_2"/>
          <p:cNvCxnSpPr/>
          <p:nvPr/>
        </p:nvCxnSpPr>
        <p:spPr>
          <a:xfrm>
            <a:off x="6099048" y="5468219"/>
            <a:ext cx="495299" cy="38004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背景_光路底_2"/>
          <p:cNvCxnSpPr/>
          <p:nvPr/>
        </p:nvCxnSpPr>
        <p:spPr>
          <a:xfrm>
            <a:off x="6594347" y="5506223"/>
            <a:ext cx="495301" cy="18499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背景_光路亮线_2"/>
          <p:cNvCxnSpPr/>
          <p:nvPr/>
        </p:nvCxnSpPr>
        <p:spPr>
          <a:xfrm>
            <a:off x="6594347" y="5506223"/>
            <a:ext cx="495301" cy="18499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背景_光路底_2"/>
          <p:cNvCxnSpPr/>
          <p:nvPr/>
        </p:nvCxnSpPr>
        <p:spPr>
          <a:xfrm flipV="1">
            <a:off x="7089648" y="5521368"/>
            <a:ext cx="495300" cy="3354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背景_光路亮线_2"/>
          <p:cNvCxnSpPr/>
          <p:nvPr/>
        </p:nvCxnSpPr>
        <p:spPr>
          <a:xfrm flipV="1">
            <a:off x="7089648" y="5521368"/>
            <a:ext cx="495300" cy="3354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背景_光路底_2"/>
          <p:cNvCxnSpPr/>
          <p:nvPr/>
        </p:nvCxnSpPr>
        <p:spPr>
          <a:xfrm flipV="1">
            <a:off x="7584948" y="5498091"/>
            <a:ext cx="495299" cy="2327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背景_光路亮线_2"/>
          <p:cNvCxnSpPr/>
          <p:nvPr/>
        </p:nvCxnSpPr>
        <p:spPr>
          <a:xfrm flipV="1">
            <a:off x="7584948" y="5498091"/>
            <a:ext cx="495299" cy="2327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背景_光路底_2"/>
          <p:cNvCxnSpPr/>
          <p:nvPr/>
        </p:nvCxnSpPr>
        <p:spPr>
          <a:xfrm flipV="1">
            <a:off x="8080247" y="5460777"/>
            <a:ext cx="495301" cy="37314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背景_光路亮线_2"/>
          <p:cNvCxnSpPr/>
          <p:nvPr/>
        </p:nvCxnSpPr>
        <p:spPr>
          <a:xfrm flipV="1">
            <a:off x="8080247" y="5460777"/>
            <a:ext cx="495301" cy="37314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背景_光路底_2"/>
          <p:cNvCxnSpPr/>
          <p:nvPr/>
        </p:nvCxnSpPr>
        <p:spPr>
          <a:xfrm flipV="1">
            <a:off x="8575548" y="5418255"/>
            <a:ext cx="495300" cy="42522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背景_光路亮线_2"/>
          <p:cNvCxnSpPr/>
          <p:nvPr/>
        </p:nvCxnSpPr>
        <p:spPr>
          <a:xfrm flipV="1">
            <a:off x="8575548" y="5418255"/>
            <a:ext cx="495300" cy="42522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背景_光路底_2"/>
          <p:cNvCxnSpPr/>
          <p:nvPr/>
        </p:nvCxnSpPr>
        <p:spPr>
          <a:xfrm flipV="1">
            <a:off x="9070848" y="5380789"/>
            <a:ext cx="495300" cy="37466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背景_光路亮线_2"/>
          <p:cNvCxnSpPr/>
          <p:nvPr/>
        </p:nvCxnSpPr>
        <p:spPr>
          <a:xfrm flipV="1">
            <a:off x="9070848" y="5380789"/>
            <a:ext cx="495300" cy="37466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背景_光路底_2"/>
          <p:cNvCxnSpPr/>
          <p:nvPr/>
        </p:nvCxnSpPr>
        <p:spPr>
          <a:xfrm flipV="1">
            <a:off x="9566148" y="5358322"/>
            <a:ext cx="495300" cy="2246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背景_光路亮线_2"/>
          <p:cNvCxnSpPr/>
          <p:nvPr/>
        </p:nvCxnSpPr>
        <p:spPr>
          <a:xfrm flipV="1">
            <a:off x="9566148" y="5358322"/>
            <a:ext cx="495300" cy="2246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背景_光路底_2"/>
          <p:cNvCxnSpPr/>
          <p:nvPr/>
        </p:nvCxnSpPr>
        <p:spPr>
          <a:xfrm>
            <a:off x="10061448" y="5358322"/>
            <a:ext cx="495300" cy="45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背景_光路亮线_2"/>
          <p:cNvCxnSpPr/>
          <p:nvPr/>
        </p:nvCxnSpPr>
        <p:spPr>
          <a:xfrm>
            <a:off x="10061448" y="5358322"/>
            <a:ext cx="495300" cy="45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背景_光路底_2"/>
          <p:cNvCxnSpPr/>
          <p:nvPr/>
        </p:nvCxnSpPr>
        <p:spPr>
          <a:xfrm>
            <a:off x="10556748" y="5358772"/>
            <a:ext cx="495300" cy="2791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背景_光路亮线_2"/>
          <p:cNvCxnSpPr/>
          <p:nvPr/>
        </p:nvCxnSpPr>
        <p:spPr>
          <a:xfrm>
            <a:off x="10556748" y="5358772"/>
            <a:ext cx="495300" cy="2791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背景_光路底_2"/>
          <p:cNvCxnSpPr/>
          <p:nvPr/>
        </p:nvCxnSpPr>
        <p:spPr>
          <a:xfrm>
            <a:off x="11052048" y="5386682"/>
            <a:ext cx="495300" cy="5575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背景_光路亮线_2"/>
          <p:cNvCxnSpPr/>
          <p:nvPr/>
        </p:nvCxnSpPr>
        <p:spPr>
          <a:xfrm>
            <a:off x="11052048" y="5386682"/>
            <a:ext cx="495300" cy="5575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背景_光路底_2"/>
          <p:cNvCxnSpPr/>
          <p:nvPr/>
        </p:nvCxnSpPr>
        <p:spPr>
          <a:xfrm>
            <a:off x="11547348" y="5442435"/>
            <a:ext cx="495300" cy="79762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背景_光路亮线_2"/>
          <p:cNvCxnSpPr/>
          <p:nvPr/>
        </p:nvCxnSpPr>
        <p:spPr>
          <a:xfrm>
            <a:off x="11547348" y="5442435"/>
            <a:ext cx="495300" cy="79762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4" name="背景_地平线光环"/>
          <p:cNvSpPr/>
          <p:nvPr/>
        </p:nvSpPr>
        <p:spPr>
          <a:xfrm>
            <a:off x="3721608" y="4140403"/>
            <a:ext cx="4754880" cy="1046073"/>
          </a:xfrm>
          <a:prstGeom prst="ellipse">
            <a:avLst/>
          </a:prstGeom>
          <a:noFill/>
          <a:ln w="11176">
            <a:solidFill>
              <a:srgbClr val="69E9FF">
                <a:alpha val="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背景_地平线光环"/>
          <p:cNvSpPr/>
          <p:nvPr/>
        </p:nvSpPr>
        <p:spPr>
          <a:xfrm>
            <a:off x="4315968" y="4271162"/>
            <a:ext cx="3566160" cy="784555"/>
          </a:xfrm>
          <a:prstGeom prst="ellipse">
            <a:avLst/>
          </a:prstGeom>
          <a:noFill/>
          <a:ln w="11176">
            <a:solidFill>
              <a:srgbClr val="69E9FF">
                <a:alpha val="1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背景_地平线光环"/>
          <p:cNvSpPr/>
          <p:nvPr/>
        </p:nvSpPr>
        <p:spPr>
          <a:xfrm>
            <a:off x="4910328" y="4401921"/>
            <a:ext cx="2377440" cy="523036"/>
          </a:xfrm>
          <a:prstGeom prst="ellipse">
            <a:avLst/>
          </a:prstGeom>
          <a:noFill/>
          <a:ln w="11176">
            <a:solidFill>
              <a:srgbClr val="69E9FF">
                <a:alpha val="14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母版黄标_S05_可编辑"/>
          <p:cNvSpPr/>
          <p:nvPr/>
        </p:nvSpPr>
        <p:spPr>
          <a:xfrm>
            <a:off x="438912" y="438912"/>
            <a:ext cx="932688" cy="292608"/>
          </a:xfrm>
          <a:prstGeom prst="roundRect">
            <a:avLst/>
          </a:prstGeom>
          <a:solidFill>
            <a:srgbClr val="FFC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19" b="1">
                <a:solidFill>
                  <a:srgbClr val="082944"/>
                </a:solidFill>
                <a:latin typeface="Arial"/>
              </a:rPr>
              <a:t>04 一库</a:t>
            </a:r>
          </a:p>
        </p:txBody>
      </p:sp>
      <p:sp>
        <p:nvSpPr>
          <p:cNvPr id="217" name="S05_现场采集_盘1"/>
          <p:cNvSpPr/>
          <p:nvPr/>
        </p:nvSpPr>
        <p:spPr>
          <a:xfrm>
            <a:off x="1703344" y="2024847"/>
            <a:ext cx="342351" cy="85587"/>
          </a:xfrm>
          <a:prstGeom prst="ellipse">
            <a:avLst/>
          </a:prstGeom>
          <a:solidFill>
            <a:srgbClr val="146C99"/>
          </a:solidFill>
          <a:ln w="13970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S05_现场采集_盘2"/>
          <p:cNvSpPr/>
          <p:nvPr/>
        </p:nvSpPr>
        <p:spPr>
          <a:xfrm>
            <a:off x="1703344" y="2119944"/>
            <a:ext cx="342351" cy="85587"/>
          </a:xfrm>
          <a:prstGeom prst="ellipse">
            <a:avLst/>
          </a:prstGeom>
          <a:solidFill>
            <a:srgbClr val="146C99"/>
          </a:solidFill>
          <a:ln w="13970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S05_现场采集_盘3"/>
          <p:cNvSpPr/>
          <p:nvPr/>
        </p:nvSpPr>
        <p:spPr>
          <a:xfrm>
            <a:off x="1703344" y="2215042"/>
            <a:ext cx="342351" cy="85587"/>
          </a:xfrm>
          <a:prstGeom prst="ellipse">
            <a:avLst/>
          </a:prstGeom>
          <a:solidFill>
            <a:srgbClr val="146C99"/>
          </a:solidFill>
          <a:ln w="13970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S05_标准判定_文件"/>
          <p:cNvSpPr/>
          <p:nvPr/>
        </p:nvSpPr>
        <p:spPr>
          <a:xfrm>
            <a:off x="5251582" y="1958279"/>
            <a:ext cx="261518" cy="342351"/>
          </a:xfrm>
          <a:prstGeom prst="roundRect">
            <a:avLst/>
          </a:prstGeom>
          <a:solidFill>
            <a:srgbClr val="0A4569">
              <a:alpha val="100000"/>
            </a:srgbClr>
          </a:solidFill>
          <a:ln w="13970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1" name="S05_标准判定_文本1"/>
          <p:cNvCxnSpPr/>
          <p:nvPr/>
        </p:nvCxnSpPr>
        <p:spPr>
          <a:xfrm>
            <a:off x="5299130" y="2053376"/>
            <a:ext cx="161666" cy="0"/>
          </a:xfrm>
          <a:prstGeom prst="line">
            <a:avLst/>
          </a:prstGeom>
          <a:ln w="10160">
            <a:solidFill>
              <a:srgbClr val="DDF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S05_标准判定_文本2"/>
          <p:cNvCxnSpPr/>
          <p:nvPr/>
        </p:nvCxnSpPr>
        <p:spPr>
          <a:xfrm>
            <a:off x="5299130" y="2134209"/>
            <a:ext cx="161666" cy="0"/>
          </a:xfrm>
          <a:prstGeom prst="line">
            <a:avLst/>
          </a:prstGeom>
          <a:ln w="10160">
            <a:solidFill>
              <a:srgbClr val="DDF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S05_标准判定_文本3"/>
          <p:cNvCxnSpPr/>
          <p:nvPr/>
        </p:nvCxnSpPr>
        <p:spPr>
          <a:xfrm>
            <a:off x="5299130" y="2215042"/>
            <a:ext cx="161666" cy="0"/>
          </a:xfrm>
          <a:prstGeom prst="line">
            <a:avLst/>
          </a:prstGeom>
          <a:ln w="10160">
            <a:solidFill>
              <a:srgbClr val="DDF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4" name="S05_标准判定_放大镜圈"/>
          <p:cNvSpPr/>
          <p:nvPr/>
        </p:nvSpPr>
        <p:spPr>
          <a:xfrm>
            <a:off x="5460796" y="2186513"/>
            <a:ext cx="118872" cy="118872"/>
          </a:xfrm>
          <a:prstGeom prst="ellipse">
            <a:avLst/>
          </a:prstGeom>
          <a:solidFill>
            <a:srgbClr val="062B49">
              <a:alpha val="100000"/>
            </a:srgbClr>
          </a:solidFill>
          <a:ln w="19558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5" name="S05_标准判定_放大镜柄"/>
          <p:cNvCxnSpPr/>
          <p:nvPr/>
        </p:nvCxnSpPr>
        <p:spPr>
          <a:xfrm>
            <a:off x="5546384" y="2272101"/>
            <a:ext cx="57059" cy="57058"/>
          </a:xfrm>
          <a:prstGeom prst="line">
            <a:avLst/>
          </a:prstGeom>
          <a:ln w="27940">
            <a:solidFill>
              <a:srgbClr val="63E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6" name="S05_一房一档_文件夹体"/>
          <p:cNvSpPr/>
          <p:nvPr/>
        </p:nvSpPr>
        <p:spPr>
          <a:xfrm>
            <a:off x="8762146" y="2062886"/>
            <a:ext cx="361370" cy="252008"/>
          </a:xfrm>
          <a:prstGeom prst="roundRect">
            <a:avLst/>
          </a:prstGeom>
          <a:solidFill>
            <a:srgbClr val="0A4C72">
              <a:alpha val="100000"/>
            </a:srgbClr>
          </a:solidFill>
          <a:ln w="13970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S05_一房一档_文件夹签"/>
          <p:cNvSpPr/>
          <p:nvPr/>
        </p:nvSpPr>
        <p:spPr>
          <a:xfrm>
            <a:off x="8800185" y="2005827"/>
            <a:ext cx="142646" cy="85587"/>
          </a:xfrm>
          <a:prstGeom prst="roundRect">
            <a:avLst/>
          </a:prstGeom>
          <a:solidFill>
            <a:srgbClr val="0A4C72">
              <a:alpha val="100000"/>
            </a:srgbClr>
          </a:solidFill>
          <a:ln w="13970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S05_一房一档_档案点"/>
          <p:cNvSpPr/>
          <p:nvPr/>
        </p:nvSpPr>
        <p:spPr>
          <a:xfrm>
            <a:off x="9028419" y="2177003"/>
            <a:ext cx="80832" cy="80832"/>
          </a:xfrm>
          <a:prstGeom prst="ellipse">
            <a:avLst/>
          </a:prstGeom>
          <a:solidFill>
            <a:srgbClr val="FFC928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9" name="S05_步骤箭头"/>
          <p:cNvCxnSpPr/>
          <p:nvPr/>
        </p:nvCxnSpPr>
        <p:spPr>
          <a:xfrm>
            <a:off x="3310128" y="2139696"/>
            <a:ext cx="182880" cy="0"/>
          </a:xfrm>
          <a:prstGeom prst="line">
            <a:avLst/>
          </a:prstGeom>
          <a:ln w="25146">
            <a:solidFill>
              <a:srgbClr val="63E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S05_步骤箭头"/>
          <p:cNvCxnSpPr/>
          <p:nvPr/>
        </p:nvCxnSpPr>
        <p:spPr>
          <a:xfrm>
            <a:off x="3419856" y="2139696"/>
            <a:ext cx="182880" cy="0"/>
          </a:xfrm>
          <a:prstGeom prst="line">
            <a:avLst/>
          </a:prstGeom>
          <a:ln w="25146">
            <a:solidFill>
              <a:srgbClr val="63E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S05_步骤箭头"/>
          <p:cNvCxnSpPr/>
          <p:nvPr/>
        </p:nvCxnSpPr>
        <p:spPr>
          <a:xfrm>
            <a:off x="6876288" y="2139696"/>
            <a:ext cx="182880" cy="0"/>
          </a:xfrm>
          <a:prstGeom prst="line">
            <a:avLst/>
          </a:prstGeom>
          <a:ln w="25146">
            <a:solidFill>
              <a:srgbClr val="63E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S05_步骤箭头"/>
          <p:cNvCxnSpPr/>
          <p:nvPr/>
        </p:nvCxnSpPr>
        <p:spPr>
          <a:xfrm>
            <a:off x="6986016" y="2139696"/>
            <a:ext cx="182880" cy="0"/>
          </a:xfrm>
          <a:prstGeom prst="line">
            <a:avLst/>
          </a:prstGeom>
          <a:ln w="25146">
            <a:solidFill>
              <a:srgbClr val="63E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S05_现场数据网络_连接"/>
          <p:cNvCxnSpPr/>
          <p:nvPr/>
        </p:nvCxnSpPr>
        <p:spPr>
          <a:xfrm flipV="1">
            <a:off x="2086919" y="3758921"/>
            <a:ext cx="201359" cy="138158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S05_现场数据网络_连接"/>
          <p:cNvCxnSpPr/>
          <p:nvPr/>
        </p:nvCxnSpPr>
        <p:spPr>
          <a:xfrm flipH="1">
            <a:off x="1779594" y="3897079"/>
            <a:ext cx="307325" cy="1304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S05_现场数据网络_连接"/>
          <p:cNvCxnSpPr/>
          <p:nvPr/>
        </p:nvCxnSpPr>
        <p:spPr>
          <a:xfrm flipV="1">
            <a:off x="5019252" y="3996899"/>
            <a:ext cx="137145" cy="220970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S05_现场数据网络_连接"/>
          <p:cNvCxnSpPr/>
          <p:nvPr/>
        </p:nvCxnSpPr>
        <p:spPr>
          <a:xfrm flipH="1" flipV="1">
            <a:off x="4837129" y="3869667"/>
            <a:ext cx="182123" cy="348202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S05_现场数据网络_连接"/>
          <p:cNvCxnSpPr/>
          <p:nvPr/>
        </p:nvCxnSpPr>
        <p:spPr>
          <a:xfrm>
            <a:off x="4837129" y="3869667"/>
            <a:ext cx="319268" cy="127232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S05_现场数据网络_连接"/>
          <p:cNvCxnSpPr/>
          <p:nvPr/>
        </p:nvCxnSpPr>
        <p:spPr>
          <a:xfrm>
            <a:off x="4837129" y="3869667"/>
            <a:ext cx="182123" cy="348202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S05_现场数据网络_连接"/>
          <p:cNvCxnSpPr/>
          <p:nvPr/>
        </p:nvCxnSpPr>
        <p:spPr>
          <a:xfrm flipH="1">
            <a:off x="5019252" y="3996899"/>
            <a:ext cx="137145" cy="220970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S05_现场数据网络_连接"/>
          <p:cNvCxnSpPr/>
          <p:nvPr/>
        </p:nvCxnSpPr>
        <p:spPr>
          <a:xfrm flipH="1" flipV="1">
            <a:off x="4837129" y="3869667"/>
            <a:ext cx="319268" cy="127232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S05_现场数据网络_连接"/>
          <p:cNvCxnSpPr/>
          <p:nvPr/>
        </p:nvCxnSpPr>
        <p:spPr>
          <a:xfrm flipV="1">
            <a:off x="1779594" y="3897079"/>
            <a:ext cx="307325" cy="1304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S05_现场数据网络_连接"/>
          <p:cNvCxnSpPr/>
          <p:nvPr/>
        </p:nvCxnSpPr>
        <p:spPr>
          <a:xfrm flipH="1" flipV="1">
            <a:off x="1430084" y="3821023"/>
            <a:ext cx="349510" cy="77360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S05_现场数据网络_连接"/>
          <p:cNvCxnSpPr/>
          <p:nvPr/>
        </p:nvCxnSpPr>
        <p:spPr>
          <a:xfrm flipV="1">
            <a:off x="1628238" y="3898383"/>
            <a:ext cx="151356" cy="610658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S05_现场数据网络_连接"/>
          <p:cNvCxnSpPr/>
          <p:nvPr/>
        </p:nvCxnSpPr>
        <p:spPr>
          <a:xfrm flipH="1" flipV="1">
            <a:off x="1430084" y="3821023"/>
            <a:ext cx="198154" cy="688018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S05_现场数据网络_连接"/>
          <p:cNvCxnSpPr/>
          <p:nvPr/>
        </p:nvCxnSpPr>
        <p:spPr>
          <a:xfrm flipH="1" flipV="1">
            <a:off x="5240822" y="3520065"/>
            <a:ext cx="605403" cy="223937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S05_现场数据网络_连接"/>
          <p:cNvCxnSpPr/>
          <p:nvPr/>
        </p:nvCxnSpPr>
        <p:spPr>
          <a:xfrm flipH="1">
            <a:off x="5156397" y="3744002"/>
            <a:ext cx="689828" cy="252897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S05_现场数据网络_连接"/>
          <p:cNvCxnSpPr/>
          <p:nvPr/>
        </p:nvCxnSpPr>
        <p:spPr>
          <a:xfrm flipH="1">
            <a:off x="2392599" y="4297886"/>
            <a:ext cx="462388" cy="240775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S05_现场数据网络_连接"/>
          <p:cNvCxnSpPr/>
          <p:nvPr/>
        </p:nvCxnSpPr>
        <p:spPr>
          <a:xfrm flipH="1" flipV="1">
            <a:off x="2288278" y="3758921"/>
            <a:ext cx="566709" cy="538965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S05_现场数据网络_连接"/>
          <p:cNvCxnSpPr/>
          <p:nvPr/>
        </p:nvCxnSpPr>
        <p:spPr>
          <a:xfrm flipH="1">
            <a:off x="2288278" y="3543158"/>
            <a:ext cx="71651" cy="215763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S05_现场数据网络_连接"/>
          <p:cNvCxnSpPr/>
          <p:nvPr/>
        </p:nvCxnSpPr>
        <p:spPr>
          <a:xfrm flipH="1">
            <a:off x="2086919" y="3543158"/>
            <a:ext cx="273010" cy="353921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S05_现场数据网络_连接"/>
          <p:cNvCxnSpPr/>
          <p:nvPr/>
        </p:nvCxnSpPr>
        <p:spPr>
          <a:xfrm flipV="1">
            <a:off x="2288278" y="3543158"/>
            <a:ext cx="71651" cy="215763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S05_现场数据网络_连接"/>
          <p:cNvCxnSpPr/>
          <p:nvPr/>
        </p:nvCxnSpPr>
        <p:spPr>
          <a:xfrm flipH="1">
            <a:off x="2086919" y="3758921"/>
            <a:ext cx="201359" cy="138158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S05_现场数据网络_连接"/>
          <p:cNvCxnSpPr/>
          <p:nvPr/>
        </p:nvCxnSpPr>
        <p:spPr>
          <a:xfrm flipH="1" flipV="1">
            <a:off x="4008912" y="4468318"/>
            <a:ext cx="332686" cy="79580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S05_现场数据网络_连接"/>
          <p:cNvCxnSpPr/>
          <p:nvPr/>
        </p:nvCxnSpPr>
        <p:spPr>
          <a:xfrm flipV="1">
            <a:off x="4341598" y="4217869"/>
            <a:ext cx="677654" cy="330029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S05_现场数据网络_连接"/>
          <p:cNvCxnSpPr/>
          <p:nvPr/>
        </p:nvCxnSpPr>
        <p:spPr>
          <a:xfrm flipV="1">
            <a:off x="2392599" y="4297886"/>
            <a:ext cx="462388" cy="240775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S05_现场数据网络_连接"/>
          <p:cNvCxnSpPr/>
          <p:nvPr/>
        </p:nvCxnSpPr>
        <p:spPr>
          <a:xfrm flipH="1" flipV="1">
            <a:off x="2086919" y="3897079"/>
            <a:ext cx="305680" cy="641582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S05_现场数据网络_连接"/>
          <p:cNvCxnSpPr/>
          <p:nvPr/>
        </p:nvCxnSpPr>
        <p:spPr>
          <a:xfrm>
            <a:off x="4008912" y="4468318"/>
            <a:ext cx="332686" cy="79580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S05_现场数据网络_连接"/>
          <p:cNvCxnSpPr/>
          <p:nvPr/>
        </p:nvCxnSpPr>
        <p:spPr>
          <a:xfrm flipV="1">
            <a:off x="4008912" y="3869667"/>
            <a:ext cx="828217" cy="598651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S05_现场数据网络_连接"/>
          <p:cNvCxnSpPr/>
          <p:nvPr/>
        </p:nvCxnSpPr>
        <p:spPr>
          <a:xfrm flipH="1">
            <a:off x="5156397" y="3520065"/>
            <a:ext cx="84425" cy="476834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S05_现场数据网络_连接"/>
          <p:cNvCxnSpPr/>
          <p:nvPr/>
        </p:nvCxnSpPr>
        <p:spPr>
          <a:xfrm flipH="1">
            <a:off x="4837129" y="3520065"/>
            <a:ext cx="403693" cy="349602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S05_现场数据网络_连接"/>
          <p:cNvCxnSpPr/>
          <p:nvPr/>
        </p:nvCxnSpPr>
        <p:spPr>
          <a:xfrm>
            <a:off x="4445835" y="3473559"/>
            <a:ext cx="391294" cy="396108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S05_现场数据网络_连接"/>
          <p:cNvCxnSpPr/>
          <p:nvPr/>
        </p:nvCxnSpPr>
        <p:spPr>
          <a:xfrm>
            <a:off x="4445835" y="3473559"/>
            <a:ext cx="794987" cy="46506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S05_现场数据网络_连接"/>
          <p:cNvCxnSpPr/>
          <p:nvPr/>
        </p:nvCxnSpPr>
        <p:spPr>
          <a:xfrm>
            <a:off x="1430084" y="3821023"/>
            <a:ext cx="349510" cy="77360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S05_现场数据网络_连接"/>
          <p:cNvCxnSpPr/>
          <p:nvPr/>
        </p:nvCxnSpPr>
        <p:spPr>
          <a:xfrm>
            <a:off x="1430084" y="3821023"/>
            <a:ext cx="656835" cy="76056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5" name="S05_现场数据网络_节点0"/>
          <p:cNvSpPr/>
          <p:nvPr/>
        </p:nvSpPr>
        <p:spPr>
          <a:xfrm>
            <a:off x="2054915" y="3865075"/>
            <a:ext cx="64008" cy="64008"/>
          </a:xfrm>
          <a:prstGeom prst="ellipse">
            <a:avLst/>
          </a:prstGeom>
          <a:solidFill>
            <a:srgbClr val="63ECFF">
              <a:alpha val="9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S05_现场数据网络_节点1"/>
          <p:cNvSpPr/>
          <p:nvPr/>
        </p:nvSpPr>
        <p:spPr>
          <a:xfrm>
            <a:off x="4987248" y="4185865"/>
            <a:ext cx="64008" cy="64008"/>
          </a:xfrm>
          <a:prstGeom prst="ellipse">
            <a:avLst/>
          </a:prstGeom>
          <a:solidFill>
            <a:srgbClr val="63ECFF">
              <a:alpha val="9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S05_现场数据网络_节点2"/>
          <p:cNvSpPr/>
          <p:nvPr/>
        </p:nvSpPr>
        <p:spPr>
          <a:xfrm>
            <a:off x="4805125" y="3837663"/>
            <a:ext cx="64008" cy="64008"/>
          </a:xfrm>
          <a:prstGeom prst="ellipse">
            <a:avLst/>
          </a:prstGeom>
          <a:solidFill>
            <a:srgbClr val="63ECFF">
              <a:alpha val="9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S05_现场数据网络_节点3"/>
          <p:cNvSpPr/>
          <p:nvPr/>
        </p:nvSpPr>
        <p:spPr>
          <a:xfrm>
            <a:off x="5124393" y="3964895"/>
            <a:ext cx="64008" cy="64008"/>
          </a:xfrm>
          <a:prstGeom prst="ellipse">
            <a:avLst/>
          </a:prstGeom>
          <a:solidFill>
            <a:srgbClr val="FFC928">
              <a:alpha val="9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S05_现场数据网络_节点4"/>
          <p:cNvSpPr/>
          <p:nvPr/>
        </p:nvSpPr>
        <p:spPr>
          <a:xfrm>
            <a:off x="1747590" y="3866379"/>
            <a:ext cx="64008" cy="64008"/>
          </a:xfrm>
          <a:prstGeom prst="ellipse">
            <a:avLst/>
          </a:prstGeom>
          <a:solidFill>
            <a:srgbClr val="63ECFF">
              <a:alpha val="9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S05_现场数据网络_节点5"/>
          <p:cNvSpPr/>
          <p:nvPr/>
        </p:nvSpPr>
        <p:spPr>
          <a:xfrm>
            <a:off x="1596234" y="4477037"/>
            <a:ext cx="64008" cy="64008"/>
          </a:xfrm>
          <a:prstGeom prst="ellipse">
            <a:avLst/>
          </a:prstGeom>
          <a:solidFill>
            <a:srgbClr val="63ECFF">
              <a:alpha val="9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S05_现场数据网络_节点6"/>
          <p:cNvSpPr/>
          <p:nvPr/>
        </p:nvSpPr>
        <p:spPr>
          <a:xfrm>
            <a:off x="5814221" y="3711998"/>
            <a:ext cx="64008" cy="64008"/>
          </a:xfrm>
          <a:prstGeom prst="ellipse">
            <a:avLst/>
          </a:prstGeom>
          <a:solidFill>
            <a:srgbClr val="63ECFF">
              <a:alpha val="9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S05_现场数据网络_节点7"/>
          <p:cNvSpPr/>
          <p:nvPr/>
        </p:nvSpPr>
        <p:spPr>
          <a:xfrm>
            <a:off x="2822983" y="4265882"/>
            <a:ext cx="64008" cy="64008"/>
          </a:xfrm>
          <a:prstGeom prst="ellipse">
            <a:avLst/>
          </a:prstGeom>
          <a:solidFill>
            <a:srgbClr val="63ECFF">
              <a:alpha val="9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S05_现场数据网络_节点8"/>
          <p:cNvSpPr/>
          <p:nvPr/>
        </p:nvSpPr>
        <p:spPr>
          <a:xfrm>
            <a:off x="2327925" y="3511154"/>
            <a:ext cx="64008" cy="64008"/>
          </a:xfrm>
          <a:prstGeom prst="ellipse">
            <a:avLst/>
          </a:prstGeom>
          <a:solidFill>
            <a:srgbClr val="63ECFF">
              <a:alpha val="9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S05_现场数据网络_节点9"/>
          <p:cNvSpPr/>
          <p:nvPr/>
        </p:nvSpPr>
        <p:spPr>
          <a:xfrm>
            <a:off x="2256274" y="3726917"/>
            <a:ext cx="64008" cy="64008"/>
          </a:xfrm>
          <a:prstGeom prst="ellipse">
            <a:avLst/>
          </a:prstGeom>
          <a:solidFill>
            <a:srgbClr val="FFC928">
              <a:alpha val="9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S05_现场数据网络_节点10"/>
          <p:cNvSpPr/>
          <p:nvPr/>
        </p:nvSpPr>
        <p:spPr>
          <a:xfrm>
            <a:off x="4309594" y="4515894"/>
            <a:ext cx="64008" cy="64008"/>
          </a:xfrm>
          <a:prstGeom prst="ellipse">
            <a:avLst/>
          </a:prstGeom>
          <a:solidFill>
            <a:srgbClr val="63ECFF">
              <a:alpha val="9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S05_现场数据网络_节点11"/>
          <p:cNvSpPr/>
          <p:nvPr/>
        </p:nvSpPr>
        <p:spPr>
          <a:xfrm>
            <a:off x="2360595" y="4506657"/>
            <a:ext cx="64008" cy="64008"/>
          </a:xfrm>
          <a:prstGeom prst="ellipse">
            <a:avLst/>
          </a:prstGeom>
          <a:solidFill>
            <a:srgbClr val="63ECFF">
              <a:alpha val="9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S05_现场数据网络_节点12"/>
          <p:cNvSpPr/>
          <p:nvPr/>
        </p:nvSpPr>
        <p:spPr>
          <a:xfrm>
            <a:off x="3976908" y="4436314"/>
            <a:ext cx="64008" cy="64008"/>
          </a:xfrm>
          <a:prstGeom prst="ellipse">
            <a:avLst/>
          </a:prstGeom>
          <a:solidFill>
            <a:srgbClr val="63ECFF">
              <a:alpha val="9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S05_现场数据网络_节点13"/>
          <p:cNvSpPr/>
          <p:nvPr/>
        </p:nvSpPr>
        <p:spPr>
          <a:xfrm>
            <a:off x="5208818" y="3488061"/>
            <a:ext cx="64008" cy="64008"/>
          </a:xfrm>
          <a:prstGeom prst="ellipse">
            <a:avLst/>
          </a:prstGeom>
          <a:solidFill>
            <a:srgbClr val="FFC928">
              <a:alpha val="9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S05_现场数据网络_节点14"/>
          <p:cNvSpPr/>
          <p:nvPr/>
        </p:nvSpPr>
        <p:spPr>
          <a:xfrm>
            <a:off x="4413831" y="3441555"/>
            <a:ext cx="64008" cy="64008"/>
          </a:xfrm>
          <a:prstGeom prst="ellipse">
            <a:avLst/>
          </a:prstGeom>
          <a:solidFill>
            <a:srgbClr val="63ECFF">
              <a:alpha val="9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S05_现场数据网络_节点15"/>
          <p:cNvSpPr/>
          <p:nvPr/>
        </p:nvSpPr>
        <p:spPr>
          <a:xfrm>
            <a:off x="1398080" y="3789019"/>
            <a:ext cx="64008" cy="64008"/>
          </a:xfrm>
          <a:prstGeom prst="ellipse">
            <a:avLst/>
          </a:prstGeom>
          <a:solidFill>
            <a:srgbClr val="63ECFF">
              <a:alpha val="9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S05_档案卡"/>
          <p:cNvSpPr/>
          <p:nvPr/>
        </p:nvSpPr>
        <p:spPr>
          <a:xfrm>
            <a:off x="7635240" y="2971800"/>
            <a:ext cx="3291840" cy="2148840"/>
          </a:xfrm>
          <a:prstGeom prst="roundRect">
            <a:avLst/>
          </a:prstGeom>
          <a:solidFill>
            <a:srgbClr val="062942">
              <a:alpha val="90000"/>
            </a:srgbClr>
          </a:solidFill>
          <a:ln w="12573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S05_档案字段1"/>
          <p:cNvSpPr/>
          <p:nvPr/>
        </p:nvSpPr>
        <p:spPr>
          <a:xfrm>
            <a:off x="7882127" y="3310128"/>
            <a:ext cx="2423160" cy="128016"/>
          </a:xfrm>
          <a:prstGeom prst="roundRect">
            <a:avLst/>
          </a:prstGeom>
          <a:solidFill>
            <a:srgbClr val="126087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S05_档案字段2"/>
          <p:cNvSpPr/>
          <p:nvPr/>
        </p:nvSpPr>
        <p:spPr>
          <a:xfrm>
            <a:off x="7882127" y="3557016"/>
            <a:ext cx="2423160" cy="128016"/>
          </a:xfrm>
          <a:prstGeom prst="roundRect">
            <a:avLst/>
          </a:prstGeom>
          <a:solidFill>
            <a:srgbClr val="126087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S05_档案字段3"/>
          <p:cNvSpPr/>
          <p:nvPr/>
        </p:nvSpPr>
        <p:spPr>
          <a:xfrm>
            <a:off x="7882127" y="3803904"/>
            <a:ext cx="2423160" cy="128016"/>
          </a:xfrm>
          <a:prstGeom prst="roundRect">
            <a:avLst/>
          </a:prstGeom>
          <a:solidFill>
            <a:srgbClr val="126087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S05_档案字段4"/>
          <p:cNvSpPr/>
          <p:nvPr/>
        </p:nvSpPr>
        <p:spPr>
          <a:xfrm>
            <a:off x="7882127" y="4050791"/>
            <a:ext cx="2423160" cy="128016"/>
          </a:xfrm>
          <a:prstGeom prst="roundRect">
            <a:avLst/>
          </a:prstGeom>
          <a:solidFill>
            <a:srgbClr val="126087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S05_档案字段5"/>
          <p:cNvSpPr/>
          <p:nvPr/>
        </p:nvSpPr>
        <p:spPr>
          <a:xfrm>
            <a:off x="7882127" y="4297680"/>
            <a:ext cx="2423160" cy="128016"/>
          </a:xfrm>
          <a:prstGeom prst="roundRect">
            <a:avLst/>
          </a:prstGeom>
          <a:solidFill>
            <a:srgbClr val="126087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S05_档案字段6"/>
          <p:cNvSpPr/>
          <p:nvPr/>
        </p:nvSpPr>
        <p:spPr>
          <a:xfrm>
            <a:off x="7882127" y="4544568"/>
            <a:ext cx="2423160" cy="128016"/>
          </a:xfrm>
          <a:prstGeom prst="roundRect">
            <a:avLst/>
          </a:prstGeom>
          <a:solidFill>
            <a:srgbClr val="126087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S05_健康分环"/>
          <p:cNvSpPr/>
          <p:nvPr/>
        </p:nvSpPr>
        <p:spPr>
          <a:xfrm>
            <a:off x="10149840" y="4480560"/>
            <a:ext cx="502920" cy="502920"/>
          </a:xfrm>
          <a:prstGeom prst="ellipse">
            <a:avLst/>
          </a:prstGeom>
          <a:solidFill>
            <a:srgbClr val="12628E">
              <a:alpha val="100000"/>
            </a:srgbClr>
          </a:solidFill>
          <a:ln w="13970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S05_健康分"/>
          <p:cNvSpPr txBox="1"/>
          <p:nvPr/>
        </p:nvSpPr>
        <p:spPr>
          <a:xfrm>
            <a:off x="10149840" y="4599432"/>
            <a:ext cx="50292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C928"/>
                </a:solidFill>
                <a:latin typeface="Arial"/>
                <a:ea typeface="Microsoft YaHei"/>
              </a:rPr>
              <a:t>92</a:t>
            </a:r>
          </a:p>
        </p:txBody>
      </p:sp>
      <p:sp>
        <p:nvSpPr>
          <p:cNvPr id="7" name="原生可编辑文字_S05_001_双击编辑"/>
          <p:cNvSpPr txBox="1"/>
          <p:nvPr/>
        </p:nvSpPr>
        <p:spPr>
          <a:xfrm>
            <a:off x="1927860" y="396240"/>
            <a:ext cx="8221980" cy="96774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800">
                <a:solidFill>
                  <a:srgbClr val="F7FCFF"/>
                </a:solidFill>
                <a:latin typeface="Noto Serif CJK SC"/>
              </a:rPr>
              <a:t>一库清底：先把家底摸清楚</a:t>
            </a:r>
          </a:p>
        </p:txBody>
      </p:sp>
      <p:sp>
        <p:nvSpPr>
          <p:cNvPr id="9" name="原生可编辑文字_S05_002_双击编辑"/>
          <p:cNvSpPr txBox="1"/>
          <p:nvPr/>
        </p:nvSpPr>
        <p:spPr>
          <a:xfrm>
            <a:off x="3680460" y="1272540"/>
            <a:ext cx="4823460" cy="46482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800">
                <a:solidFill>
                  <a:srgbClr val="F7FCFF"/>
                </a:solidFill>
                <a:latin typeface="Noto Sans CJK SC"/>
              </a:rPr>
              <a:t>让每一座烤房，都有一份动态更新的健康档案</a:t>
            </a:r>
          </a:p>
        </p:txBody>
      </p:sp>
      <p:sp>
        <p:nvSpPr>
          <p:cNvPr id="11" name="原生可编辑文字_S05_003_双击编辑"/>
          <p:cNvSpPr txBox="1"/>
          <p:nvPr/>
        </p:nvSpPr>
        <p:spPr>
          <a:xfrm>
            <a:off x="861060" y="1920240"/>
            <a:ext cx="1493520" cy="71628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4512">
                <a:solidFill>
                  <a:srgbClr val="FFC928"/>
                </a:solidFill>
                <a:latin typeface="Noto Serif CJK SC"/>
              </a:rPr>
              <a:t>01</a:t>
            </a:r>
          </a:p>
        </p:txBody>
      </p:sp>
      <p:sp>
        <p:nvSpPr>
          <p:cNvPr id="13" name="原生可编辑文字_S05_004_双击编辑"/>
          <p:cNvSpPr txBox="1"/>
          <p:nvPr/>
        </p:nvSpPr>
        <p:spPr>
          <a:xfrm>
            <a:off x="1424940" y="2682240"/>
            <a:ext cx="1569720" cy="56388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019">
                <a:solidFill>
                  <a:srgbClr val="63ECFF"/>
                </a:solidFill>
                <a:latin typeface="Noto Serif CJK SC"/>
              </a:rPr>
              <a:t>现场采集</a:t>
            </a:r>
          </a:p>
        </p:txBody>
      </p:sp>
      <p:sp>
        <p:nvSpPr>
          <p:cNvPr id="15" name="原生可编辑文字_S05_005_双击编辑"/>
          <p:cNvSpPr txBox="1"/>
          <p:nvPr/>
        </p:nvSpPr>
        <p:spPr>
          <a:xfrm>
            <a:off x="769620" y="3162300"/>
            <a:ext cx="2987040" cy="4038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48">
                <a:solidFill>
                  <a:srgbClr val="F2F8FF"/>
                </a:solidFill>
                <a:latin typeface="Noto Sans CJK SC"/>
              </a:rPr>
              <a:t>位置、容量、状态、设备、使用情况</a:t>
            </a:r>
          </a:p>
        </p:txBody>
      </p:sp>
      <p:sp>
        <p:nvSpPr>
          <p:cNvPr id="17" name="原生可编辑文字_S05_006_双击编辑"/>
          <p:cNvSpPr txBox="1"/>
          <p:nvPr/>
        </p:nvSpPr>
        <p:spPr>
          <a:xfrm>
            <a:off x="4511040" y="1920240"/>
            <a:ext cx="944879" cy="68580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4320">
                <a:solidFill>
                  <a:srgbClr val="FFC928"/>
                </a:solidFill>
                <a:latin typeface="Noto Serif CJK SC"/>
              </a:rPr>
              <a:t>02</a:t>
            </a:r>
          </a:p>
        </p:txBody>
      </p:sp>
      <p:sp>
        <p:nvSpPr>
          <p:cNvPr id="19" name="原生可编辑文字_S05_007_双击编辑"/>
          <p:cNvSpPr txBox="1"/>
          <p:nvPr/>
        </p:nvSpPr>
        <p:spPr>
          <a:xfrm>
            <a:off x="7917180" y="1927860"/>
            <a:ext cx="922020" cy="70104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4416">
                <a:solidFill>
                  <a:srgbClr val="FFC928"/>
                </a:solidFill>
                <a:latin typeface="Noto Serif CJK SC"/>
              </a:rPr>
              <a:t>03</a:t>
            </a:r>
          </a:p>
        </p:txBody>
      </p:sp>
      <p:sp>
        <p:nvSpPr>
          <p:cNvPr id="21" name="原生可编辑文字_S05_008_双击编辑"/>
          <p:cNvSpPr txBox="1"/>
          <p:nvPr/>
        </p:nvSpPr>
        <p:spPr>
          <a:xfrm>
            <a:off x="5151120" y="2682240"/>
            <a:ext cx="1546860" cy="56388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019">
                <a:solidFill>
                  <a:srgbClr val="63ECFF"/>
                </a:solidFill>
                <a:latin typeface="Noto Serif CJK SC"/>
              </a:rPr>
              <a:t>标准判定</a:t>
            </a:r>
          </a:p>
        </p:txBody>
      </p:sp>
      <p:sp>
        <p:nvSpPr>
          <p:cNvPr id="23" name="原生可编辑文字_S05_009_双击编辑"/>
          <p:cNvSpPr txBox="1"/>
          <p:nvPr/>
        </p:nvSpPr>
        <p:spPr>
          <a:xfrm>
            <a:off x="4617720" y="3162300"/>
            <a:ext cx="2720340" cy="38100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1650">
                <a:solidFill>
                  <a:srgbClr val="FFC928"/>
                </a:solidFill>
                <a:latin typeface="Noto Sans CJK SC"/>
              </a:rPr>
              <a:t>统一口径 / 健康评分 / 风险识别</a:t>
            </a:r>
          </a:p>
        </p:txBody>
      </p:sp>
      <p:sp>
        <p:nvSpPr>
          <p:cNvPr id="25" name="原生可编辑文字_S05_010_双击编辑"/>
          <p:cNvSpPr txBox="1"/>
          <p:nvPr/>
        </p:nvSpPr>
        <p:spPr>
          <a:xfrm>
            <a:off x="8587740" y="2705100"/>
            <a:ext cx="1600200" cy="54102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896">
                <a:solidFill>
                  <a:srgbClr val="63ECFF"/>
                </a:solidFill>
                <a:latin typeface="Noto Serif CJK SC"/>
              </a:rPr>
              <a:t>一房一档</a:t>
            </a:r>
          </a:p>
        </p:txBody>
      </p:sp>
      <p:sp>
        <p:nvSpPr>
          <p:cNvPr id="27" name="原生可编辑文字_S05_011_双击编辑"/>
          <p:cNvSpPr txBox="1"/>
          <p:nvPr/>
        </p:nvSpPr>
        <p:spPr>
          <a:xfrm>
            <a:off x="8039099" y="3162300"/>
            <a:ext cx="2750820" cy="3657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584">
                <a:solidFill>
                  <a:srgbClr val="F2F8FF"/>
                </a:solidFill>
                <a:latin typeface="Noto Sans CJK SC"/>
              </a:rPr>
              <a:t>动态更新 / 可查可用 / 一库清底</a:t>
            </a:r>
          </a:p>
        </p:txBody>
      </p:sp>
      <p:sp>
        <p:nvSpPr>
          <p:cNvPr id="29" name="原生可编辑文字_S05_012_双击编辑"/>
          <p:cNvSpPr txBox="1"/>
          <p:nvPr/>
        </p:nvSpPr>
        <p:spPr>
          <a:xfrm>
            <a:off x="7680960" y="3672840"/>
            <a:ext cx="647700" cy="3124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b="0" sz="1353">
                <a:solidFill>
                  <a:srgbClr val="F2F8FF"/>
                </a:solidFill>
                <a:latin typeface="Noto Sans CJK SC"/>
              </a:rPr>
              <a:t>空闲可用
156座</a:t>
            </a:r>
          </a:p>
        </p:txBody>
      </p:sp>
      <p:sp>
        <p:nvSpPr>
          <p:cNvPr id="31" name="原生可编辑文字_S05_013_双击编辑"/>
          <p:cNvSpPr txBox="1"/>
          <p:nvPr/>
        </p:nvSpPr>
        <p:spPr>
          <a:xfrm>
            <a:off x="7650480" y="3817620"/>
            <a:ext cx="556260" cy="3352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b="0" sz="1452">
                <a:solidFill>
                  <a:srgbClr val="F2F8FF"/>
                </a:solidFill>
                <a:latin typeface="Noto Sans CJK SC"/>
              </a:rPr>
              <a:t>空闲可用
156座</a:t>
            </a:r>
          </a:p>
        </p:txBody>
      </p:sp>
      <p:sp>
        <p:nvSpPr>
          <p:cNvPr id="33" name="原生可编辑文字_S05_014_双击编辑"/>
          <p:cNvSpPr txBox="1"/>
          <p:nvPr/>
        </p:nvSpPr>
        <p:spPr>
          <a:xfrm>
            <a:off x="9334500" y="3695700"/>
            <a:ext cx="708660" cy="3657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584">
                <a:solidFill>
                  <a:srgbClr val="F2F8FF"/>
                </a:solidFill>
                <a:latin typeface="Noto Sans CJK SC"/>
              </a:rPr>
              <a:t>烤房档案</a:t>
            </a:r>
          </a:p>
        </p:txBody>
      </p:sp>
      <p:sp>
        <p:nvSpPr>
          <p:cNvPr id="36" name="原生可编辑文字_S05_016_双击编辑"/>
          <p:cNvSpPr txBox="1"/>
          <p:nvPr/>
        </p:nvSpPr>
        <p:spPr>
          <a:xfrm>
            <a:off x="6126480" y="3855720"/>
            <a:ext cx="640080" cy="3276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b="0" sz="1419">
                <a:solidFill>
                  <a:srgbClr val="F2F8FF"/>
                </a:solidFill>
                <a:latin typeface="Noto Sans CJK SC"/>
              </a:rPr>
              <a:t>正常运行
682座</a:t>
            </a:r>
          </a:p>
        </p:txBody>
      </p:sp>
      <p:sp>
        <p:nvSpPr>
          <p:cNvPr id="38" name="原生可编辑文字_S05_017_双击编辑"/>
          <p:cNvSpPr txBox="1"/>
          <p:nvPr/>
        </p:nvSpPr>
        <p:spPr>
          <a:xfrm>
            <a:off x="6126480" y="3992879"/>
            <a:ext cx="556260" cy="3505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b="0" sz="1518">
                <a:solidFill>
                  <a:srgbClr val="F2F8FF"/>
                </a:solidFill>
                <a:latin typeface="Noto Sans CJK SC"/>
              </a:rPr>
              <a:t>正常运行
682座</a:t>
            </a:r>
          </a:p>
        </p:txBody>
      </p:sp>
      <p:sp>
        <p:nvSpPr>
          <p:cNvPr id="41" name="原生可编辑文字_S05_019_双击编辑"/>
          <p:cNvSpPr txBox="1"/>
          <p:nvPr/>
        </p:nvSpPr>
        <p:spPr>
          <a:xfrm>
            <a:off x="8465820" y="4221480"/>
            <a:ext cx="624840" cy="3352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b="0" sz="1452">
                <a:solidFill>
                  <a:srgbClr val="F2F8FF"/>
                </a:solidFill>
                <a:latin typeface="Noto Sans CJK SC"/>
              </a:rPr>
              <a:t>故障停用
28座</a:t>
            </a:r>
          </a:p>
        </p:txBody>
      </p:sp>
      <p:sp>
        <p:nvSpPr>
          <p:cNvPr id="43" name="原生可编辑文字_S05_020_双击编辑"/>
          <p:cNvSpPr txBox="1"/>
          <p:nvPr/>
        </p:nvSpPr>
        <p:spPr>
          <a:xfrm>
            <a:off x="8465820" y="4389120"/>
            <a:ext cx="502920" cy="3276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b="0" sz="1419">
                <a:solidFill>
                  <a:srgbClr val="F2F8FF"/>
                </a:solidFill>
                <a:latin typeface="Noto Sans CJK SC"/>
              </a:rPr>
              <a:t>故障停用
28座</a:t>
            </a:r>
          </a:p>
        </p:txBody>
      </p:sp>
      <p:sp>
        <p:nvSpPr>
          <p:cNvPr id="45" name="原生可编辑文字_S05_021_双击编辑"/>
          <p:cNvSpPr txBox="1"/>
          <p:nvPr/>
        </p:nvSpPr>
        <p:spPr>
          <a:xfrm>
            <a:off x="10233660" y="3893819"/>
            <a:ext cx="647700" cy="2895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254">
                <a:solidFill>
                  <a:srgbClr val="F2F8FF"/>
                </a:solidFill>
                <a:latin typeface="Noto Sans CJK SC"/>
              </a:rPr>
              <a:t>YN-5301</a:t>
            </a:r>
          </a:p>
        </p:txBody>
      </p:sp>
      <p:sp>
        <p:nvSpPr>
          <p:cNvPr id="47" name="原生可编辑文字_S05_022_双击编辑"/>
          <p:cNvSpPr txBox="1"/>
          <p:nvPr/>
        </p:nvSpPr>
        <p:spPr>
          <a:xfrm>
            <a:off x="10965180" y="3855720"/>
            <a:ext cx="708660" cy="3276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419">
                <a:solidFill>
                  <a:srgbClr val="F2F8FF"/>
                </a:solidFill>
                <a:latin typeface="Noto Sans CJK SC"/>
              </a:rPr>
              <a:t>正常运行</a:t>
            </a:r>
          </a:p>
        </p:txBody>
      </p:sp>
      <p:sp>
        <p:nvSpPr>
          <p:cNvPr id="49" name="原生可编辑文字_S05_023_双击编辑"/>
          <p:cNvSpPr txBox="1"/>
          <p:nvPr/>
        </p:nvSpPr>
        <p:spPr>
          <a:xfrm>
            <a:off x="10233660" y="4107179"/>
            <a:ext cx="396240" cy="2895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254">
                <a:solidFill>
                  <a:srgbClr val="F2F8FF"/>
                </a:solidFill>
                <a:latin typeface="Noto Sans CJK SC"/>
              </a:rPr>
              <a:t>位置</a:t>
            </a:r>
          </a:p>
        </p:txBody>
      </p:sp>
      <p:sp>
        <p:nvSpPr>
          <p:cNvPr id="51" name="原生可编辑文字_S05_024_双击编辑"/>
          <p:cNvSpPr txBox="1"/>
          <p:nvPr/>
        </p:nvSpPr>
        <p:spPr>
          <a:xfrm>
            <a:off x="10645140" y="4084320"/>
            <a:ext cx="662940" cy="3124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b="0" sz="1353">
                <a:solidFill>
                  <a:srgbClr val="F2F8FF"/>
                </a:solidFill>
                <a:latin typeface="Noto Sans CJK SC"/>
              </a:rPr>
              <a:t>XX县XX镇
2座</a:t>
            </a:r>
          </a:p>
        </p:txBody>
      </p:sp>
      <p:sp>
        <p:nvSpPr>
          <p:cNvPr id="53" name="原生可编辑文字_S05_025_双击编辑"/>
          <p:cNvSpPr txBox="1"/>
          <p:nvPr/>
        </p:nvSpPr>
        <p:spPr>
          <a:xfrm>
            <a:off x="10256520" y="4259580"/>
            <a:ext cx="373380" cy="29718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287">
                <a:solidFill>
                  <a:srgbClr val="F2F8FF"/>
                </a:solidFill>
                <a:latin typeface="Noto Sans CJK SC"/>
              </a:rPr>
              <a:t>容量</a:t>
            </a:r>
          </a:p>
        </p:txBody>
      </p:sp>
      <p:sp>
        <p:nvSpPr>
          <p:cNvPr id="55" name="原生可编辑文字_S05_026_双击编辑"/>
          <p:cNvSpPr txBox="1"/>
          <p:nvPr/>
        </p:nvSpPr>
        <p:spPr>
          <a:xfrm>
            <a:off x="10645140" y="4244340"/>
            <a:ext cx="373380" cy="31242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353">
                <a:solidFill>
                  <a:srgbClr val="F2F8FF"/>
                </a:solidFill>
                <a:latin typeface="Noto Sans CJK SC"/>
              </a:rPr>
              <a:t>3吨</a:t>
            </a:r>
          </a:p>
        </p:txBody>
      </p:sp>
      <p:sp>
        <p:nvSpPr>
          <p:cNvPr id="57" name="原生可编辑文字_S05_027_双击编辑"/>
          <p:cNvSpPr txBox="1"/>
          <p:nvPr/>
        </p:nvSpPr>
        <p:spPr>
          <a:xfrm>
            <a:off x="10256520" y="4404360"/>
            <a:ext cx="373380" cy="29718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287">
                <a:solidFill>
                  <a:srgbClr val="F2F8FF"/>
                </a:solidFill>
                <a:latin typeface="Noto Sans CJK SC"/>
              </a:rPr>
              <a:t>设备</a:t>
            </a:r>
          </a:p>
        </p:txBody>
      </p:sp>
      <p:sp>
        <p:nvSpPr>
          <p:cNvPr id="59" name="原生可编辑文字_S05_028_双击编辑"/>
          <p:cNvSpPr txBox="1"/>
          <p:nvPr/>
        </p:nvSpPr>
        <p:spPr>
          <a:xfrm>
            <a:off x="10660380" y="4404360"/>
            <a:ext cx="960120" cy="29718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287">
                <a:solidFill>
                  <a:srgbClr val="F2F8FF"/>
                </a:solidFill>
                <a:latin typeface="Noto Sans CJK SC"/>
              </a:rPr>
              <a:t>热风炉 / 自控系统</a:t>
            </a:r>
          </a:p>
        </p:txBody>
      </p:sp>
      <p:sp>
        <p:nvSpPr>
          <p:cNvPr id="61" name="原生可编辑文字_S05_029_双击编辑"/>
          <p:cNvSpPr txBox="1"/>
          <p:nvPr/>
        </p:nvSpPr>
        <p:spPr>
          <a:xfrm>
            <a:off x="10248900" y="4564380"/>
            <a:ext cx="541020" cy="29718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287">
                <a:solidFill>
                  <a:srgbClr val="F2F8FF"/>
                </a:solidFill>
                <a:latin typeface="Noto Sans CJK SC"/>
              </a:rPr>
              <a:t>使用情况</a:t>
            </a:r>
          </a:p>
        </p:txBody>
      </p:sp>
      <p:sp>
        <p:nvSpPr>
          <p:cNvPr id="63" name="原生可编辑文字_S05_030_双击编辑"/>
          <p:cNvSpPr txBox="1"/>
          <p:nvPr/>
        </p:nvSpPr>
        <p:spPr>
          <a:xfrm>
            <a:off x="10622280" y="4564380"/>
            <a:ext cx="609600" cy="2895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254">
                <a:solidFill>
                  <a:srgbClr val="F2F8FF"/>
                </a:solidFill>
                <a:latin typeface="Noto Sans CJK SC"/>
              </a:rPr>
              <a:t>当前空闲</a:t>
            </a:r>
          </a:p>
        </p:txBody>
      </p:sp>
      <p:sp>
        <p:nvSpPr>
          <p:cNvPr id="65" name="原生可编辑文字_S05_031_双击编辑"/>
          <p:cNvSpPr txBox="1"/>
          <p:nvPr/>
        </p:nvSpPr>
        <p:spPr>
          <a:xfrm>
            <a:off x="9311640" y="4777740"/>
            <a:ext cx="662940" cy="3276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1419">
                <a:solidFill>
                  <a:srgbClr val="FFC928"/>
                </a:solidFill>
                <a:latin typeface="Noto Sans CJK SC"/>
              </a:rPr>
              <a:t>健康评分</a:t>
            </a:r>
          </a:p>
        </p:txBody>
      </p:sp>
      <p:sp>
        <p:nvSpPr>
          <p:cNvPr id="67" name="原生可编辑文字_S05_032_双击编辑"/>
          <p:cNvSpPr txBox="1"/>
          <p:nvPr/>
        </p:nvSpPr>
        <p:spPr>
          <a:xfrm>
            <a:off x="9525000" y="5151120"/>
            <a:ext cx="41910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b="1" sz="2304">
                <a:solidFill>
                  <a:srgbClr val="F2F8FF"/>
                </a:solidFill>
                <a:latin typeface="Noto Serif CJK SC"/>
              </a:rPr>
              <a:t>92
分</a:t>
            </a:r>
          </a:p>
        </p:txBody>
      </p:sp>
      <p:sp>
        <p:nvSpPr>
          <p:cNvPr id="69" name="原生可编辑文字_S05_033_双击编辑"/>
          <p:cNvSpPr txBox="1"/>
          <p:nvPr/>
        </p:nvSpPr>
        <p:spPr>
          <a:xfrm>
            <a:off x="9601200" y="5326380"/>
            <a:ext cx="289560" cy="2895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254">
                <a:solidFill>
                  <a:srgbClr val="F2F8FF"/>
                </a:solidFill>
                <a:latin typeface="Noto Sans CJK SC"/>
              </a:rPr>
              <a:t>分</a:t>
            </a:r>
          </a:p>
        </p:txBody>
      </p:sp>
      <p:sp>
        <p:nvSpPr>
          <p:cNvPr id="71" name="原生可编辑文字_S05_034_双击编辑"/>
          <p:cNvSpPr txBox="1"/>
          <p:nvPr/>
        </p:nvSpPr>
        <p:spPr>
          <a:xfrm>
            <a:off x="10111740" y="4968240"/>
            <a:ext cx="556260" cy="29718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287">
                <a:solidFill>
                  <a:srgbClr val="F2F8FF"/>
                </a:solidFill>
                <a:latin typeface="Noto Sans CJK SC"/>
              </a:rPr>
              <a:t>设备状态</a:t>
            </a:r>
          </a:p>
        </p:txBody>
      </p:sp>
      <p:sp>
        <p:nvSpPr>
          <p:cNvPr id="73" name="原生可编辑文字_S05_035_双击编辑"/>
          <p:cNvSpPr txBox="1"/>
          <p:nvPr/>
        </p:nvSpPr>
        <p:spPr>
          <a:xfrm>
            <a:off x="10111740" y="5128260"/>
            <a:ext cx="556260" cy="29718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287">
                <a:solidFill>
                  <a:srgbClr val="F2F8FF"/>
                </a:solidFill>
                <a:latin typeface="Noto Sans CJK SC"/>
              </a:rPr>
              <a:t>运行规律</a:t>
            </a:r>
          </a:p>
        </p:txBody>
      </p:sp>
      <p:sp>
        <p:nvSpPr>
          <p:cNvPr id="75" name="原生可编辑文字_S05_036_双击编辑"/>
          <p:cNvSpPr txBox="1"/>
          <p:nvPr/>
        </p:nvSpPr>
        <p:spPr>
          <a:xfrm>
            <a:off x="10111740" y="5288280"/>
            <a:ext cx="556260" cy="29718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287">
                <a:solidFill>
                  <a:srgbClr val="F2F8FF"/>
                </a:solidFill>
                <a:latin typeface="Noto Sans CJK SC"/>
              </a:rPr>
              <a:t>维护记录</a:t>
            </a:r>
          </a:p>
        </p:txBody>
      </p:sp>
      <p:sp>
        <p:nvSpPr>
          <p:cNvPr id="77" name="原生可编辑文字_S05_037_双击编辑"/>
          <p:cNvSpPr txBox="1"/>
          <p:nvPr/>
        </p:nvSpPr>
        <p:spPr>
          <a:xfrm>
            <a:off x="10111740" y="5448300"/>
            <a:ext cx="541020" cy="31242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353">
                <a:solidFill>
                  <a:srgbClr val="F2F8FF"/>
                </a:solidFill>
                <a:latin typeface="Noto Sans CJK SC"/>
              </a:rPr>
              <a:t>综合评分</a:t>
            </a:r>
          </a:p>
        </p:txBody>
      </p:sp>
      <p:sp>
        <p:nvSpPr>
          <p:cNvPr id="79" name="原生可编辑文字_S05_038_双击编辑"/>
          <p:cNvSpPr txBox="1"/>
          <p:nvPr/>
        </p:nvSpPr>
        <p:spPr>
          <a:xfrm>
            <a:off x="11369040" y="4983480"/>
            <a:ext cx="327660" cy="28194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1776">
                <a:solidFill>
                  <a:srgbClr val="F2F8FF"/>
                </a:solidFill>
                <a:latin typeface="Noto Serif CJK SC"/>
              </a:rPr>
              <a:t>95</a:t>
            </a:r>
          </a:p>
        </p:txBody>
      </p:sp>
      <p:sp>
        <p:nvSpPr>
          <p:cNvPr id="81" name="原生可编辑文字_S05_039_双击编辑"/>
          <p:cNvSpPr txBox="1"/>
          <p:nvPr/>
        </p:nvSpPr>
        <p:spPr>
          <a:xfrm>
            <a:off x="11369040" y="5151120"/>
            <a:ext cx="327660" cy="2895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1823">
                <a:solidFill>
                  <a:srgbClr val="F2F8FF"/>
                </a:solidFill>
                <a:latin typeface="Noto Serif CJK SC"/>
              </a:rPr>
              <a:t>90</a:t>
            </a:r>
          </a:p>
        </p:txBody>
      </p:sp>
      <p:sp>
        <p:nvSpPr>
          <p:cNvPr id="83" name="原生可编辑文字_S05_040_双击编辑"/>
          <p:cNvSpPr txBox="1"/>
          <p:nvPr/>
        </p:nvSpPr>
        <p:spPr>
          <a:xfrm>
            <a:off x="11369040" y="5326380"/>
            <a:ext cx="327660" cy="27432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1727">
                <a:solidFill>
                  <a:srgbClr val="F2F8FF"/>
                </a:solidFill>
                <a:latin typeface="Noto Serif CJK SC"/>
              </a:rPr>
              <a:t>88</a:t>
            </a:r>
          </a:p>
        </p:txBody>
      </p:sp>
      <p:sp>
        <p:nvSpPr>
          <p:cNvPr id="85" name="原生可编辑文字_S05_041_双击编辑"/>
          <p:cNvSpPr txBox="1"/>
          <p:nvPr/>
        </p:nvSpPr>
        <p:spPr>
          <a:xfrm>
            <a:off x="11369040" y="5501640"/>
            <a:ext cx="327660" cy="28194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1776">
                <a:solidFill>
                  <a:srgbClr val="F2F8FF"/>
                </a:solidFill>
                <a:latin typeface="Noto Serif CJK SC"/>
              </a:rPr>
              <a:t>92</a:t>
            </a:r>
          </a:p>
        </p:txBody>
      </p:sp>
      <p:sp>
        <p:nvSpPr>
          <p:cNvPr id="87" name="原生可编辑文字_S05_042_双击编辑"/>
          <p:cNvSpPr txBox="1"/>
          <p:nvPr/>
        </p:nvSpPr>
        <p:spPr>
          <a:xfrm>
            <a:off x="2560320" y="6012180"/>
            <a:ext cx="7078980" cy="52578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800">
                <a:solidFill>
                  <a:srgbClr val="F2F8FF"/>
                </a:solidFill>
                <a:latin typeface="Noto Sans CJK SC"/>
              </a:rPr>
              <a:t>结果：空闲房在哪里、故障房是谁、可用能力有多少，一眼看清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_深蓝底_可编辑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B49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背景_左上光束_1"/>
          <p:cNvSpPr/>
          <p:nvPr/>
        </p:nvSpPr>
        <p:spPr>
          <a:xfrm>
            <a:off x="0" y="0"/>
            <a:ext cx="2423160" cy="1828800"/>
          </a:xfrm>
          <a:custGeom>
            <a:avLst/>
            <a:gdLst/>
            <a:ahLst/>
            <a:cxnLst/>
            <a:rect l="l" t="t" r="r" b="b"/>
            <a:pathLst>
              <a:path w="2423160" h="1828800">
                <a:moveTo>
                  <a:pt x="0" y="0"/>
                </a:moveTo>
                <a:lnTo>
                  <a:pt x="914400" y="0"/>
                </a:lnTo>
                <a:lnTo>
                  <a:pt x="2423160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8DEBFF">
              <a:alpha val="2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背景_左上光束_2"/>
          <p:cNvSpPr/>
          <p:nvPr/>
        </p:nvSpPr>
        <p:spPr>
          <a:xfrm>
            <a:off x="274320" y="0"/>
            <a:ext cx="2423159" cy="1828800"/>
          </a:xfrm>
          <a:custGeom>
            <a:avLst/>
            <a:gdLst/>
            <a:ahLst/>
            <a:cxnLst/>
            <a:rect l="l" t="t" r="r" b="b"/>
            <a:pathLst>
              <a:path w="2423159" h="1828800">
                <a:moveTo>
                  <a:pt x="0" y="0"/>
                </a:moveTo>
                <a:lnTo>
                  <a:pt x="914400" y="0"/>
                </a:lnTo>
                <a:lnTo>
                  <a:pt x="2423159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8DEBFF">
              <a:alpha val="2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背景_左上光束_3"/>
          <p:cNvSpPr/>
          <p:nvPr/>
        </p:nvSpPr>
        <p:spPr>
          <a:xfrm>
            <a:off x="640080" y="0"/>
            <a:ext cx="2423159" cy="1828800"/>
          </a:xfrm>
          <a:custGeom>
            <a:avLst/>
            <a:gdLst/>
            <a:ahLst/>
            <a:cxnLst/>
            <a:rect l="l" t="t" r="r" b="b"/>
            <a:pathLst>
              <a:path w="2423159" h="1828800">
                <a:moveTo>
                  <a:pt x="0" y="0"/>
                </a:moveTo>
                <a:lnTo>
                  <a:pt x="914400" y="0"/>
                </a:lnTo>
                <a:lnTo>
                  <a:pt x="2423159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8DEBFF">
              <a:alpha val="2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背景_星点_1"/>
          <p:cNvSpPr/>
          <p:nvPr/>
        </p:nvSpPr>
        <p:spPr>
          <a:xfrm>
            <a:off x="6657016" y="596803"/>
            <a:ext cx="13716" cy="13716"/>
          </a:xfrm>
          <a:prstGeom prst="ellipse">
            <a:avLst/>
          </a:prstGeom>
          <a:solidFill>
            <a:srgbClr val="E8FDFF">
              <a:alpha val="5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背景_星点_2"/>
          <p:cNvSpPr/>
          <p:nvPr/>
        </p:nvSpPr>
        <p:spPr>
          <a:xfrm>
            <a:off x="7767153" y="2850782"/>
            <a:ext cx="18288" cy="18288"/>
          </a:xfrm>
          <a:prstGeom prst="ellipse">
            <a:avLst/>
          </a:prstGeom>
          <a:solidFill>
            <a:srgbClr val="E8FDFF">
              <a:alpha val="6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背景_星点_3"/>
          <p:cNvSpPr/>
          <p:nvPr/>
        </p:nvSpPr>
        <p:spPr>
          <a:xfrm>
            <a:off x="5390980" y="1061125"/>
            <a:ext cx="36576" cy="36576"/>
          </a:xfrm>
          <a:prstGeom prst="ellipse">
            <a:avLst/>
          </a:prstGeom>
          <a:solidFill>
            <a:srgbClr val="E8FDFF">
              <a:alpha val="4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背景_星点_4"/>
          <p:cNvSpPr/>
          <p:nvPr/>
        </p:nvSpPr>
        <p:spPr>
          <a:xfrm>
            <a:off x="2639608" y="2972303"/>
            <a:ext cx="18288" cy="18288"/>
          </a:xfrm>
          <a:prstGeom prst="ellipse">
            <a:avLst/>
          </a:prstGeom>
          <a:solidFill>
            <a:srgbClr val="E8FDFF">
              <a:alpha val="51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背景_星点_5"/>
          <p:cNvSpPr/>
          <p:nvPr/>
        </p:nvSpPr>
        <p:spPr>
          <a:xfrm>
            <a:off x="3966845" y="1740966"/>
            <a:ext cx="22860" cy="22860"/>
          </a:xfrm>
          <a:prstGeom prst="ellipse">
            <a:avLst/>
          </a:prstGeom>
          <a:solidFill>
            <a:srgbClr val="E8FDFF">
              <a:alpha val="74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背景_星点_6"/>
          <p:cNvSpPr/>
          <p:nvPr/>
        </p:nvSpPr>
        <p:spPr>
          <a:xfrm>
            <a:off x="5627787" y="1887334"/>
            <a:ext cx="18288" cy="18288"/>
          </a:xfrm>
          <a:prstGeom prst="ellipse">
            <a:avLst/>
          </a:prstGeom>
          <a:solidFill>
            <a:srgbClr val="E8FDFF">
              <a:alpha val="49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背景_星点_7"/>
          <p:cNvSpPr/>
          <p:nvPr/>
        </p:nvSpPr>
        <p:spPr>
          <a:xfrm>
            <a:off x="7785329" y="3256567"/>
            <a:ext cx="36576" cy="36576"/>
          </a:xfrm>
          <a:prstGeom prst="ellipse">
            <a:avLst/>
          </a:prstGeom>
          <a:solidFill>
            <a:srgbClr val="E8FDFF">
              <a:alpha val="3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背景_星点_8"/>
          <p:cNvSpPr/>
          <p:nvPr/>
        </p:nvSpPr>
        <p:spPr>
          <a:xfrm>
            <a:off x="2595397" y="722346"/>
            <a:ext cx="13716" cy="13716"/>
          </a:xfrm>
          <a:prstGeom prst="ellipse">
            <a:avLst/>
          </a:prstGeom>
          <a:solidFill>
            <a:srgbClr val="E8FDFF">
              <a:alpha val="4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背景_星点_9"/>
          <p:cNvSpPr/>
          <p:nvPr/>
        </p:nvSpPr>
        <p:spPr>
          <a:xfrm>
            <a:off x="2477902" y="3431167"/>
            <a:ext cx="36576" cy="36576"/>
          </a:xfrm>
          <a:prstGeom prst="ellipse">
            <a:avLst/>
          </a:prstGeom>
          <a:solidFill>
            <a:srgbClr val="E8FDFF">
              <a:alpha val="3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背景_星点_10"/>
          <p:cNvSpPr/>
          <p:nvPr/>
        </p:nvSpPr>
        <p:spPr>
          <a:xfrm>
            <a:off x="6338660" y="3839294"/>
            <a:ext cx="36576" cy="36576"/>
          </a:xfrm>
          <a:prstGeom prst="ellipse">
            <a:avLst/>
          </a:prstGeom>
          <a:solidFill>
            <a:srgbClr val="E8FDFF">
              <a:alpha val="46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背景_星点_11"/>
          <p:cNvSpPr/>
          <p:nvPr/>
        </p:nvSpPr>
        <p:spPr>
          <a:xfrm>
            <a:off x="10091684" y="2705347"/>
            <a:ext cx="27432" cy="27432"/>
          </a:xfrm>
          <a:prstGeom prst="ellipse">
            <a:avLst/>
          </a:prstGeom>
          <a:solidFill>
            <a:srgbClr val="E8FDFF">
              <a:alpha val="3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背景_星点_12"/>
          <p:cNvSpPr/>
          <p:nvPr/>
        </p:nvSpPr>
        <p:spPr>
          <a:xfrm>
            <a:off x="10865542" y="1108176"/>
            <a:ext cx="13716" cy="13716"/>
          </a:xfrm>
          <a:prstGeom prst="ellipse">
            <a:avLst/>
          </a:prstGeom>
          <a:solidFill>
            <a:srgbClr val="E8FDFF">
              <a:alpha val="46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背景_星点_13"/>
          <p:cNvSpPr/>
          <p:nvPr/>
        </p:nvSpPr>
        <p:spPr>
          <a:xfrm>
            <a:off x="3900443" y="3563050"/>
            <a:ext cx="13716" cy="13716"/>
          </a:xfrm>
          <a:prstGeom prst="ellipse">
            <a:avLst/>
          </a:prstGeom>
          <a:solidFill>
            <a:srgbClr val="E8FDFF">
              <a:alpha val="46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背景_星点_14"/>
          <p:cNvSpPr/>
          <p:nvPr/>
        </p:nvSpPr>
        <p:spPr>
          <a:xfrm>
            <a:off x="10620301" y="3073982"/>
            <a:ext cx="18288" cy="18288"/>
          </a:xfrm>
          <a:prstGeom prst="ellipse">
            <a:avLst/>
          </a:prstGeom>
          <a:solidFill>
            <a:srgbClr val="E8FDFF">
              <a:alpha val="6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背景_星点_15"/>
          <p:cNvSpPr/>
          <p:nvPr/>
        </p:nvSpPr>
        <p:spPr>
          <a:xfrm>
            <a:off x="9790458" y="2611751"/>
            <a:ext cx="18288" cy="18288"/>
          </a:xfrm>
          <a:prstGeom prst="ellipse">
            <a:avLst/>
          </a:prstGeom>
          <a:solidFill>
            <a:srgbClr val="E8FDFF">
              <a:alpha val="5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背景_星点_16"/>
          <p:cNvSpPr/>
          <p:nvPr/>
        </p:nvSpPr>
        <p:spPr>
          <a:xfrm>
            <a:off x="4175047" y="2484587"/>
            <a:ext cx="27432" cy="27432"/>
          </a:xfrm>
          <a:prstGeom prst="ellipse">
            <a:avLst/>
          </a:prstGeom>
          <a:solidFill>
            <a:srgbClr val="E8FDFF">
              <a:alpha val="4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背景_星点_17"/>
          <p:cNvSpPr/>
          <p:nvPr/>
        </p:nvSpPr>
        <p:spPr>
          <a:xfrm>
            <a:off x="3340979" y="3810848"/>
            <a:ext cx="13716" cy="13716"/>
          </a:xfrm>
          <a:prstGeom prst="ellipse">
            <a:avLst/>
          </a:prstGeom>
          <a:solidFill>
            <a:srgbClr val="E8FDFF">
              <a:alpha val="31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背景_星点_18"/>
          <p:cNvSpPr/>
          <p:nvPr/>
        </p:nvSpPr>
        <p:spPr>
          <a:xfrm>
            <a:off x="1839355" y="3639538"/>
            <a:ext cx="13716" cy="13716"/>
          </a:xfrm>
          <a:prstGeom prst="ellipse">
            <a:avLst/>
          </a:prstGeom>
          <a:solidFill>
            <a:srgbClr val="E8FDFF">
              <a:alpha val="43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背景_星点_19"/>
          <p:cNvSpPr/>
          <p:nvPr/>
        </p:nvSpPr>
        <p:spPr>
          <a:xfrm>
            <a:off x="11055095" y="2703513"/>
            <a:ext cx="27432" cy="27432"/>
          </a:xfrm>
          <a:prstGeom prst="ellipse">
            <a:avLst/>
          </a:prstGeom>
          <a:solidFill>
            <a:srgbClr val="E8FDFF">
              <a:alpha val="7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背景_星点_20"/>
          <p:cNvSpPr/>
          <p:nvPr/>
        </p:nvSpPr>
        <p:spPr>
          <a:xfrm>
            <a:off x="4771821" y="2753407"/>
            <a:ext cx="13716" cy="13716"/>
          </a:xfrm>
          <a:prstGeom prst="ellipse">
            <a:avLst/>
          </a:prstGeom>
          <a:solidFill>
            <a:srgbClr val="E8FDFF">
              <a:alpha val="46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背景_星点_21"/>
          <p:cNvSpPr/>
          <p:nvPr/>
        </p:nvSpPr>
        <p:spPr>
          <a:xfrm>
            <a:off x="8780211" y="1859393"/>
            <a:ext cx="36576" cy="36576"/>
          </a:xfrm>
          <a:prstGeom prst="ellipse">
            <a:avLst/>
          </a:prstGeom>
          <a:solidFill>
            <a:srgbClr val="E8FDFF">
              <a:alpha val="36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背景_星点_22"/>
          <p:cNvSpPr/>
          <p:nvPr/>
        </p:nvSpPr>
        <p:spPr>
          <a:xfrm>
            <a:off x="11113364" y="3605826"/>
            <a:ext cx="22860" cy="22860"/>
          </a:xfrm>
          <a:prstGeom prst="ellipse">
            <a:avLst/>
          </a:prstGeom>
          <a:solidFill>
            <a:srgbClr val="E8FDFF">
              <a:alpha val="33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背景_星点_23"/>
          <p:cNvSpPr/>
          <p:nvPr/>
        </p:nvSpPr>
        <p:spPr>
          <a:xfrm>
            <a:off x="3896318" y="1292070"/>
            <a:ext cx="36576" cy="36576"/>
          </a:xfrm>
          <a:prstGeom prst="ellipse">
            <a:avLst/>
          </a:prstGeom>
          <a:solidFill>
            <a:srgbClr val="E8FDFF">
              <a:alpha val="58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背景_星点_24"/>
          <p:cNvSpPr/>
          <p:nvPr/>
        </p:nvSpPr>
        <p:spPr>
          <a:xfrm>
            <a:off x="792345" y="2325925"/>
            <a:ext cx="13716" cy="13716"/>
          </a:xfrm>
          <a:prstGeom prst="ellipse">
            <a:avLst/>
          </a:prstGeom>
          <a:solidFill>
            <a:srgbClr val="E8FDFF">
              <a:alpha val="33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背景_星点_25"/>
          <p:cNvSpPr/>
          <p:nvPr/>
        </p:nvSpPr>
        <p:spPr>
          <a:xfrm>
            <a:off x="11324783" y="998782"/>
            <a:ext cx="36576" cy="36576"/>
          </a:xfrm>
          <a:prstGeom prst="ellipse">
            <a:avLst/>
          </a:prstGeom>
          <a:solidFill>
            <a:srgbClr val="E8FDFF">
              <a:alpha val="54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背景_星点_26"/>
          <p:cNvSpPr/>
          <p:nvPr/>
        </p:nvSpPr>
        <p:spPr>
          <a:xfrm>
            <a:off x="10547866" y="3203501"/>
            <a:ext cx="13716" cy="13716"/>
          </a:xfrm>
          <a:prstGeom prst="ellipse">
            <a:avLst/>
          </a:prstGeom>
          <a:solidFill>
            <a:srgbClr val="E8FDFF">
              <a:alpha val="5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背景_星点_27"/>
          <p:cNvSpPr/>
          <p:nvPr/>
        </p:nvSpPr>
        <p:spPr>
          <a:xfrm>
            <a:off x="3164808" y="1631342"/>
            <a:ext cx="36576" cy="36576"/>
          </a:xfrm>
          <a:prstGeom prst="ellipse">
            <a:avLst/>
          </a:prstGeom>
          <a:solidFill>
            <a:srgbClr val="E8FDFF">
              <a:alpha val="5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背景_星点_28"/>
          <p:cNvSpPr/>
          <p:nvPr/>
        </p:nvSpPr>
        <p:spPr>
          <a:xfrm>
            <a:off x="5879792" y="2617055"/>
            <a:ext cx="27432" cy="27432"/>
          </a:xfrm>
          <a:prstGeom prst="ellipse">
            <a:avLst/>
          </a:prstGeom>
          <a:solidFill>
            <a:srgbClr val="E8FDFF">
              <a:alpha val="66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背景_星点_29"/>
          <p:cNvSpPr/>
          <p:nvPr/>
        </p:nvSpPr>
        <p:spPr>
          <a:xfrm>
            <a:off x="8891253" y="1072811"/>
            <a:ext cx="27432" cy="27432"/>
          </a:xfrm>
          <a:prstGeom prst="ellipse">
            <a:avLst/>
          </a:prstGeom>
          <a:solidFill>
            <a:srgbClr val="E8FDFF">
              <a:alpha val="36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背景_星点_30"/>
          <p:cNvSpPr/>
          <p:nvPr/>
        </p:nvSpPr>
        <p:spPr>
          <a:xfrm>
            <a:off x="4729451" y="4121344"/>
            <a:ext cx="27432" cy="27432"/>
          </a:xfrm>
          <a:prstGeom prst="ellipse">
            <a:avLst/>
          </a:prstGeom>
          <a:solidFill>
            <a:srgbClr val="E8FDFF">
              <a:alpha val="4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背景_星点_31"/>
          <p:cNvSpPr/>
          <p:nvPr/>
        </p:nvSpPr>
        <p:spPr>
          <a:xfrm>
            <a:off x="2169661" y="1610813"/>
            <a:ext cx="22860" cy="22860"/>
          </a:xfrm>
          <a:prstGeom prst="ellipse">
            <a:avLst/>
          </a:prstGeom>
          <a:solidFill>
            <a:srgbClr val="E8FDFF">
              <a:alpha val="7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背景_星点_32"/>
          <p:cNvSpPr/>
          <p:nvPr/>
        </p:nvSpPr>
        <p:spPr>
          <a:xfrm>
            <a:off x="1657776" y="2204571"/>
            <a:ext cx="13716" cy="13716"/>
          </a:xfrm>
          <a:prstGeom prst="ellipse">
            <a:avLst/>
          </a:prstGeom>
          <a:solidFill>
            <a:srgbClr val="E8FDFF">
              <a:alpha val="64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背景_星点_33"/>
          <p:cNvSpPr/>
          <p:nvPr/>
        </p:nvSpPr>
        <p:spPr>
          <a:xfrm>
            <a:off x="3775218" y="3301114"/>
            <a:ext cx="18288" cy="18288"/>
          </a:xfrm>
          <a:prstGeom prst="ellipse">
            <a:avLst/>
          </a:prstGeom>
          <a:solidFill>
            <a:srgbClr val="E8FDFF">
              <a:alpha val="6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背景_星点_34"/>
          <p:cNvSpPr/>
          <p:nvPr/>
        </p:nvSpPr>
        <p:spPr>
          <a:xfrm>
            <a:off x="1662735" y="601921"/>
            <a:ext cx="22860" cy="22860"/>
          </a:xfrm>
          <a:prstGeom prst="ellipse">
            <a:avLst/>
          </a:prstGeom>
          <a:solidFill>
            <a:srgbClr val="E8FDFF">
              <a:alpha val="6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背景_星点_35"/>
          <p:cNvSpPr/>
          <p:nvPr/>
        </p:nvSpPr>
        <p:spPr>
          <a:xfrm>
            <a:off x="11205802" y="589183"/>
            <a:ext cx="18288" cy="18288"/>
          </a:xfrm>
          <a:prstGeom prst="ellipse">
            <a:avLst/>
          </a:prstGeom>
          <a:solidFill>
            <a:srgbClr val="E8FDFF">
              <a:alpha val="6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背景_星点_36"/>
          <p:cNvSpPr/>
          <p:nvPr/>
        </p:nvSpPr>
        <p:spPr>
          <a:xfrm>
            <a:off x="2359125" y="3329940"/>
            <a:ext cx="36576" cy="36576"/>
          </a:xfrm>
          <a:prstGeom prst="ellipse">
            <a:avLst/>
          </a:prstGeom>
          <a:solidFill>
            <a:srgbClr val="E8FDFF">
              <a:alpha val="71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背景_星点_37"/>
          <p:cNvSpPr/>
          <p:nvPr/>
        </p:nvSpPr>
        <p:spPr>
          <a:xfrm>
            <a:off x="5311322" y="402554"/>
            <a:ext cx="18288" cy="18288"/>
          </a:xfrm>
          <a:prstGeom prst="ellipse">
            <a:avLst/>
          </a:prstGeom>
          <a:solidFill>
            <a:srgbClr val="E8FDFF">
              <a:alpha val="6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背景_星点_38"/>
          <p:cNvSpPr/>
          <p:nvPr/>
        </p:nvSpPr>
        <p:spPr>
          <a:xfrm>
            <a:off x="9512261" y="1427106"/>
            <a:ext cx="27432" cy="27432"/>
          </a:xfrm>
          <a:prstGeom prst="ellipse">
            <a:avLst/>
          </a:prstGeom>
          <a:solidFill>
            <a:srgbClr val="E8FDFF">
              <a:alpha val="4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背景_星点_39"/>
          <p:cNvSpPr/>
          <p:nvPr/>
        </p:nvSpPr>
        <p:spPr>
          <a:xfrm>
            <a:off x="4289721" y="3796516"/>
            <a:ext cx="27432" cy="27432"/>
          </a:xfrm>
          <a:prstGeom prst="ellipse">
            <a:avLst/>
          </a:prstGeom>
          <a:solidFill>
            <a:srgbClr val="E8FDFF">
              <a:alpha val="46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背景_星点_40"/>
          <p:cNvSpPr/>
          <p:nvPr/>
        </p:nvSpPr>
        <p:spPr>
          <a:xfrm>
            <a:off x="10070751" y="2629552"/>
            <a:ext cx="22860" cy="22860"/>
          </a:xfrm>
          <a:prstGeom prst="ellipse">
            <a:avLst/>
          </a:prstGeom>
          <a:solidFill>
            <a:srgbClr val="E8FDFF">
              <a:alpha val="5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背景_星点_41"/>
          <p:cNvSpPr/>
          <p:nvPr/>
        </p:nvSpPr>
        <p:spPr>
          <a:xfrm>
            <a:off x="2982406" y="3933579"/>
            <a:ext cx="36576" cy="36576"/>
          </a:xfrm>
          <a:prstGeom prst="ellipse">
            <a:avLst/>
          </a:prstGeom>
          <a:solidFill>
            <a:srgbClr val="E8FDFF">
              <a:alpha val="61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背景_星点_42"/>
          <p:cNvSpPr/>
          <p:nvPr/>
        </p:nvSpPr>
        <p:spPr>
          <a:xfrm>
            <a:off x="7786747" y="3178582"/>
            <a:ext cx="27432" cy="27432"/>
          </a:xfrm>
          <a:prstGeom prst="ellipse">
            <a:avLst/>
          </a:prstGeom>
          <a:solidFill>
            <a:srgbClr val="E8FDFF">
              <a:alpha val="5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背景_星点_43"/>
          <p:cNvSpPr/>
          <p:nvPr/>
        </p:nvSpPr>
        <p:spPr>
          <a:xfrm>
            <a:off x="1384459" y="1528551"/>
            <a:ext cx="27432" cy="27432"/>
          </a:xfrm>
          <a:prstGeom prst="ellipse">
            <a:avLst/>
          </a:prstGeom>
          <a:solidFill>
            <a:srgbClr val="E8FDFF">
              <a:alpha val="6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背景_星点_44"/>
          <p:cNvSpPr/>
          <p:nvPr/>
        </p:nvSpPr>
        <p:spPr>
          <a:xfrm>
            <a:off x="8307252" y="2505746"/>
            <a:ext cx="27432" cy="27432"/>
          </a:xfrm>
          <a:prstGeom prst="ellipse">
            <a:avLst/>
          </a:prstGeom>
          <a:solidFill>
            <a:srgbClr val="E8FDFF">
              <a:alpha val="36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背景_星点_45"/>
          <p:cNvSpPr/>
          <p:nvPr/>
        </p:nvSpPr>
        <p:spPr>
          <a:xfrm>
            <a:off x="2201757" y="3841417"/>
            <a:ext cx="27432" cy="27432"/>
          </a:xfrm>
          <a:prstGeom prst="ellipse">
            <a:avLst/>
          </a:prstGeom>
          <a:solidFill>
            <a:srgbClr val="E8FDFF">
              <a:alpha val="6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背景_云雾_1"/>
          <p:cNvSpPr/>
          <p:nvPr/>
        </p:nvSpPr>
        <p:spPr>
          <a:xfrm>
            <a:off x="-914400" y="3246120"/>
            <a:ext cx="5943600" cy="1005840"/>
          </a:xfrm>
          <a:prstGeom prst="ellipse">
            <a:avLst/>
          </a:prstGeom>
          <a:solidFill>
            <a:srgbClr val="DDF9FF">
              <a:alpha val="2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背景_云雾_2"/>
          <p:cNvSpPr/>
          <p:nvPr/>
        </p:nvSpPr>
        <p:spPr>
          <a:xfrm>
            <a:off x="3108960" y="3383280"/>
            <a:ext cx="5852160" cy="914400"/>
          </a:xfrm>
          <a:prstGeom prst="ellipse">
            <a:avLst/>
          </a:prstGeom>
          <a:solidFill>
            <a:srgbClr val="DDF9FF">
              <a:alpha val="2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背景_云雾_3"/>
          <p:cNvSpPr/>
          <p:nvPr/>
        </p:nvSpPr>
        <p:spPr>
          <a:xfrm>
            <a:off x="7498079" y="3246120"/>
            <a:ext cx="5669280" cy="1005840"/>
          </a:xfrm>
          <a:prstGeom prst="ellipse">
            <a:avLst/>
          </a:prstGeom>
          <a:solidFill>
            <a:srgbClr val="DDF9FF">
              <a:alpha val="2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背景_山体层_1"/>
          <p:cNvSpPr/>
          <p:nvPr/>
        </p:nvSpPr>
        <p:spPr>
          <a:xfrm>
            <a:off x="0" y="3278587"/>
            <a:ext cx="12191695" cy="3579413"/>
          </a:xfrm>
          <a:custGeom>
            <a:avLst/>
            <a:gdLst/>
            <a:ahLst/>
            <a:cxnLst/>
            <a:rect l="l" t="t" r="r" b="b"/>
            <a:pathLst>
              <a:path w="12191695" h="3579413">
                <a:moveTo>
                  <a:pt x="0" y="3579413"/>
                </a:moveTo>
                <a:lnTo>
                  <a:pt x="0" y="424733"/>
                </a:lnTo>
                <a:lnTo>
                  <a:pt x="502920" y="30004"/>
                </a:lnTo>
                <a:lnTo>
                  <a:pt x="1005840" y="181354"/>
                </a:lnTo>
                <a:lnTo>
                  <a:pt x="1417320" y="210741"/>
                </a:lnTo>
                <a:lnTo>
                  <a:pt x="1828800" y="412610"/>
                </a:lnTo>
                <a:lnTo>
                  <a:pt x="2194560" y="383182"/>
                </a:lnTo>
                <a:lnTo>
                  <a:pt x="2651760" y="343382"/>
                </a:lnTo>
                <a:lnTo>
                  <a:pt x="3063240" y="771301"/>
                </a:lnTo>
                <a:lnTo>
                  <a:pt x="3520440" y="844634"/>
                </a:lnTo>
                <a:lnTo>
                  <a:pt x="3931920" y="676338"/>
                </a:lnTo>
                <a:lnTo>
                  <a:pt x="4389120" y="423216"/>
                </a:lnTo>
                <a:lnTo>
                  <a:pt x="4892040" y="62364"/>
                </a:lnTo>
                <a:lnTo>
                  <a:pt x="5394960" y="342126"/>
                </a:lnTo>
                <a:lnTo>
                  <a:pt x="5852160" y="221530"/>
                </a:lnTo>
                <a:lnTo>
                  <a:pt x="6309360" y="176290"/>
                </a:lnTo>
                <a:lnTo>
                  <a:pt x="6858000" y="357716"/>
                </a:lnTo>
                <a:lnTo>
                  <a:pt x="7406640" y="743055"/>
                </a:lnTo>
                <a:lnTo>
                  <a:pt x="8001000" y="838585"/>
                </a:lnTo>
                <a:lnTo>
                  <a:pt x="8549640" y="418765"/>
                </a:lnTo>
                <a:lnTo>
                  <a:pt x="9052560" y="369638"/>
                </a:lnTo>
                <a:lnTo>
                  <a:pt x="9601200" y="269916"/>
                </a:lnTo>
                <a:lnTo>
                  <a:pt x="10149840" y="257250"/>
                </a:lnTo>
                <a:lnTo>
                  <a:pt x="10744200" y="0"/>
                </a:lnTo>
                <a:lnTo>
                  <a:pt x="11338560" y="568225"/>
                </a:lnTo>
                <a:lnTo>
                  <a:pt x="12188952" y="837003"/>
                </a:lnTo>
                <a:lnTo>
                  <a:pt x="12191695" y="3579413"/>
                </a:lnTo>
                <a:close/>
              </a:path>
            </a:pathLst>
          </a:custGeom>
          <a:solidFill>
            <a:srgbClr val="124D72">
              <a:alpha val="7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背景_山体层_2"/>
          <p:cNvSpPr/>
          <p:nvPr/>
        </p:nvSpPr>
        <p:spPr>
          <a:xfrm>
            <a:off x="0" y="3514638"/>
            <a:ext cx="12191695" cy="3343362"/>
          </a:xfrm>
          <a:custGeom>
            <a:avLst/>
            <a:gdLst/>
            <a:ahLst/>
            <a:cxnLst/>
            <a:rect l="l" t="t" r="r" b="b"/>
            <a:pathLst>
              <a:path w="12191695" h="3343362">
                <a:moveTo>
                  <a:pt x="0" y="3343362"/>
                </a:moveTo>
                <a:lnTo>
                  <a:pt x="0" y="89872"/>
                </a:lnTo>
                <a:lnTo>
                  <a:pt x="438912" y="0"/>
                </a:lnTo>
                <a:lnTo>
                  <a:pt x="914400" y="381022"/>
                </a:lnTo>
                <a:lnTo>
                  <a:pt x="1298448" y="393165"/>
                </a:lnTo>
                <a:lnTo>
                  <a:pt x="1737360" y="509037"/>
                </a:lnTo>
                <a:lnTo>
                  <a:pt x="2121408" y="549549"/>
                </a:lnTo>
                <a:lnTo>
                  <a:pt x="2487168" y="531820"/>
                </a:lnTo>
                <a:lnTo>
                  <a:pt x="2944368" y="900942"/>
                </a:lnTo>
                <a:lnTo>
                  <a:pt x="3429000" y="788411"/>
                </a:lnTo>
                <a:lnTo>
                  <a:pt x="3840480" y="398583"/>
                </a:lnTo>
                <a:lnTo>
                  <a:pt x="4315968" y="227901"/>
                </a:lnTo>
                <a:lnTo>
                  <a:pt x="4754880" y="80478"/>
                </a:lnTo>
                <a:lnTo>
                  <a:pt x="5212080" y="364102"/>
                </a:lnTo>
                <a:lnTo>
                  <a:pt x="5623560" y="394692"/>
                </a:lnTo>
                <a:lnTo>
                  <a:pt x="6053328" y="226250"/>
                </a:lnTo>
                <a:lnTo>
                  <a:pt x="6446520" y="495236"/>
                </a:lnTo>
                <a:lnTo>
                  <a:pt x="6949440" y="735339"/>
                </a:lnTo>
                <a:lnTo>
                  <a:pt x="7452360" y="925475"/>
                </a:lnTo>
                <a:lnTo>
                  <a:pt x="7955279" y="629255"/>
                </a:lnTo>
                <a:lnTo>
                  <a:pt x="8458200" y="222317"/>
                </a:lnTo>
                <a:lnTo>
                  <a:pt x="8915400" y="358180"/>
                </a:lnTo>
                <a:lnTo>
                  <a:pt x="9436608" y="236701"/>
                </a:lnTo>
                <a:lnTo>
                  <a:pt x="9921240" y="290787"/>
                </a:lnTo>
                <a:lnTo>
                  <a:pt x="10424160" y="149577"/>
                </a:lnTo>
                <a:lnTo>
                  <a:pt x="10972800" y="646414"/>
                </a:lnTo>
                <a:lnTo>
                  <a:pt x="11475720" y="892971"/>
                </a:lnTo>
                <a:lnTo>
                  <a:pt x="12188952" y="688790"/>
                </a:lnTo>
                <a:lnTo>
                  <a:pt x="12191695" y="3343362"/>
                </a:lnTo>
                <a:close/>
              </a:path>
            </a:pathLst>
          </a:custGeom>
          <a:solidFill>
            <a:srgbClr val="0F4165">
              <a:alpha val="8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背景_山体层_3"/>
          <p:cNvSpPr/>
          <p:nvPr/>
        </p:nvSpPr>
        <p:spPr>
          <a:xfrm>
            <a:off x="0" y="3810785"/>
            <a:ext cx="12191695" cy="3047215"/>
          </a:xfrm>
          <a:custGeom>
            <a:avLst/>
            <a:gdLst/>
            <a:ahLst/>
            <a:cxnLst/>
            <a:rect l="l" t="t" r="r" b="b"/>
            <a:pathLst>
              <a:path w="12191695" h="3047215">
                <a:moveTo>
                  <a:pt x="0" y="3047215"/>
                </a:moveTo>
                <a:lnTo>
                  <a:pt x="0" y="0"/>
                </a:lnTo>
                <a:lnTo>
                  <a:pt x="384048" y="183268"/>
                </a:lnTo>
                <a:lnTo>
                  <a:pt x="804672" y="615808"/>
                </a:lnTo>
                <a:lnTo>
                  <a:pt x="1188720" y="569560"/>
                </a:lnTo>
                <a:lnTo>
                  <a:pt x="1572768" y="550615"/>
                </a:lnTo>
                <a:lnTo>
                  <a:pt x="1965960" y="697285"/>
                </a:lnTo>
                <a:lnTo>
                  <a:pt x="2377440" y="690214"/>
                </a:lnTo>
                <a:lnTo>
                  <a:pt x="2788920" y="841443"/>
                </a:lnTo>
                <a:lnTo>
                  <a:pt x="3154680" y="781352"/>
                </a:lnTo>
                <a:lnTo>
                  <a:pt x="3611880" y="210878"/>
                </a:lnTo>
                <a:lnTo>
                  <a:pt x="4041648" y="121860"/>
                </a:lnTo>
                <a:lnTo>
                  <a:pt x="4443984" y="207229"/>
                </a:lnTo>
                <a:lnTo>
                  <a:pt x="4846320" y="285864"/>
                </a:lnTo>
                <a:lnTo>
                  <a:pt x="5303520" y="545930"/>
                </a:lnTo>
                <a:lnTo>
                  <a:pt x="5724144" y="414374"/>
                </a:lnTo>
                <a:lnTo>
                  <a:pt x="6144768" y="498172"/>
                </a:lnTo>
                <a:lnTo>
                  <a:pt x="6565392" y="890948"/>
                </a:lnTo>
                <a:lnTo>
                  <a:pt x="6967728" y="864269"/>
                </a:lnTo>
                <a:lnTo>
                  <a:pt x="7388352" y="739645"/>
                </a:lnTo>
                <a:lnTo>
                  <a:pt x="7790688" y="472346"/>
                </a:lnTo>
                <a:lnTo>
                  <a:pt x="8211312" y="97453"/>
                </a:lnTo>
                <a:lnTo>
                  <a:pt x="8641080" y="290337"/>
                </a:lnTo>
                <a:lnTo>
                  <a:pt x="9070848" y="377208"/>
                </a:lnTo>
                <a:lnTo>
                  <a:pt x="9491472" y="240901"/>
                </a:lnTo>
                <a:lnTo>
                  <a:pt x="9930384" y="374971"/>
                </a:lnTo>
                <a:lnTo>
                  <a:pt x="10387584" y="445894"/>
                </a:lnTo>
                <a:lnTo>
                  <a:pt x="10808208" y="811393"/>
                </a:lnTo>
                <a:lnTo>
                  <a:pt x="11292840" y="898375"/>
                </a:lnTo>
                <a:lnTo>
                  <a:pt x="12188952" y="459186"/>
                </a:lnTo>
                <a:lnTo>
                  <a:pt x="12191695" y="3047215"/>
                </a:lnTo>
                <a:close/>
              </a:path>
            </a:pathLst>
          </a:custGeom>
          <a:solidFill>
            <a:srgbClr val="0A3456">
              <a:alpha val="9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背景_数据光柱_1"/>
          <p:cNvCxnSpPr/>
          <p:nvPr/>
        </p:nvCxnSpPr>
        <p:spPr>
          <a:xfrm>
            <a:off x="502920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背景_光柱节点_1"/>
          <p:cNvSpPr/>
          <p:nvPr/>
        </p:nvSpPr>
        <p:spPr>
          <a:xfrm>
            <a:off x="480060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背景_数据光柱_2"/>
          <p:cNvCxnSpPr/>
          <p:nvPr/>
        </p:nvCxnSpPr>
        <p:spPr>
          <a:xfrm>
            <a:off x="749808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背景_光柱节点_2"/>
          <p:cNvSpPr/>
          <p:nvPr/>
        </p:nvSpPr>
        <p:spPr>
          <a:xfrm>
            <a:off x="726947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背景_数据光柱_3"/>
          <p:cNvCxnSpPr/>
          <p:nvPr/>
        </p:nvCxnSpPr>
        <p:spPr>
          <a:xfrm>
            <a:off x="969264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背景_光柱节点_3"/>
          <p:cNvSpPr/>
          <p:nvPr/>
        </p:nvSpPr>
        <p:spPr>
          <a:xfrm>
            <a:off x="946404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背景_数据光柱_4"/>
          <p:cNvCxnSpPr/>
          <p:nvPr/>
        </p:nvCxnSpPr>
        <p:spPr>
          <a:xfrm>
            <a:off x="10954512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背景_光柱节点_4"/>
          <p:cNvSpPr/>
          <p:nvPr/>
        </p:nvSpPr>
        <p:spPr>
          <a:xfrm>
            <a:off x="10931652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背景_数据光柱_5"/>
          <p:cNvCxnSpPr/>
          <p:nvPr/>
        </p:nvCxnSpPr>
        <p:spPr>
          <a:xfrm>
            <a:off x="11201400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背景_光柱节点_5"/>
          <p:cNvSpPr/>
          <p:nvPr/>
        </p:nvSpPr>
        <p:spPr>
          <a:xfrm>
            <a:off x="11178540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背景_数据光柱_6"/>
          <p:cNvCxnSpPr/>
          <p:nvPr/>
        </p:nvCxnSpPr>
        <p:spPr>
          <a:xfrm>
            <a:off x="11475720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背景_光柱节点_6"/>
          <p:cNvSpPr/>
          <p:nvPr/>
        </p:nvSpPr>
        <p:spPr>
          <a:xfrm>
            <a:off x="11452860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背景_地面暗层"/>
          <p:cNvSpPr/>
          <p:nvPr/>
        </p:nvSpPr>
        <p:spPr>
          <a:xfrm>
            <a:off x="0" y="4617720"/>
            <a:ext cx="12191695" cy="2240280"/>
          </a:xfrm>
          <a:prstGeom prst="rect">
            <a:avLst/>
          </a:prstGeom>
          <a:solidFill>
            <a:srgbClr val="062742">
              <a:alpha val="9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背景_光路底_0"/>
          <p:cNvCxnSpPr/>
          <p:nvPr/>
        </p:nvCxnSpPr>
        <p:spPr>
          <a:xfrm>
            <a:off x="155447" y="5500116"/>
            <a:ext cx="495301" cy="2269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背景_光路亮线_0"/>
          <p:cNvCxnSpPr/>
          <p:nvPr/>
        </p:nvCxnSpPr>
        <p:spPr>
          <a:xfrm>
            <a:off x="155447" y="5500116"/>
            <a:ext cx="495301" cy="2269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背景_光路底_0"/>
          <p:cNvCxnSpPr/>
          <p:nvPr/>
        </p:nvCxnSpPr>
        <p:spPr>
          <a:xfrm>
            <a:off x="650748" y="5522814"/>
            <a:ext cx="495299" cy="15742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背景_光路亮线_0"/>
          <p:cNvCxnSpPr/>
          <p:nvPr/>
        </p:nvCxnSpPr>
        <p:spPr>
          <a:xfrm>
            <a:off x="650748" y="5522814"/>
            <a:ext cx="495299" cy="15742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背景_光路底_0"/>
          <p:cNvCxnSpPr/>
          <p:nvPr/>
        </p:nvCxnSpPr>
        <p:spPr>
          <a:xfrm>
            <a:off x="1146047" y="5538556"/>
            <a:ext cx="495301" cy="38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背景_光路亮线_0"/>
          <p:cNvCxnSpPr/>
          <p:nvPr/>
        </p:nvCxnSpPr>
        <p:spPr>
          <a:xfrm>
            <a:off x="1146047" y="5538556"/>
            <a:ext cx="495301" cy="38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背景_光路底_0"/>
          <p:cNvCxnSpPr/>
          <p:nvPr/>
        </p:nvCxnSpPr>
        <p:spPr>
          <a:xfrm flipV="1">
            <a:off x="1641348" y="5518748"/>
            <a:ext cx="495299" cy="2019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背景_光路亮线_0"/>
          <p:cNvCxnSpPr/>
          <p:nvPr/>
        </p:nvCxnSpPr>
        <p:spPr>
          <a:xfrm flipV="1">
            <a:off x="1641348" y="5518748"/>
            <a:ext cx="495299" cy="2019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背景_光路底_0"/>
          <p:cNvCxnSpPr/>
          <p:nvPr/>
        </p:nvCxnSpPr>
        <p:spPr>
          <a:xfrm flipV="1">
            <a:off x="2136647" y="5476807"/>
            <a:ext cx="495301" cy="4194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背景_光路亮线_0"/>
          <p:cNvCxnSpPr/>
          <p:nvPr/>
        </p:nvCxnSpPr>
        <p:spPr>
          <a:xfrm flipV="1">
            <a:off x="2136647" y="5476807"/>
            <a:ext cx="495301" cy="4194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背景_光路底_0"/>
          <p:cNvCxnSpPr/>
          <p:nvPr/>
        </p:nvCxnSpPr>
        <p:spPr>
          <a:xfrm flipV="1">
            <a:off x="2631948" y="5416224"/>
            <a:ext cx="495300" cy="6058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背景_光路亮线_0"/>
          <p:cNvCxnSpPr/>
          <p:nvPr/>
        </p:nvCxnSpPr>
        <p:spPr>
          <a:xfrm flipV="1">
            <a:off x="2631948" y="5416224"/>
            <a:ext cx="495300" cy="6058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背景_光路底_0"/>
          <p:cNvCxnSpPr/>
          <p:nvPr/>
        </p:nvCxnSpPr>
        <p:spPr>
          <a:xfrm flipV="1">
            <a:off x="3127248" y="5343834"/>
            <a:ext cx="495300" cy="7239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背景_光路亮线_0"/>
          <p:cNvCxnSpPr/>
          <p:nvPr/>
        </p:nvCxnSpPr>
        <p:spPr>
          <a:xfrm flipV="1">
            <a:off x="3127248" y="5343834"/>
            <a:ext cx="495300" cy="7239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背景_光路底_0"/>
          <p:cNvCxnSpPr/>
          <p:nvPr/>
        </p:nvCxnSpPr>
        <p:spPr>
          <a:xfrm flipV="1">
            <a:off x="3622548" y="5269035"/>
            <a:ext cx="495299" cy="74799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背景_光路亮线_0"/>
          <p:cNvCxnSpPr/>
          <p:nvPr/>
        </p:nvCxnSpPr>
        <p:spPr>
          <a:xfrm flipV="1">
            <a:off x="3622548" y="5269035"/>
            <a:ext cx="495299" cy="74799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背景_光路底_0"/>
          <p:cNvCxnSpPr/>
          <p:nvPr/>
        </p:nvCxnSpPr>
        <p:spPr>
          <a:xfrm flipV="1">
            <a:off x="4117847" y="5202181"/>
            <a:ext cx="495301" cy="66854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背景_光路亮线_0"/>
          <p:cNvCxnSpPr/>
          <p:nvPr/>
        </p:nvCxnSpPr>
        <p:spPr>
          <a:xfrm flipV="1">
            <a:off x="4117847" y="5202181"/>
            <a:ext cx="495301" cy="66854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背景_光路底_0"/>
          <p:cNvCxnSpPr/>
          <p:nvPr/>
        </p:nvCxnSpPr>
        <p:spPr>
          <a:xfrm flipV="1">
            <a:off x="4613148" y="5152812"/>
            <a:ext cx="495300" cy="49369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背景_光路亮线_0"/>
          <p:cNvCxnSpPr/>
          <p:nvPr/>
        </p:nvCxnSpPr>
        <p:spPr>
          <a:xfrm flipV="1">
            <a:off x="4613148" y="5152812"/>
            <a:ext cx="495300" cy="49369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背景_光路底_0"/>
          <p:cNvCxnSpPr/>
          <p:nvPr/>
        </p:nvCxnSpPr>
        <p:spPr>
          <a:xfrm flipV="1">
            <a:off x="5108448" y="5128016"/>
            <a:ext cx="495300" cy="24796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背景_光路亮线_0"/>
          <p:cNvCxnSpPr/>
          <p:nvPr/>
        </p:nvCxnSpPr>
        <p:spPr>
          <a:xfrm flipV="1">
            <a:off x="5108448" y="5128016"/>
            <a:ext cx="495300" cy="24796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背景_光路底_0"/>
          <p:cNvCxnSpPr/>
          <p:nvPr/>
        </p:nvCxnSpPr>
        <p:spPr>
          <a:xfrm>
            <a:off x="5603748" y="5128016"/>
            <a:ext cx="495300" cy="320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背景_光路亮线_0"/>
          <p:cNvCxnSpPr/>
          <p:nvPr/>
        </p:nvCxnSpPr>
        <p:spPr>
          <a:xfrm>
            <a:off x="5603748" y="5128016"/>
            <a:ext cx="495300" cy="320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背景_光路底_0"/>
          <p:cNvCxnSpPr/>
          <p:nvPr/>
        </p:nvCxnSpPr>
        <p:spPr>
          <a:xfrm>
            <a:off x="6099048" y="5131221"/>
            <a:ext cx="495299" cy="3038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背景_光路亮线_0"/>
          <p:cNvCxnSpPr/>
          <p:nvPr/>
        </p:nvCxnSpPr>
        <p:spPr>
          <a:xfrm>
            <a:off x="6099048" y="5131221"/>
            <a:ext cx="495299" cy="3038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背景_光路底_0"/>
          <p:cNvCxnSpPr/>
          <p:nvPr/>
        </p:nvCxnSpPr>
        <p:spPr>
          <a:xfrm>
            <a:off x="6594347" y="5161608"/>
            <a:ext cx="495301" cy="5264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背景_光路亮线_0"/>
          <p:cNvCxnSpPr/>
          <p:nvPr/>
        </p:nvCxnSpPr>
        <p:spPr>
          <a:xfrm>
            <a:off x="6594347" y="5161608"/>
            <a:ext cx="495301" cy="5264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背景_光路底_0"/>
          <p:cNvCxnSpPr/>
          <p:nvPr/>
        </p:nvCxnSpPr>
        <p:spPr>
          <a:xfrm>
            <a:off x="7089648" y="5214248"/>
            <a:ext cx="495300" cy="6670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背景_光路亮线_0"/>
          <p:cNvCxnSpPr/>
          <p:nvPr/>
        </p:nvCxnSpPr>
        <p:spPr>
          <a:xfrm>
            <a:off x="7089648" y="5214248"/>
            <a:ext cx="495300" cy="6670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背景_光路底_0"/>
          <p:cNvCxnSpPr/>
          <p:nvPr/>
        </p:nvCxnSpPr>
        <p:spPr>
          <a:xfrm>
            <a:off x="7584948" y="5280949"/>
            <a:ext cx="495299" cy="70706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背景_光路亮线_0"/>
          <p:cNvCxnSpPr/>
          <p:nvPr/>
        </p:nvCxnSpPr>
        <p:spPr>
          <a:xfrm>
            <a:off x="7584948" y="5280949"/>
            <a:ext cx="495299" cy="70706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背景_光路底_0"/>
          <p:cNvCxnSpPr/>
          <p:nvPr/>
        </p:nvCxnSpPr>
        <p:spPr>
          <a:xfrm>
            <a:off x="8080247" y="5351655"/>
            <a:ext cx="495301" cy="6451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背景_光路亮线_0"/>
          <p:cNvCxnSpPr/>
          <p:nvPr/>
        </p:nvCxnSpPr>
        <p:spPr>
          <a:xfrm>
            <a:off x="8080247" y="5351655"/>
            <a:ext cx="495301" cy="6451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背景_光路底_0"/>
          <p:cNvCxnSpPr/>
          <p:nvPr/>
        </p:nvCxnSpPr>
        <p:spPr>
          <a:xfrm>
            <a:off x="8575548" y="5416170"/>
            <a:ext cx="495300" cy="49729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背景_光路亮线_0"/>
          <p:cNvCxnSpPr/>
          <p:nvPr/>
        </p:nvCxnSpPr>
        <p:spPr>
          <a:xfrm>
            <a:off x="8575548" y="5416170"/>
            <a:ext cx="495300" cy="49729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背景_光路底_0"/>
          <p:cNvCxnSpPr/>
          <p:nvPr/>
        </p:nvCxnSpPr>
        <p:spPr>
          <a:xfrm>
            <a:off x="9070848" y="5465899"/>
            <a:ext cx="495300" cy="2942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背景_光路亮线_0"/>
          <p:cNvCxnSpPr/>
          <p:nvPr/>
        </p:nvCxnSpPr>
        <p:spPr>
          <a:xfrm>
            <a:off x="9070848" y="5465899"/>
            <a:ext cx="495300" cy="2942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背景_光路底_0"/>
          <p:cNvCxnSpPr/>
          <p:nvPr/>
        </p:nvCxnSpPr>
        <p:spPr>
          <a:xfrm>
            <a:off x="9566148" y="5495320"/>
            <a:ext cx="495300" cy="761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背景_光路亮线_0"/>
          <p:cNvCxnSpPr/>
          <p:nvPr/>
        </p:nvCxnSpPr>
        <p:spPr>
          <a:xfrm>
            <a:off x="9566148" y="5495320"/>
            <a:ext cx="495300" cy="761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背景_光路底_0"/>
          <p:cNvCxnSpPr/>
          <p:nvPr/>
        </p:nvCxnSpPr>
        <p:spPr>
          <a:xfrm flipV="1">
            <a:off x="10061448" y="5491503"/>
            <a:ext cx="495300" cy="1142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背景_光路亮线_0"/>
          <p:cNvCxnSpPr/>
          <p:nvPr/>
        </p:nvCxnSpPr>
        <p:spPr>
          <a:xfrm flipV="1">
            <a:off x="10061448" y="5491503"/>
            <a:ext cx="495300" cy="1142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背景_光路底_0"/>
          <p:cNvCxnSpPr/>
          <p:nvPr/>
        </p:nvCxnSpPr>
        <p:spPr>
          <a:xfrm flipV="1">
            <a:off x="10556748" y="5467610"/>
            <a:ext cx="495300" cy="2389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背景_光路亮线_0"/>
          <p:cNvCxnSpPr/>
          <p:nvPr/>
        </p:nvCxnSpPr>
        <p:spPr>
          <a:xfrm flipV="1">
            <a:off x="10556748" y="5467610"/>
            <a:ext cx="495300" cy="2389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背景_光路底_0"/>
          <p:cNvCxnSpPr/>
          <p:nvPr/>
        </p:nvCxnSpPr>
        <p:spPr>
          <a:xfrm flipV="1">
            <a:off x="11052048" y="5440503"/>
            <a:ext cx="495300" cy="2710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背景_光路亮线_0"/>
          <p:cNvCxnSpPr/>
          <p:nvPr/>
        </p:nvCxnSpPr>
        <p:spPr>
          <a:xfrm flipV="1">
            <a:off x="11052048" y="5440503"/>
            <a:ext cx="495300" cy="2710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背景_光路底_0"/>
          <p:cNvCxnSpPr/>
          <p:nvPr/>
        </p:nvCxnSpPr>
        <p:spPr>
          <a:xfrm flipV="1">
            <a:off x="11547348" y="5420523"/>
            <a:ext cx="495300" cy="1998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背景_光路亮线_0"/>
          <p:cNvCxnSpPr/>
          <p:nvPr/>
        </p:nvCxnSpPr>
        <p:spPr>
          <a:xfrm flipV="1">
            <a:off x="11547348" y="5420523"/>
            <a:ext cx="495300" cy="1998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背景_光路底_1"/>
          <p:cNvCxnSpPr/>
          <p:nvPr/>
        </p:nvCxnSpPr>
        <p:spPr>
          <a:xfrm flipV="1">
            <a:off x="155447" y="5658465"/>
            <a:ext cx="495301" cy="1505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背景_光路亮线_1"/>
          <p:cNvCxnSpPr/>
          <p:nvPr/>
        </p:nvCxnSpPr>
        <p:spPr>
          <a:xfrm flipV="1">
            <a:off x="155447" y="5658465"/>
            <a:ext cx="495301" cy="1505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背景_光路底_1"/>
          <p:cNvCxnSpPr/>
          <p:nvPr/>
        </p:nvCxnSpPr>
        <p:spPr>
          <a:xfrm flipV="1">
            <a:off x="650748" y="5621848"/>
            <a:ext cx="495299" cy="3661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背景_光路亮线_1"/>
          <p:cNvCxnSpPr/>
          <p:nvPr/>
        </p:nvCxnSpPr>
        <p:spPr>
          <a:xfrm flipV="1">
            <a:off x="650748" y="5621848"/>
            <a:ext cx="495299" cy="3661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背景_光路底_1"/>
          <p:cNvCxnSpPr/>
          <p:nvPr/>
        </p:nvCxnSpPr>
        <p:spPr>
          <a:xfrm flipV="1">
            <a:off x="1146047" y="5564230"/>
            <a:ext cx="495301" cy="5761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背景_光路亮线_1"/>
          <p:cNvCxnSpPr/>
          <p:nvPr/>
        </p:nvCxnSpPr>
        <p:spPr>
          <a:xfrm flipV="1">
            <a:off x="1146047" y="5564230"/>
            <a:ext cx="495301" cy="5761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背景_光路底_1"/>
          <p:cNvCxnSpPr/>
          <p:nvPr/>
        </p:nvCxnSpPr>
        <p:spPr>
          <a:xfrm flipV="1">
            <a:off x="1641348" y="5490308"/>
            <a:ext cx="495299" cy="73922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背景_光路亮线_1"/>
          <p:cNvCxnSpPr/>
          <p:nvPr/>
        </p:nvCxnSpPr>
        <p:spPr>
          <a:xfrm flipV="1">
            <a:off x="1641348" y="5490308"/>
            <a:ext cx="495299" cy="73922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背景_光路底_1"/>
          <p:cNvCxnSpPr/>
          <p:nvPr/>
        </p:nvCxnSpPr>
        <p:spPr>
          <a:xfrm flipV="1">
            <a:off x="2136647" y="5408114"/>
            <a:ext cx="495301" cy="82194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背景_光路亮线_1"/>
          <p:cNvCxnSpPr/>
          <p:nvPr/>
        </p:nvCxnSpPr>
        <p:spPr>
          <a:xfrm flipV="1">
            <a:off x="2136647" y="5408114"/>
            <a:ext cx="495301" cy="82194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背景_光路底_1"/>
          <p:cNvCxnSpPr/>
          <p:nvPr/>
        </p:nvCxnSpPr>
        <p:spPr>
          <a:xfrm flipV="1">
            <a:off x="2631948" y="5327637"/>
            <a:ext cx="495300" cy="8047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背景_光路亮线_1"/>
          <p:cNvCxnSpPr/>
          <p:nvPr/>
        </p:nvCxnSpPr>
        <p:spPr>
          <a:xfrm flipV="1">
            <a:off x="2631948" y="5327637"/>
            <a:ext cx="495300" cy="8047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背景_光路底_1"/>
          <p:cNvCxnSpPr/>
          <p:nvPr/>
        </p:nvCxnSpPr>
        <p:spPr>
          <a:xfrm flipV="1">
            <a:off x="3127248" y="5259116"/>
            <a:ext cx="495300" cy="6852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背景_光路亮线_1"/>
          <p:cNvCxnSpPr/>
          <p:nvPr/>
        </p:nvCxnSpPr>
        <p:spPr>
          <a:xfrm flipV="1">
            <a:off x="3127248" y="5259116"/>
            <a:ext cx="495300" cy="6852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背景_光路底_1"/>
          <p:cNvCxnSpPr/>
          <p:nvPr/>
        </p:nvCxnSpPr>
        <p:spPr>
          <a:xfrm flipV="1">
            <a:off x="3622548" y="5211289"/>
            <a:ext cx="495299" cy="4782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背景_光路亮线_1"/>
          <p:cNvCxnSpPr/>
          <p:nvPr/>
        </p:nvCxnSpPr>
        <p:spPr>
          <a:xfrm flipV="1">
            <a:off x="3622548" y="5211289"/>
            <a:ext cx="495299" cy="4782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背景_光路底_1"/>
          <p:cNvCxnSpPr/>
          <p:nvPr/>
        </p:nvCxnSpPr>
        <p:spPr>
          <a:xfrm flipV="1">
            <a:off x="4117847" y="5189894"/>
            <a:ext cx="495301" cy="2139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背景_光路亮线_1"/>
          <p:cNvCxnSpPr/>
          <p:nvPr/>
        </p:nvCxnSpPr>
        <p:spPr>
          <a:xfrm flipV="1">
            <a:off x="4117847" y="5189894"/>
            <a:ext cx="495301" cy="2139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背景_光路底_1"/>
          <p:cNvCxnSpPr/>
          <p:nvPr/>
        </p:nvCxnSpPr>
        <p:spPr>
          <a:xfrm>
            <a:off x="4613148" y="5189894"/>
            <a:ext cx="495300" cy="679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背景_光路亮线_1"/>
          <p:cNvCxnSpPr/>
          <p:nvPr/>
        </p:nvCxnSpPr>
        <p:spPr>
          <a:xfrm>
            <a:off x="4613148" y="5189894"/>
            <a:ext cx="495300" cy="679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背景_光路底_1"/>
          <p:cNvCxnSpPr/>
          <p:nvPr/>
        </p:nvCxnSpPr>
        <p:spPr>
          <a:xfrm>
            <a:off x="5108448" y="5196692"/>
            <a:ext cx="495300" cy="3246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背景_光路亮线_1"/>
          <p:cNvCxnSpPr/>
          <p:nvPr/>
        </p:nvCxnSpPr>
        <p:spPr>
          <a:xfrm>
            <a:off x="5108448" y="5196692"/>
            <a:ext cx="495300" cy="3246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背景_光路底_1"/>
          <p:cNvCxnSpPr/>
          <p:nvPr/>
        </p:nvCxnSpPr>
        <p:spPr>
          <a:xfrm>
            <a:off x="5603748" y="5229160"/>
            <a:ext cx="495300" cy="5176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背景_光路亮线_1"/>
          <p:cNvCxnSpPr/>
          <p:nvPr/>
        </p:nvCxnSpPr>
        <p:spPr>
          <a:xfrm>
            <a:off x="5603748" y="5229160"/>
            <a:ext cx="495300" cy="5176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背景_光路底_1"/>
          <p:cNvCxnSpPr/>
          <p:nvPr/>
        </p:nvCxnSpPr>
        <p:spPr>
          <a:xfrm>
            <a:off x="6099048" y="5280928"/>
            <a:ext cx="495299" cy="6193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背景_光路亮线_1"/>
          <p:cNvCxnSpPr/>
          <p:nvPr/>
        </p:nvCxnSpPr>
        <p:spPr>
          <a:xfrm>
            <a:off x="6099048" y="5280928"/>
            <a:ext cx="495299" cy="6193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背景_光路底_1"/>
          <p:cNvCxnSpPr/>
          <p:nvPr/>
        </p:nvCxnSpPr>
        <p:spPr>
          <a:xfrm>
            <a:off x="6594347" y="5342866"/>
            <a:ext cx="495301" cy="6178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背景_光路亮线_1"/>
          <p:cNvCxnSpPr/>
          <p:nvPr/>
        </p:nvCxnSpPr>
        <p:spPr>
          <a:xfrm>
            <a:off x="6594347" y="5342866"/>
            <a:ext cx="495301" cy="6178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背景_光路底_1"/>
          <p:cNvCxnSpPr/>
          <p:nvPr/>
        </p:nvCxnSpPr>
        <p:spPr>
          <a:xfrm>
            <a:off x="7089648" y="5404647"/>
            <a:ext cx="495300" cy="5186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背景_光路亮线_1"/>
          <p:cNvCxnSpPr/>
          <p:nvPr/>
        </p:nvCxnSpPr>
        <p:spPr>
          <a:xfrm>
            <a:off x="7089648" y="5404647"/>
            <a:ext cx="495300" cy="5186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背景_光路底_1"/>
          <p:cNvCxnSpPr/>
          <p:nvPr/>
        </p:nvCxnSpPr>
        <p:spPr>
          <a:xfrm>
            <a:off x="7584948" y="5456515"/>
            <a:ext cx="495299" cy="3443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背景_光路亮线_1"/>
          <p:cNvCxnSpPr/>
          <p:nvPr/>
        </p:nvCxnSpPr>
        <p:spPr>
          <a:xfrm>
            <a:off x="7584948" y="5456515"/>
            <a:ext cx="495299" cy="3443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背景_光路底_1"/>
          <p:cNvCxnSpPr/>
          <p:nvPr/>
        </p:nvCxnSpPr>
        <p:spPr>
          <a:xfrm>
            <a:off x="8080247" y="5490952"/>
            <a:ext cx="495301" cy="13016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背景_光路亮线_1"/>
          <p:cNvCxnSpPr/>
          <p:nvPr/>
        </p:nvCxnSpPr>
        <p:spPr>
          <a:xfrm>
            <a:off x="8080247" y="5490952"/>
            <a:ext cx="495301" cy="13016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背景_光路底_1"/>
          <p:cNvCxnSpPr/>
          <p:nvPr/>
        </p:nvCxnSpPr>
        <p:spPr>
          <a:xfrm flipV="1">
            <a:off x="8575548" y="5495779"/>
            <a:ext cx="495300" cy="8189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背景_光路亮线_1"/>
          <p:cNvCxnSpPr/>
          <p:nvPr/>
        </p:nvCxnSpPr>
        <p:spPr>
          <a:xfrm flipV="1">
            <a:off x="8575548" y="5495779"/>
            <a:ext cx="495300" cy="8189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背景_光路底_1"/>
          <p:cNvCxnSpPr/>
          <p:nvPr/>
        </p:nvCxnSpPr>
        <p:spPr>
          <a:xfrm flipV="1">
            <a:off x="9070848" y="5470776"/>
            <a:ext cx="495300" cy="2500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背景_光路亮线_1"/>
          <p:cNvCxnSpPr/>
          <p:nvPr/>
        </p:nvCxnSpPr>
        <p:spPr>
          <a:xfrm flipV="1">
            <a:off x="9070848" y="5470776"/>
            <a:ext cx="495300" cy="2500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背景_光路底_1"/>
          <p:cNvCxnSpPr/>
          <p:nvPr/>
        </p:nvCxnSpPr>
        <p:spPr>
          <a:xfrm flipV="1">
            <a:off x="9566148" y="5436768"/>
            <a:ext cx="495300" cy="3400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背景_光路亮线_1"/>
          <p:cNvCxnSpPr/>
          <p:nvPr/>
        </p:nvCxnSpPr>
        <p:spPr>
          <a:xfrm flipV="1">
            <a:off x="9566148" y="5436768"/>
            <a:ext cx="495300" cy="3400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背景_光路底_1"/>
          <p:cNvCxnSpPr/>
          <p:nvPr/>
        </p:nvCxnSpPr>
        <p:spPr>
          <a:xfrm flipV="1">
            <a:off x="10061448" y="5403648"/>
            <a:ext cx="495300" cy="3312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背景_光路亮线_1"/>
          <p:cNvCxnSpPr/>
          <p:nvPr/>
        </p:nvCxnSpPr>
        <p:spPr>
          <a:xfrm flipV="1">
            <a:off x="10061448" y="5403648"/>
            <a:ext cx="495300" cy="3312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背景_光路底_1"/>
          <p:cNvCxnSpPr/>
          <p:nvPr/>
        </p:nvCxnSpPr>
        <p:spPr>
          <a:xfrm flipV="1">
            <a:off x="10556748" y="5381703"/>
            <a:ext cx="495300" cy="2194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背景_光路亮线_1"/>
          <p:cNvCxnSpPr/>
          <p:nvPr/>
        </p:nvCxnSpPr>
        <p:spPr>
          <a:xfrm flipV="1">
            <a:off x="10556748" y="5381703"/>
            <a:ext cx="495300" cy="2194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背景_光路底_1"/>
          <p:cNvCxnSpPr/>
          <p:nvPr/>
        </p:nvCxnSpPr>
        <p:spPr>
          <a:xfrm flipV="1">
            <a:off x="11052048" y="5379848"/>
            <a:ext cx="495300" cy="185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背景_光路亮线_1"/>
          <p:cNvCxnSpPr/>
          <p:nvPr/>
        </p:nvCxnSpPr>
        <p:spPr>
          <a:xfrm flipV="1">
            <a:off x="11052048" y="5379848"/>
            <a:ext cx="495300" cy="185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背景_光路底_1"/>
          <p:cNvCxnSpPr/>
          <p:nvPr/>
        </p:nvCxnSpPr>
        <p:spPr>
          <a:xfrm>
            <a:off x="11547348" y="5379848"/>
            <a:ext cx="495300" cy="2425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背景_光路亮线_1"/>
          <p:cNvCxnSpPr/>
          <p:nvPr/>
        </p:nvCxnSpPr>
        <p:spPr>
          <a:xfrm>
            <a:off x="11547348" y="5379848"/>
            <a:ext cx="495300" cy="2425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背景_光路底_2"/>
          <p:cNvCxnSpPr/>
          <p:nvPr/>
        </p:nvCxnSpPr>
        <p:spPr>
          <a:xfrm flipV="1">
            <a:off x="155447" y="5661198"/>
            <a:ext cx="495301" cy="7253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背景_光路亮线_2"/>
          <p:cNvCxnSpPr/>
          <p:nvPr/>
        </p:nvCxnSpPr>
        <p:spPr>
          <a:xfrm flipV="1">
            <a:off x="155447" y="5661198"/>
            <a:ext cx="495301" cy="7253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背景_光路底_2"/>
          <p:cNvCxnSpPr/>
          <p:nvPr/>
        </p:nvCxnSpPr>
        <p:spPr>
          <a:xfrm flipV="1">
            <a:off x="650748" y="5575238"/>
            <a:ext cx="495299" cy="8596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背景_光路亮线_2"/>
          <p:cNvCxnSpPr/>
          <p:nvPr/>
        </p:nvCxnSpPr>
        <p:spPr>
          <a:xfrm flipV="1">
            <a:off x="650748" y="5575238"/>
            <a:ext cx="495299" cy="8596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背景_光路底_2"/>
          <p:cNvCxnSpPr/>
          <p:nvPr/>
        </p:nvCxnSpPr>
        <p:spPr>
          <a:xfrm flipV="1">
            <a:off x="1146047" y="5484858"/>
            <a:ext cx="495301" cy="9038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背景_光路亮线_2"/>
          <p:cNvCxnSpPr/>
          <p:nvPr/>
        </p:nvCxnSpPr>
        <p:spPr>
          <a:xfrm flipV="1">
            <a:off x="1146047" y="5484858"/>
            <a:ext cx="495301" cy="9038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背景_光路底_2"/>
          <p:cNvCxnSpPr/>
          <p:nvPr/>
        </p:nvCxnSpPr>
        <p:spPr>
          <a:xfrm flipV="1">
            <a:off x="1641348" y="5400361"/>
            <a:ext cx="495299" cy="8449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背景_光路亮线_2"/>
          <p:cNvCxnSpPr/>
          <p:nvPr/>
        </p:nvCxnSpPr>
        <p:spPr>
          <a:xfrm flipV="1">
            <a:off x="1641348" y="5400361"/>
            <a:ext cx="495299" cy="8449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背景_光路底_2"/>
          <p:cNvCxnSpPr/>
          <p:nvPr/>
        </p:nvCxnSpPr>
        <p:spPr>
          <a:xfrm flipV="1">
            <a:off x="2136647" y="5331588"/>
            <a:ext cx="495301" cy="6877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背景_光路亮线_2"/>
          <p:cNvCxnSpPr/>
          <p:nvPr/>
        </p:nvCxnSpPr>
        <p:spPr>
          <a:xfrm flipV="1">
            <a:off x="2136647" y="5331588"/>
            <a:ext cx="495301" cy="6877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背景_光路底_2"/>
          <p:cNvCxnSpPr/>
          <p:nvPr/>
        </p:nvCxnSpPr>
        <p:spPr>
          <a:xfrm flipV="1">
            <a:off x="2631948" y="5286233"/>
            <a:ext cx="495300" cy="4535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背景_光路亮线_2"/>
          <p:cNvCxnSpPr/>
          <p:nvPr/>
        </p:nvCxnSpPr>
        <p:spPr>
          <a:xfrm flipV="1">
            <a:off x="2631948" y="5286233"/>
            <a:ext cx="495300" cy="4535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背景_光路底_2"/>
          <p:cNvCxnSpPr/>
          <p:nvPr/>
        </p:nvCxnSpPr>
        <p:spPr>
          <a:xfrm flipV="1">
            <a:off x="3127248" y="5268525"/>
            <a:ext cx="495300" cy="1770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背景_光路亮线_2"/>
          <p:cNvCxnSpPr/>
          <p:nvPr/>
        </p:nvCxnSpPr>
        <p:spPr>
          <a:xfrm flipV="1">
            <a:off x="3127248" y="5268525"/>
            <a:ext cx="495300" cy="1770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背景_光路底_2"/>
          <p:cNvCxnSpPr/>
          <p:nvPr/>
        </p:nvCxnSpPr>
        <p:spPr>
          <a:xfrm>
            <a:off x="3622548" y="5268525"/>
            <a:ext cx="495299" cy="998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背景_光路亮线_2"/>
          <p:cNvCxnSpPr/>
          <p:nvPr/>
        </p:nvCxnSpPr>
        <p:spPr>
          <a:xfrm>
            <a:off x="3622548" y="5268525"/>
            <a:ext cx="495299" cy="998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背景_光路底_2"/>
          <p:cNvCxnSpPr/>
          <p:nvPr/>
        </p:nvCxnSpPr>
        <p:spPr>
          <a:xfrm>
            <a:off x="4117847" y="5278506"/>
            <a:ext cx="495301" cy="3351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背景_光路亮线_2"/>
          <p:cNvCxnSpPr/>
          <p:nvPr/>
        </p:nvCxnSpPr>
        <p:spPr>
          <a:xfrm>
            <a:off x="4117847" y="5278506"/>
            <a:ext cx="495301" cy="3351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背景_光路底_2"/>
          <p:cNvCxnSpPr/>
          <p:nvPr/>
        </p:nvCxnSpPr>
        <p:spPr>
          <a:xfrm>
            <a:off x="4613148" y="5312024"/>
            <a:ext cx="495300" cy="4941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背景_光路亮线_2"/>
          <p:cNvCxnSpPr/>
          <p:nvPr/>
        </p:nvCxnSpPr>
        <p:spPr>
          <a:xfrm>
            <a:off x="4613148" y="5312024"/>
            <a:ext cx="495300" cy="4941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背景_光路底_2"/>
          <p:cNvCxnSpPr/>
          <p:nvPr/>
        </p:nvCxnSpPr>
        <p:spPr>
          <a:xfrm>
            <a:off x="5108448" y="5361441"/>
            <a:ext cx="495300" cy="55502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背景_光路亮线_2"/>
          <p:cNvCxnSpPr/>
          <p:nvPr/>
        </p:nvCxnSpPr>
        <p:spPr>
          <a:xfrm>
            <a:off x="5108448" y="5361441"/>
            <a:ext cx="495300" cy="55502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背景_光路底_2"/>
          <p:cNvCxnSpPr/>
          <p:nvPr/>
        </p:nvCxnSpPr>
        <p:spPr>
          <a:xfrm>
            <a:off x="5603748" y="5416943"/>
            <a:ext cx="495300" cy="51276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背景_光路亮线_2"/>
          <p:cNvCxnSpPr/>
          <p:nvPr/>
        </p:nvCxnSpPr>
        <p:spPr>
          <a:xfrm>
            <a:off x="5603748" y="5416943"/>
            <a:ext cx="495300" cy="51276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背景_光路底_2"/>
          <p:cNvCxnSpPr/>
          <p:nvPr/>
        </p:nvCxnSpPr>
        <p:spPr>
          <a:xfrm>
            <a:off x="6099048" y="5468219"/>
            <a:ext cx="495299" cy="38004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背景_光路亮线_2"/>
          <p:cNvCxnSpPr/>
          <p:nvPr/>
        </p:nvCxnSpPr>
        <p:spPr>
          <a:xfrm>
            <a:off x="6099048" y="5468219"/>
            <a:ext cx="495299" cy="38004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背景_光路底_2"/>
          <p:cNvCxnSpPr/>
          <p:nvPr/>
        </p:nvCxnSpPr>
        <p:spPr>
          <a:xfrm>
            <a:off x="6594347" y="5506223"/>
            <a:ext cx="495301" cy="18499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背景_光路亮线_2"/>
          <p:cNvCxnSpPr/>
          <p:nvPr/>
        </p:nvCxnSpPr>
        <p:spPr>
          <a:xfrm>
            <a:off x="6594347" y="5506223"/>
            <a:ext cx="495301" cy="18499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背景_光路底_2"/>
          <p:cNvCxnSpPr/>
          <p:nvPr/>
        </p:nvCxnSpPr>
        <p:spPr>
          <a:xfrm flipV="1">
            <a:off x="7089648" y="5521368"/>
            <a:ext cx="495300" cy="3354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背景_光路亮线_2"/>
          <p:cNvCxnSpPr/>
          <p:nvPr/>
        </p:nvCxnSpPr>
        <p:spPr>
          <a:xfrm flipV="1">
            <a:off x="7089648" y="5521368"/>
            <a:ext cx="495300" cy="3354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背景_光路底_2"/>
          <p:cNvCxnSpPr/>
          <p:nvPr/>
        </p:nvCxnSpPr>
        <p:spPr>
          <a:xfrm flipV="1">
            <a:off x="7584948" y="5498091"/>
            <a:ext cx="495299" cy="2327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背景_光路亮线_2"/>
          <p:cNvCxnSpPr/>
          <p:nvPr/>
        </p:nvCxnSpPr>
        <p:spPr>
          <a:xfrm flipV="1">
            <a:off x="7584948" y="5498091"/>
            <a:ext cx="495299" cy="2327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背景_光路底_2"/>
          <p:cNvCxnSpPr/>
          <p:nvPr/>
        </p:nvCxnSpPr>
        <p:spPr>
          <a:xfrm flipV="1">
            <a:off x="8080247" y="5460777"/>
            <a:ext cx="495301" cy="37314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背景_光路亮线_2"/>
          <p:cNvCxnSpPr/>
          <p:nvPr/>
        </p:nvCxnSpPr>
        <p:spPr>
          <a:xfrm flipV="1">
            <a:off x="8080247" y="5460777"/>
            <a:ext cx="495301" cy="37314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背景_光路底_2"/>
          <p:cNvCxnSpPr/>
          <p:nvPr/>
        </p:nvCxnSpPr>
        <p:spPr>
          <a:xfrm flipV="1">
            <a:off x="8575548" y="5418255"/>
            <a:ext cx="495300" cy="42522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背景_光路亮线_2"/>
          <p:cNvCxnSpPr/>
          <p:nvPr/>
        </p:nvCxnSpPr>
        <p:spPr>
          <a:xfrm flipV="1">
            <a:off x="8575548" y="5418255"/>
            <a:ext cx="495300" cy="42522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背景_光路底_2"/>
          <p:cNvCxnSpPr/>
          <p:nvPr/>
        </p:nvCxnSpPr>
        <p:spPr>
          <a:xfrm flipV="1">
            <a:off x="9070848" y="5380789"/>
            <a:ext cx="495300" cy="37466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背景_光路亮线_2"/>
          <p:cNvCxnSpPr/>
          <p:nvPr/>
        </p:nvCxnSpPr>
        <p:spPr>
          <a:xfrm flipV="1">
            <a:off x="9070848" y="5380789"/>
            <a:ext cx="495300" cy="37466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背景_光路底_2"/>
          <p:cNvCxnSpPr/>
          <p:nvPr/>
        </p:nvCxnSpPr>
        <p:spPr>
          <a:xfrm flipV="1">
            <a:off x="9566148" y="5358322"/>
            <a:ext cx="495300" cy="2246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背景_光路亮线_2"/>
          <p:cNvCxnSpPr/>
          <p:nvPr/>
        </p:nvCxnSpPr>
        <p:spPr>
          <a:xfrm flipV="1">
            <a:off x="9566148" y="5358322"/>
            <a:ext cx="495300" cy="2246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背景_光路底_2"/>
          <p:cNvCxnSpPr/>
          <p:nvPr/>
        </p:nvCxnSpPr>
        <p:spPr>
          <a:xfrm>
            <a:off x="10061448" y="5358322"/>
            <a:ext cx="495300" cy="45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背景_光路亮线_2"/>
          <p:cNvCxnSpPr/>
          <p:nvPr/>
        </p:nvCxnSpPr>
        <p:spPr>
          <a:xfrm>
            <a:off x="10061448" y="5358322"/>
            <a:ext cx="495300" cy="45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背景_光路底_2"/>
          <p:cNvCxnSpPr/>
          <p:nvPr/>
        </p:nvCxnSpPr>
        <p:spPr>
          <a:xfrm>
            <a:off x="10556748" y="5358772"/>
            <a:ext cx="495300" cy="2791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背景_光路亮线_2"/>
          <p:cNvCxnSpPr/>
          <p:nvPr/>
        </p:nvCxnSpPr>
        <p:spPr>
          <a:xfrm>
            <a:off x="10556748" y="5358772"/>
            <a:ext cx="495300" cy="2791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背景_光路底_2"/>
          <p:cNvCxnSpPr/>
          <p:nvPr/>
        </p:nvCxnSpPr>
        <p:spPr>
          <a:xfrm>
            <a:off x="11052048" y="5386682"/>
            <a:ext cx="495300" cy="5575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背景_光路亮线_2"/>
          <p:cNvCxnSpPr/>
          <p:nvPr/>
        </p:nvCxnSpPr>
        <p:spPr>
          <a:xfrm>
            <a:off x="11052048" y="5386682"/>
            <a:ext cx="495300" cy="5575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背景_光路底_2"/>
          <p:cNvCxnSpPr/>
          <p:nvPr/>
        </p:nvCxnSpPr>
        <p:spPr>
          <a:xfrm>
            <a:off x="11547348" y="5442435"/>
            <a:ext cx="495300" cy="79762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背景_光路亮线_2"/>
          <p:cNvCxnSpPr/>
          <p:nvPr/>
        </p:nvCxnSpPr>
        <p:spPr>
          <a:xfrm>
            <a:off x="11547348" y="5442435"/>
            <a:ext cx="495300" cy="79762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4" name="背景_地平线光环"/>
          <p:cNvSpPr/>
          <p:nvPr/>
        </p:nvSpPr>
        <p:spPr>
          <a:xfrm>
            <a:off x="3721608" y="4140403"/>
            <a:ext cx="4754880" cy="1046073"/>
          </a:xfrm>
          <a:prstGeom prst="ellipse">
            <a:avLst/>
          </a:prstGeom>
          <a:noFill/>
          <a:ln w="11176">
            <a:solidFill>
              <a:srgbClr val="69E9FF">
                <a:alpha val="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背景_地平线光环"/>
          <p:cNvSpPr/>
          <p:nvPr/>
        </p:nvSpPr>
        <p:spPr>
          <a:xfrm>
            <a:off x="4315968" y="4271162"/>
            <a:ext cx="3566160" cy="784555"/>
          </a:xfrm>
          <a:prstGeom prst="ellipse">
            <a:avLst/>
          </a:prstGeom>
          <a:noFill/>
          <a:ln w="11176">
            <a:solidFill>
              <a:srgbClr val="69E9FF">
                <a:alpha val="1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背景_地平线光环"/>
          <p:cNvSpPr/>
          <p:nvPr/>
        </p:nvSpPr>
        <p:spPr>
          <a:xfrm>
            <a:off x="4910328" y="4401921"/>
            <a:ext cx="2377440" cy="523036"/>
          </a:xfrm>
          <a:prstGeom prst="ellipse">
            <a:avLst/>
          </a:prstGeom>
          <a:noFill/>
          <a:ln w="11176">
            <a:solidFill>
              <a:srgbClr val="69E9FF">
                <a:alpha val="14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母版黄标_S06_可编辑"/>
          <p:cNvSpPr/>
          <p:nvPr/>
        </p:nvSpPr>
        <p:spPr>
          <a:xfrm>
            <a:off x="438912" y="438912"/>
            <a:ext cx="932688" cy="292608"/>
          </a:xfrm>
          <a:prstGeom prst="roundRect">
            <a:avLst/>
          </a:prstGeom>
          <a:solidFill>
            <a:srgbClr val="FFC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19" b="1">
                <a:solidFill>
                  <a:srgbClr val="082944"/>
                </a:solidFill>
                <a:latin typeface="Arial"/>
              </a:rPr>
              <a:t>05 模型1</a:t>
            </a:r>
          </a:p>
        </p:txBody>
      </p:sp>
      <p:sp>
        <p:nvSpPr>
          <p:cNvPr id="217" name="S06_状态点1"/>
          <p:cNvSpPr/>
          <p:nvPr/>
        </p:nvSpPr>
        <p:spPr>
          <a:xfrm>
            <a:off x="1444752" y="2907792"/>
            <a:ext cx="100584" cy="100584"/>
          </a:xfrm>
          <a:prstGeom prst="ellipse">
            <a:avLst/>
          </a:prstGeom>
          <a:solidFill>
            <a:srgbClr val="63ECFF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8" name="S06_状态线"/>
          <p:cNvCxnSpPr/>
          <p:nvPr/>
        </p:nvCxnSpPr>
        <p:spPr>
          <a:xfrm>
            <a:off x="1600200" y="2962656"/>
            <a:ext cx="731520" cy="0"/>
          </a:xfrm>
          <a:prstGeom prst="line">
            <a:avLst/>
          </a:prstGeom>
          <a:ln w="8890">
            <a:solidFill>
              <a:srgbClr val="4C8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9" name="S06_状态点2"/>
          <p:cNvSpPr/>
          <p:nvPr/>
        </p:nvSpPr>
        <p:spPr>
          <a:xfrm>
            <a:off x="1444752" y="3246120"/>
            <a:ext cx="100584" cy="100584"/>
          </a:xfrm>
          <a:prstGeom prst="ellipse">
            <a:avLst/>
          </a:prstGeom>
          <a:solidFill>
            <a:srgbClr val="63ECFF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0" name="S06_状态线"/>
          <p:cNvCxnSpPr/>
          <p:nvPr/>
        </p:nvCxnSpPr>
        <p:spPr>
          <a:xfrm>
            <a:off x="1600200" y="3300984"/>
            <a:ext cx="731520" cy="0"/>
          </a:xfrm>
          <a:prstGeom prst="line">
            <a:avLst/>
          </a:prstGeom>
          <a:ln w="8890">
            <a:solidFill>
              <a:srgbClr val="4C8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1" name="S06_状态点3"/>
          <p:cNvSpPr/>
          <p:nvPr/>
        </p:nvSpPr>
        <p:spPr>
          <a:xfrm>
            <a:off x="1444752" y="3584448"/>
            <a:ext cx="100584" cy="100584"/>
          </a:xfrm>
          <a:prstGeom prst="ellipse">
            <a:avLst/>
          </a:prstGeom>
          <a:solidFill>
            <a:srgbClr val="63ECFF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2" name="S06_状态线"/>
          <p:cNvCxnSpPr/>
          <p:nvPr/>
        </p:nvCxnSpPr>
        <p:spPr>
          <a:xfrm>
            <a:off x="1600200" y="3639312"/>
            <a:ext cx="731520" cy="0"/>
          </a:xfrm>
          <a:prstGeom prst="line">
            <a:avLst/>
          </a:prstGeom>
          <a:ln w="8890">
            <a:solidFill>
              <a:srgbClr val="4C8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S06_状态点4"/>
          <p:cNvSpPr/>
          <p:nvPr/>
        </p:nvSpPr>
        <p:spPr>
          <a:xfrm>
            <a:off x="1444752" y="3922776"/>
            <a:ext cx="100584" cy="100584"/>
          </a:xfrm>
          <a:prstGeom prst="ellipse">
            <a:avLst/>
          </a:prstGeom>
          <a:solidFill>
            <a:srgbClr val="63ECFF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4" name="S06_状态线"/>
          <p:cNvCxnSpPr/>
          <p:nvPr/>
        </p:nvCxnSpPr>
        <p:spPr>
          <a:xfrm>
            <a:off x="1600200" y="3977639"/>
            <a:ext cx="731520" cy="0"/>
          </a:xfrm>
          <a:prstGeom prst="line">
            <a:avLst/>
          </a:prstGeom>
          <a:ln w="8890">
            <a:solidFill>
              <a:srgbClr val="4C8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5" name="S06_状态点5"/>
          <p:cNvSpPr/>
          <p:nvPr/>
        </p:nvSpPr>
        <p:spPr>
          <a:xfrm>
            <a:off x="1444752" y="4261104"/>
            <a:ext cx="100584" cy="100584"/>
          </a:xfrm>
          <a:prstGeom prst="ellipse">
            <a:avLst/>
          </a:prstGeom>
          <a:solidFill>
            <a:srgbClr val="63ECFF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6" name="S06_状态线"/>
          <p:cNvCxnSpPr/>
          <p:nvPr/>
        </p:nvCxnSpPr>
        <p:spPr>
          <a:xfrm>
            <a:off x="1600200" y="4315968"/>
            <a:ext cx="731520" cy="0"/>
          </a:xfrm>
          <a:prstGeom prst="line">
            <a:avLst/>
          </a:prstGeom>
          <a:ln w="8890">
            <a:solidFill>
              <a:srgbClr val="4C8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7" name="S06_烤房体检示意_屋顶"/>
          <p:cNvSpPr/>
          <p:nvPr/>
        </p:nvSpPr>
        <p:spPr>
          <a:xfrm>
            <a:off x="2480218" y="3445093"/>
            <a:ext cx="983162" cy="460857"/>
          </a:xfrm>
          <a:prstGeom prst="triangle">
            <a:avLst/>
          </a:prstGeom>
          <a:solidFill>
            <a:srgbClr val="F0FCFF"/>
          </a:solidFill>
          <a:ln w="16764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S06_烤房体检示意_房体"/>
          <p:cNvSpPr/>
          <p:nvPr/>
        </p:nvSpPr>
        <p:spPr>
          <a:xfrm>
            <a:off x="2582631" y="3895709"/>
            <a:ext cx="778337" cy="553029"/>
          </a:xfrm>
          <a:prstGeom prst="rect">
            <a:avLst/>
          </a:prstGeom>
          <a:solidFill>
            <a:srgbClr val="146C99">
              <a:alpha val="100000"/>
            </a:srgbClr>
          </a:solidFill>
          <a:ln w="15367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S06_烤房体检示意_门"/>
          <p:cNvSpPr/>
          <p:nvPr/>
        </p:nvSpPr>
        <p:spPr>
          <a:xfrm>
            <a:off x="3023006" y="4080052"/>
            <a:ext cx="163860" cy="348203"/>
          </a:xfrm>
          <a:prstGeom prst="rect">
            <a:avLst/>
          </a:prstGeom>
          <a:solidFill>
            <a:srgbClr val="062B49">
              <a:alpha val="100000"/>
            </a:srgbClr>
          </a:solidFill>
          <a:ln w="9779">
            <a:solidFill>
              <a:srgbClr val="B0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S06_烤房平台_光环1"/>
          <p:cNvSpPr/>
          <p:nvPr/>
        </p:nvSpPr>
        <p:spPr>
          <a:xfrm>
            <a:off x="2125980" y="4398264"/>
            <a:ext cx="1691640" cy="274320"/>
          </a:xfrm>
          <a:prstGeom prst="ellipse">
            <a:avLst/>
          </a:prstGeom>
          <a:noFill/>
          <a:ln w="22352">
            <a:solidFill>
              <a:srgbClr val="63ECFF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S06_烤房平台_光环2"/>
          <p:cNvSpPr/>
          <p:nvPr/>
        </p:nvSpPr>
        <p:spPr>
          <a:xfrm>
            <a:off x="2328976" y="4431182"/>
            <a:ext cx="1285646" cy="208483"/>
          </a:xfrm>
          <a:prstGeom prst="ellipse">
            <a:avLst/>
          </a:prstGeom>
          <a:noFill/>
          <a:ln w="13970">
            <a:solidFill>
              <a:srgbClr val="63ECFF">
                <a:alpha val="6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S06_烤房平台_光环3"/>
          <p:cNvSpPr/>
          <p:nvPr/>
        </p:nvSpPr>
        <p:spPr>
          <a:xfrm>
            <a:off x="2531973" y="4464100"/>
            <a:ext cx="879652" cy="142646"/>
          </a:xfrm>
          <a:prstGeom prst="ellipse">
            <a:avLst/>
          </a:prstGeom>
          <a:noFill/>
          <a:ln w="13970">
            <a:solidFill>
              <a:srgbClr val="63ECFF">
                <a:alpha val="49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3" name="S06_AHP雷达_网格0"/>
          <p:cNvCxnSpPr/>
          <p:nvPr/>
        </p:nvCxnSpPr>
        <p:spPr>
          <a:xfrm>
            <a:off x="5650992" y="2926079"/>
            <a:ext cx="538487" cy="310897"/>
          </a:xfrm>
          <a:prstGeom prst="line">
            <a:avLst/>
          </a:prstGeom>
          <a:ln w="9779">
            <a:solidFill>
              <a:srgbClr val="5E9AB5">
                <a:alpha val="8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S06_AHP雷达_网格0"/>
          <p:cNvCxnSpPr/>
          <p:nvPr/>
        </p:nvCxnSpPr>
        <p:spPr>
          <a:xfrm>
            <a:off x="6189479" y="3236976"/>
            <a:ext cx="0" cy="621792"/>
          </a:xfrm>
          <a:prstGeom prst="line">
            <a:avLst/>
          </a:prstGeom>
          <a:ln w="9779">
            <a:solidFill>
              <a:srgbClr val="5E9AB5">
                <a:alpha val="8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S06_AHP雷达_网格0"/>
          <p:cNvCxnSpPr/>
          <p:nvPr/>
        </p:nvCxnSpPr>
        <p:spPr>
          <a:xfrm flipH="1">
            <a:off x="5650992" y="3858768"/>
            <a:ext cx="538487" cy="310895"/>
          </a:xfrm>
          <a:prstGeom prst="line">
            <a:avLst/>
          </a:prstGeom>
          <a:ln w="9779">
            <a:solidFill>
              <a:srgbClr val="5E9AB5">
                <a:alpha val="8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S06_AHP雷达_网格0"/>
          <p:cNvCxnSpPr/>
          <p:nvPr/>
        </p:nvCxnSpPr>
        <p:spPr>
          <a:xfrm flipH="1" flipV="1">
            <a:off x="5112504" y="3858768"/>
            <a:ext cx="538488" cy="310895"/>
          </a:xfrm>
          <a:prstGeom prst="line">
            <a:avLst/>
          </a:prstGeom>
          <a:ln w="9779">
            <a:solidFill>
              <a:srgbClr val="5E9AB5">
                <a:alpha val="8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S06_AHP雷达_网格0"/>
          <p:cNvCxnSpPr/>
          <p:nvPr/>
        </p:nvCxnSpPr>
        <p:spPr>
          <a:xfrm flipV="1">
            <a:off x="5112504" y="3236976"/>
            <a:ext cx="0" cy="621792"/>
          </a:xfrm>
          <a:prstGeom prst="line">
            <a:avLst/>
          </a:prstGeom>
          <a:ln w="9779">
            <a:solidFill>
              <a:srgbClr val="5E9AB5">
                <a:alpha val="8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S06_AHP雷达_网格0"/>
          <p:cNvCxnSpPr/>
          <p:nvPr/>
        </p:nvCxnSpPr>
        <p:spPr>
          <a:xfrm flipV="1">
            <a:off x="5112504" y="2926079"/>
            <a:ext cx="538488" cy="310897"/>
          </a:xfrm>
          <a:prstGeom prst="line">
            <a:avLst/>
          </a:prstGeom>
          <a:ln w="9779">
            <a:solidFill>
              <a:srgbClr val="5E9AB5">
                <a:alpha val="8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S06_AHP雷达_网格1"/>
          <p:cNvCxnSpPr/>
          <p:nvPr/>
        </p:nvCxnSpPr>
        <p:spPr>
          <a:xfrm>
            <a:off x="5650992" y="3100181"/>
            <a:ext cx="387711" cy="223845"/>
          </a:xfrm>
          <a:prstGeom prst="line">
            <a:avLst/>
          </a:prstGeom>
          <a:ln w="9779">
            <a:solidFill>
              <a:srgbClr val="5E9AB5">
                <a:alpha val="8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S06_AHP雷达_网格1"/>
          <p:cNvCxnSpPr/>
          <p:nvPr/>
        </p:nvCxnSpPr>
        <p:spPr>
          <a:xfrm>
            <a:off x="6038703" y="3324026"/>
            <a:ext cx="0" cy="447691"/>
          </a:xfrm>
          <a:prstGeom prst="line">
            <a:avLst/>
          </a:prstGeom>
          <a:ln w="9779">
            <a:solidFill>
              <a:srgbClr val="5E9AB5">
                <a:alpha val="8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S06_AHP雷达_网格1"/>
          <p:cNvCxnSpPr/>
          <p:nvPr/>
        </p:nvCxnSpPr>
        <p:spPr>
          <a:xfrm flipH="1">
            <a:off x="5650992" y="3771717"/>
            <a:ext cx="387711" cy="223845"/>
          </a:xfrm>
          <a:prstGeom prst="line">
            <a:avLst/>
          </a:prstGeom>
          <a:ln w="9779">
            <a:solidFill>
              <a:srgbClr val="5E9AB5">
                <a:alpha val="8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S06_AHP雷达_网格1"/>
          <p:cNvCxnSpPr/>
          <p:nvPr/>
        </p:nvCxnSpPr>
        <p:spPr>
          <a:xfrm flipH="1" flipV="1">
            <a:off x="5263280" y="3771717"/>
            <a:ext cx="387712" cy="223845"/>
          </a:xfrm>
          <a:prstGeom prst="line">
            <a:avLst/>
          </a:prstGeom>
          <a:ln w="9779">
            <a:solidFill>
              <a:srgbClr val="5E9AB5">
                <a:alpha val="8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S06_AHP雷达_网格1"/>
          <p:cNvCxnSpPr/>
          <p:nvPr/>
        </p:nvCxnSpPr>
        <p:spPr>
          <a:xfrm flipV="1">
            <a:off x="5263280" y="3324026"/>
            <a:ext cx="0" cy="447691"/>
          </a:xfrm>
          <a:prstGeom prst="line">
            <a:avLst/>
          </a:prstGeom>
          <a:ln w="9779">
            <a:solidFill>
              <a:srgbClr val="5E9AB5">
                <a:alpha val="8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S06_AHP雷达_网格1"/>
          <p:cNvCxnSpPr/>
          <p:nvPr/>
        </p:nvCxnSpPr>
        <p:spPr>
          <a:xfrm flipV="1">
            <a:off x="5263280" y="3100181"/>
            <a:ext cx="387712" cy="223845"/>
          </a:xfrm>
          <a:prstGeom prst="line">
            <a:avLst/>
          </a:prstGeom>
          <a:ln w="9779">
            <a:solidFill>
              <a:srgbClr val="5E9AB5">
                <a:alpha val="8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S06_AHP雷达_网格2"/>
          <p:cNvCxnSpPr/>
          <p:nvPr/>
        </p:nvCxnSpPr>
        <p:spPr>
          <a:xfrm>
            <a:off x="5650992" y="3274283"/>
            <a:ext cx="236934" cy="136794"/>
          </a:xfrm>
          <a:prstGeom prst="line">
            <a:avLst/>
          </a:prstGeom>
          <a:ln w="9779">
            <a:solidFill>
              <a:srgbClr val="5E9AB5">
                <a:alpha val="8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S06_AHP雷达_网格2"/>
          <p:cNvCxnSpPr/>
          <p:nvPr/>
        </p:nvCxnSpPr>
        <p:spPr>
          <a:xfrm>
            <a:off x="5887926" y="3411077"/>
            <a:ext cx="0" cy="273589"/>
          </a:xfrm>
          <a:prstGeom prst="line">
            <a:avLst/>
          </a:prstGeom>
          <a:ln w="9779">
            <a:solidFill>
              <a:srgbClr val="5E9AB5">
                <a:alpha val="8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S06_AHP雷达_网格2"/>
          <p:cNvCxnSpPr/>
          <p:nvPr/>
        </p:nvCxnSpPr>
        <p:spPr>
          <a:xfrm flipH="1">
            <a:off x="5650992" y="3684666"/>
            <a:ext cx="236934" cy="136794"/>
          </a:xfrm>
          <a:prstGeom prst="line">
            <a:avLst/>
          </a:prstGeom>
          <a:ln w="9779">
            <a:solidFill>
              <a:srgbClr val="5E9AB5">
                <a:alpha val="8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S06_AHP雷达_网格2"/>
          <p:cNvCxnSpPr/>
          <p:nvPr/>
        </p:nvCxnSpPr>
        <p:spPr>
          <a:xfrm flipH="1" flipV="1">
            <a:off x="5414057" y="3684666"/>
            <a:ext cx="236935" cy="136794"/>
          </a:xfrm>
          <a:prstGeom prst="line">
            <a:avLst/>
          </a:prstGeom>
          <a:ln w="9779">
            <a:solidFill>
              <a:srgbClr val="5E9AB5">
                <a:alpha val="8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S06_AHP雷达_网格2"/>
          <p:cNvCxnSpPr/>
          <p:nvPr/>
        </p:nvCxnSpPr>
        <p:spPr>
          <a:xfrm flipV="1">
            <a:off x="5414057" y="3411077"/>
            <a:ext cx="0" cy="273589"/>
          </a:xfrm>
          <a:prstGeom prst="line">
            <a:avLst/>
          </a:prstGeom>
          <a:ln w="9779">
            <a:solidFill>
              <a:srgbClr val="5E9AB5">
                <a:alpha val="8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S06_AHP雷达_网格2"/>
          <p:cNvCxnSpPr/>
          <p:nvPr/>
        </p:nvCxnSpPr>
        <p:spPr>
          <a:xfrm flipV="1">
            <a:off x="5414057" y="3274283"/>
            <a:ext cx="236935" cy="136794"/>
          </a:xfrm>
          <a:prstGeom prst="line">
            <a:avLst/>
          </a:prstGeom>
          <a:ln w="9779">
            <a:solidFill>
              <a:srgbClr val="5E9AB5">
                <a:alpha val="8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1" name="S06_AHP雷达_数据面"/>
          <p:cNvSpPr/>
          <p:nvPr/>
        </p:nvSpPr>
        <p:spPr>
          <a:xfrm>
            <a:off x="5204047" y="3062874"/>
            <a:ext cx="823886" cy="870509"/>
          </a:xfrm>
          <a:custGeom>
            <a:avLst/>
            <a:gdLst/>
            <a:ahLst/>
            <a:cxnLst/>
            <a:rect l="l" t="t" r="r" b="b"/>
            <a:pathLst>
              <a:path w="823886" h="870509">
                <a:moveTo>
                  <a:pt x="446945" y="0"/>
                </a:moveTo>
                <a:lnTo>
                  <a:pt x="737728" y="317114"/>
                </a:lnTo>
                <a:lnTo>
                  <a:pt x="823886" y="702625"/>
                </a:lnTo>
                <a:lnTo>
                  <a:pt x="446945" y="870509"/>
                </a:lnTo>
                <a:lnTo>
                  <a:pt x="0" y="743041"/>
                </a:lnTo>
                <a:lnTo>
                  <a:pt x="80773" y="273588"/>
                </a:lnTo>
                <a:close/>
              </a:path>
            </a:pathLst>
          </a:custGeom>
          <a:solidFill>
            <a:srgbClr val="37D5FF">
              <a:alpha val="30000"/>
            </a:srgbClr>
          </a:solidFill>
          <a:ln w="13970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2" name="S06_Weibull曲线_X轴"/>
          <p:cNvCxnSpPr/>
          <p:nvPr/>
        </p:nvCxnSpPr>
        <p:spPr>
          <a:xfrm>
            <a:off x="7955279" y="4389120"/>
            <a:ext cx="2240280" cy="0"/>
          </a:xfrm>
          <a:prstGeom prst="line">
            <a:avLst/>
          </a:prstGeom>
          <a:ln w="11176">
            <a:solidFill>
              <a:srgbClr val="6E9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S06_Weibull曲线_Y轴"/>
          <p:cNvCxnSpPr/>
          <p:nvPr/>
        </p:nvCxnSpPr>
        <p:spPr>
          <a:xfrm>
            <a:off x="7955279" y="2880360"/>
            <a:ext cx="0" cy="1508760"/>
          </a:xfrm>
          <a:prstGeom prst="line">
            <a:avLst/>
          </a:prstGeom>
          <a:ln w="11176">
            <a:solidFill>
              <a:srgbClr val="6E9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S06_Weibull曲线_线"/>
          <p:cNvCxnSpPr/>
          <p:nvPr/>
        </p:nvCxnSpPr>
        <p:spPr>
          <a:xfrm>
            <a:off x="7955279" y="2880360"/>
            <a:ext cx="280036" cy="30175"/>
          </a:xfrm>
          <a:prstGeom prst="line">
            <a:avLst/>
          </a:prstGeom>
          <a:ln w="23749">
            <a:solidFill>
              <a:srgbClr val="63E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S06_Weibull曲线_线"/>
          <p:cNvCxnSpPr/>
          <p:nvPr/>
        </p:nvCxnSpPr>
        <p:spPr>
          <a:xfrm>
            <a:off x="8235315" y="2910535"/>
            <a:ext cx="280035" cy="60350"/>
          </a:xfrm>
          <a:prstGeom prst="line">
            <a:avLst/>
          </a:prstGeom>
          <a:ln w="23749">
            <a:solidFill>
              <a:srgbClr val="63E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S06_Weibull曲线_线"/>
          <p:cNvCxnSpPr/>
          <p:nvPr/>
        </p:nvCxnSpPr>
        <p:spPr>
          <a:xfrm>
            <a:off x="8515350" y="2970885"/>
            <a:ext cx="280034" cy="90526"/>
          </a:xfrm>
          <a:prstGeom prst="line">
            <a:avLst/>
          </a:prstGeom>
          <a:ln w="23749">
            <a:solidFill>
              <a:srgbClr val="63E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S06_Weibull曲线_线"/>
          <p:cNvCxnSpPr/>
          <p:nvPr/>
        </p:nvCxnSpPr>
        <p:spPr>
          <a:xfrm>
            <a:off x="8795384" y="3061411"/>
            <a:ext cx="280035" cy="181051"/>
          </a:xfrm>
          <a:prstGeom prst="line">
            <a:avLst/>
          </a:prstGeom>
          <a:ln w="23749">
            <a:solidFill>
              <a:srgbClr val="63E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S06_Weibull曲线_线"/>
          <p:cNvCxnSpPr/>
          <p:nvPr/>
        </p:nvCxnSpPr>
        <p:spPr>
          <a:xfrm>
            <a:off x="9075419" y="3242462"/>
            <a:ext cx="280036" cy="241402"/>
          </a:xfrm>
          <a:prstGeom prst="line">
            <a:avLst/>
          </a:prstGeom>
          <a:ln w="23749">
            <a:solidFill>
              <a:srgbClr val="63E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S06_Weibull曲线_线"/>
          <p:cNvCxnSpPr/>
          <p:nvPr/>
        </p:nvCxnSpPr>
        <p:spPr>
          <a:xfrm>
            <a:off x="9355455" y="3483864"/>
            <a:ext cx="280035" cy="271576"/>
          </a:xfrm>
          <a:prstGeom prst="line">
            <a:avLst/>
          </a:prstGeom>
          <a:ln w="23749">
            <a:solidFill>
              <a:srgbClr val="63E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S06_Weibull曲线_线"/>
          <p:cNvCxnSpPr/>
          <p:nvPr/>
        </p:nvCxnSpPr>
        <p:spPr>
          <a:xfrm>
            <a:off x="9635490" y="3755440"/>
            <a:ext cx="280035" cy="211227"/>
          </a:xfrm>
          <a:prstGeom prst="line">
            <a:avLst/>
          </a:prstGeom>
          <a:ln w="23749">
            <a:solidFill>
              <a:srgbClr val="63E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S06_Weibull曲线_线"/>
          <p:cNvCxnSpPr/>
          <p:nvPr/>
        </p:nvCxnSpPr>
        <p:spPr>
          <a:xfrm>
            <a:off x="9915525" y="3966667"/>
            <a:ext cx="280034" cy="150876"/>
          </a:xfrm>
          <a:prstGeom prst="line">
            <a:avLst/>
          </a:prstGeom>
          <a:ln w="23749">
            <a:solidFill>
              <a:srgbClr val="63E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2" name="S06_Weibull曲线_点0"/>
          <p:cNvSpPr/>
          <p:nvPr/>
        </p:nvSpPr>
        <p:spPr>
          <a:xfrm>
            <a:off x="7932419" y="2857500"/>
            <a:ext cx="45720" cy="45720"/>
          </a:xfrm>
          <a:prstGeom prst="ellipse">
            <a:avLst/>
          </a:prstGeom>
          <a:solidFill>
            <a:srgbClr val="FFFFFF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S06_Weibull曲线_点1"/>
          <p:cNvSpPr/>
          <p:nvPr/>
        </p:nvSpPr>
        <p:spPr>
          <a:xfrm>
            <a:off x="8212454" y="2887675"/>
            <a:ext cx="45720" cy="45720"/>
          </a:xfrm>
          <a:prstGeom prst="ellipse">
            <a:avLst/>
          </a:prstGeom>
          <a:solidFill>
            <a:srgbClr val="FFFFFF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S06_Weibull曲线_点2"/>
          <p:cNvSpPr/>
          <p:nvPr/>
        </p:nvSpPr>
        <p:spPr>
          <a:xfrm>
            <a:off x="8492490" y="2948025"/>
            <a:ext cx="45720" cy="45720"/>
          </a:xfrm>
          <a:prstGeom prst="ellipse">
            <a:avLst/>
          </a:prstGeom>
          <a:solidFill>
            <a:srgbClr val="FFFFFF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S06_Weibull曲线_点3"/>
          <p:cNvSpPr/>
          <p:nvPr/>
        </p:nvSpPr>
        <p:spPr>
          <a:xfrm>
            <a:off x="8772524" y="3038551"/>
            <a:ext cx="45720" cy="45720"/>
          </a:xfrm>
          <a:prstGeom prst="ellipse">
            <a:avLst/>
          </a:prstGeom>
          <a:solidFill>
            <a:srgbClr val="FFFFFF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S06_Weibull曲线_点4"/>
          <p:cNvSpPr/>
          <p:nvPr/>
        </p:nvSpPr>
        <p:spPr>
          <a:xfrm>
            <a:off x="9052559" y="3219602"/>
            <a:ext cx="45720" cy="45720"/>
          </a:xfrm>
          <a:prstGeom prst="ellipse">
            <a:avLst/>
          </a:prstGeom>
          <a:solidFill>
            <a:srgbClr val="FFFFFF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S06_Weibull曲线_点5"/>
          <p:cNvSpPr/>
          <p:nvPr/>
        </p:nvSpPr>
        <p:spPr>
          <a:xfrm>
            <a:off x="9332594" y="3461004"/>
            <a:ext cx="45720" cy="45720"/>
          </a:xfrm>
          <a:prstGeom prst="ellipse">
            <a:avLst/>
          </a:prstGeom>
          <a:solidFill>
            <a:srgbClr val="FFFFFF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S06_Weibull曲线_点6"/>
          <p:cNvSpPr/>
          <p:nvPr/>
        </p:nvSpPr>
        <p:spPr>
          <a:xfrm>
            <a:off x="9612630" y="3732580"/>
            <a:ext cx="45720" cy="45720"/>
          </a:xfrm>
          <a:prstGeom prst="ellipse">
            <a:avLst/>
          </a:prstGeom>
          <a:solidFill>
            <a:srgbClr val="FFFFFF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S06_Weibull曲线_点7"/>
          <p:cNvSpPr/>
          <p:nvPr/>
        </p:nvSpPr>
        <p:spPr>
          <a:xfrm>
            <a:off x="9892665" y="3943807"/>
            <a:ext cx="45720" cy="45720"/>
          </a:xfrm>
          <a:prstGeom prst="ellipse">
            <a:avLst/>
          </a:prstGeom>
          <a:solidFill>
            <a:srgbClr val="FFFFFF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S06_Weibull曲线_点8"/>
          <p:cNvSpPr/>
          <p:nvPr/>
        </p:nvSpPr>
        <p:spPr>
          <a:xfrm>
            <a:off x="10172699" y="4094683"/>
            <a:ext cx="45720" cy="45720"/>
          </a:xfrm>
          <a:prstGeom prst="ellipse">
            <a:avLst/>
          </a:prstGeom>
          <a:solidFill>
            <a:srgbClr val="FFFFFF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S06_健康等级_纸张"/>
          <p:cNvSpPr/>
          <p:nvPr/>
        </p:nvSpPr>
        <p:spPr>
          <a:xfrm>
            <a:off x="3862425" y="5177332"/>
            <a:ext cx="230428" cy="307238"/>
          </a:xfrm>
          <a:prstGeom prst="roundRect">
            <a:avLst/>
          </a:prstGeom>
          <a:solidFill>
            <a:srgbClr val="125E86">
              <a:alpha val="100000"/>
            </a:srgbClr>
          </a:solidFill>
          <a:ln w="13970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2" name="S06_健康等级_文本1"/>
          <p:cNvCxnSpPr/>
          <p:nvPr/>
        </p:nvCxnSpPr>
        <p:spPr>
          <a:xfrm>
            <a:off x="3908511" y="5261823"/>
            <a:ext cx="138257" cy="0"/>
          </a:xfrm>
          <a:prstGeom prst="line">
            <a:avLst/>
          </a:prstGeom>
          <a:ln w="10160">
            <a:solidFill>
              <a:srgbClr val="DDF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S06_健康等级_文本2"/>
          <p:cNvCxnSpPr/>
          <p:nvPr/>
        </p:nvCxnSpPr>
        <p:spPr>
          <a:xfrm>
            <a:off x="3908511" y="5330952"/>
            <a:ext cx="138257" cy="0"/>
          </a:xfrm>
          <a:prstGeom prst="line">
            <a:avLst/>
          </a:prstGeom>
          <a:ln w="10160">
            <a:solidFill>
              <a:srgbClr val="DDF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S06_健康等级_文本3"/>
          <p:cNvCxnSpPr/>
          <p:nvPr/>
        </p:nvCxnSpPr>
        <p:spPr>
          <a:xfrm>
            <a:off x="3908511" y="5400080"/>
            <a:ext cx="138257" cy="0"/>
          </a:xfrm>
          <a:prstGeom prst="line">
            <a:avLst/>
          </a:prstGeom>
          <a:ln w="10160">
            <a:solidFill>
              <a:srgbClr val="DDF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5" name="S06_风险部位_盾"/>
          <p:cNvSpPr/>
          <p:nvPr/>
        </p:nvSpPr>
        <p:spPr>
          <a:xfrm>
            <a:off x="5485302" y="5177332"/>
            <a:ext cx="276514" cy="307238"/>
          </a:xfrm>
          <a:prstGeom prst="hexagon">
            <a:avLst/>
          </a:prstGeom>
          <a:solidFill>
            <a:srgbClr val="13668F"/>
          </a:solidFill>
          <a:ln w="13970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6" name="S06_风险部位_勾1"/>
          <p:cNvCxnSpPr/>
          <p:nvPr/>
        </p:nvCxnSpPr>
        <p:spPr>
          <a:xfrm>
            <a:off x="5569793" y="5330952"/>
            <a:ext cx="53767" cy="49926"/>
          </a:xfrm>
          <a:prstGeom prst="line">
            <a:avLst/>
          </a:prstGeom>
          <a:ln w="20955">
            <a:solidFill>
              <a:srgbClr val="FFC9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S06_风险部位_勾2"/>
          <p:cNvCxnSpPr/>
          <p:nvPr/>
        </p:nvCxnSpPr>
        <p:spPr>
          <a:xfrm flipV="1">
            <a:off x="5623560" y="5277185"/>
            <a:ext cx="72969" cy="103693"/>
          </a:xfrm>
          <a:prstGeom prst="line">
            <a:avLst/>
          </a:prstGeom>
          <a:ln w="20955">
            <a:solidFill>
              <a:srgbClr val="FFC9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S06_维修优先_扳手柄"/>
          <p:cNvCxnSpPr/>
          <p:nvPr/>
        </p:nvCxnSpPr>
        <p:spPr>
          <a:xfrm flipV="1">
            <a:off x="7232904" y="5243169"/>
            <a:ext cx="193852" cy="190195"/>
          </a:xfrm>
          <a:prstGeom prst="line">
            <a:avLst/>
          </a:prstGeom>
          <a:ln w="50800">
            <a:solidFill>
              <a:srgbClr val="63E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9" name="S06_维修优先_扳手头"/>
          <p:cNvSpPr/>
          <p:nvPr/>
        </p:nvSpPr>
        <p:spPr>
          <a:xfrm>
            <a:off x="7379208" y="5191963"/>
            <a:ext cx="113385" cy="113385"/>
          </a:xfrm>
          <a:prstGeom prst="ellipse">
            <a:avLst/>
          </a:prstGeom>
          <a:solidFill>
            <a:srgbClr val="062B49">
              <a:alpha val="100000"/>
            </a:srgbClr>
          </a:solidFill>
          <a:ln w="38100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S06_维修优先_扳手尾"/>
          <p:cNvSpPr/>
          <p:nvPr/>
        </p:nvSpPr>
        <p:spPr>
          <a:xfrm>
            <a:off x="7203643" y="5396788"/>
            <a:ext cx="69494" cy="69494"/>
          </a:xfrm>
          <a:prstGeom prst="ellipse">
            <a:avLst/>
          </a:prstGeom>
          <a:solidFill>
            <a:srgbClr val="062B49">
              <a:alpha val="100000"/>
            </a:srgbClr>
          </a:solidFill>
          <a:ln w="27940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S06_维修优先_齿轮"/>
          <p:cNvSpPr/>
          <p:nvPr/>
        </p:nvSpPr>
        <p:spPr>
          <a:xfrm>
            <a:off x="7379208" y="5338267"/>
            <a:ext cx="124358" cy="124358"/>
          </a:xfrm>
          <a:prstGeom prst="gear6">
            <a:avLst/>
          </a:prstGeom>
          <a:solidFill>
            <a:srgbClr val="63EC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原生可编辑文字_S06_001_双击编辑"/>
          <p:cNvSpPr txBox="1"/>
          <p:nvPr/>
        </p:nvSpPr>
        <p:spPr>
          <a:xfrm>
            <a:off x="1661160" y="274320"/>
            <a:ext cx="8900160" cy="7848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213">
                <a:solidFill>
                  <a:srgbClr val="F7FCFF"/>
                </a:solidFill>
                <a:latin typeface="Noto Serif CJK SC"/>
              </a:rPr>
              <a:t>模型① 烤房健康评估：从打分到估寿</a:t>
            </a:r>
          </a:p>
        </p:txBody>
      </p:sp>
      <p:sp>
        <p:nvSpPr>
          <p:cNvPr id="10" name="原生可编辑文字_S06_002_双击编辑"/>
          <p:cNvSpPr txBox="1"/>
          <p:nvPr/>
        </p:nvSpPr>
        <p:spPr>
          <a:xfrm>
            <a:off x="2750820" y="975360"/>
            <a:ext cx="6682740" cy="54102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896">
                <a:solidFill>
                  <a:srgbClr val="F7FCFF"/>
                </a:solidFill>
                <a:latin typeface="Noto Serif CJK SC"/>
              </a:rPr>
              <a:t>不是给一座烤房一个分数，而是判断还能用多久、哪里先修</a:t>
            </a:r>
          </a:p>
        </p:txBody>
      </p:sp>
      <p:sp>
        <p:nvSpPr>
          <p:cNvPr id="12" name="原生可编辑文字_S06_003_双击编辑"/>
          <p:cNvSpPr txBox="1"/>
          <p:nvPr/>
        </p:nvSpPr>
        <p:spPr>
          <a:xfrm>
            <a:off x="845819" y="1463040"/>
            <a:ext cx="853440" cy="6324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984">
                <a:solidFill>
                  <a:srgbClr val="FFC928"/>
                </a:solidFill>
                <a:latin typeface="Noto Serif CJK SC"/>
              </a:rPr>
              <a:t>01</a:t>
            </a:r>
          </a:p>
        </p:txBody>
      </p:sp>
      <p:sp>
        <p:nvSpPr>
          <p:cNvPr id="14" name="原生可编辑文字_S06_004_双击编辑"/>
          <p:cNvSpPr txBox="1"/>
          <p:nvPr/>
        </p:nvSpPr>
        <p:spPr>
          <a:xfrm>
            <a:off x="1303020" y="2133600"/>
            <a:ext cx="1744980" cy="50292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692">
                <a:solidFill>
                  <a:srgbClr val="63ECFF"/>
                </a:solidFill>
                <a:latin typeface="Noto Serif CJK SC"/>
              </a:rPr>
              <a:t>状态标准化</a:t>
            </a:r>
          </a:p>
        </p:txBody>
      </p:sp>
      <p:sp>
        <p:nvSpPr>
          <p:cNvPr id="16" name="原生可编辑文字_S06_005_双击编辑"/>
          <p:cNvSpPr txBox="1"/>
          <p:nvPr/>
        </p:nvSpPr>
        <p:spPr>
          <a:xfrm>
            <a:off x="754380" y="2529840"/>
            <a:ext cx="2895600" cy="35814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551">
                <a:solidFill>
                  <a:srgbClr val="F2F8FF"/>
                </a:solidFill>
                <a:latin typeface="Noto Sans CJK SC"/>
              </a:rPr>
              <a:t>12类部件 / 状态采集 / 指标归一</a:t>
            </a:r>
          </a:p>
        </p:txBody>
      </p:sp>
      <p:sp>
        <p:nvSpPr>
          <p:cNvPr id="18" name="原生可编辑文字_S06_006_双击编辑"/>
          <p:cNvSpPr txBox="1"/>
          <p:nvPr/>
        </p:nvSpPr>
        <p:spPr>
          <a:xfrm>
            <a:off x="1516380" y="2933700"/>
            <a:ext cx="731520" cy="3276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419">
                <a:solidFill>
                  <a:srgbClr val="F2F8FF"/>
                </a:solidFill>
                <a:latin typeface="Noto Sans CJK SC"/>
              </a:rPr>
              <a:t>加热系统</a:t>
            </a:r>
          </a:p>
        </p:txBody>
      </p:sp>
      <p:sp>
        <p:nvSpPr>
          <p:cNvPr id="20" name="原生可编辑文字_S06_007_双击编辑"/>
          <p:cNvSpPr txBox="1"/>
          <p:nvPr/>
        </p:nvSpPr>
        <p:spPr>
          <a:xfrm>
            <a:off x="1394460" y="3284220"/>
            <a:ext cx="716280" cy="33528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452">
                <a:solidFill>
                  <a:srgbClr val="F2F8FF"/>
                </a:solidFill>
                <a:latin typeface="Noto Sans CJK SC"/>
              </a:rPr>
              <a:t>通风系统</a:t>
            </a:r>
          </a:p>
        </p:txBody>
      </p:sp>
      <p:sp>
        <p:nvSpPr>
          <p:cNvPr id="22" name="原生可编辑文字_S06_008_双击编辑"/>
          <p:cNvSpPr txBox="1"/>
          <p:nvPr/>
        </p:nvSpPr>
        <p:spPr>
          <a:xfrm>
            <a:off x="1249680" y="3642360"/>
            <a:ext cx="891540" cy="34290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485">
                <a:solidFill>
                  <a:srgbClr val="F2F8FF"/>
                </a:solidFill>
                <a:latin typeface="Noto Sans CJK SC"/>
              </a:rPr>
              <a:t>温湿度控制</a:t>
            </a:r>
          </a:p>
        </p:txBody>
      </p:sp>
      <p:sp>
        <p:nvSpPr>
          <p:cNvPr id="24" name="原生可编辑文字_S06_009_双击编辑"/>
          <p:cNvSpPr txBox="1"/>
          <p:nvPr/>
        </p:nvSpPr>
        <p:spPr>
          <a:xfrm>
            <a:off x="1219200" y="3977640"/>
            <a:ext cx="853440" cy="4038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48">
                <a:solidFill>
                  <a:srgbClr val="F2F8FF"/>
                </a:solidFill>
                <a:latin typeface="Noto Sans CJK SC"/>
              </a:rPr>
              <a:t>电气系统</a:t>
            </a:r>
          </a:p>
        </p:txBody>
      </p:sp>
      <p:sp>
        <p:nvSpPr>
          <p:cNvPr id="26" name="原生可编辑文字_S06_010_双击编辑"/>
          <p:cNvSpPr txBox="1"/>
          <p:nvPr/>
        </p:nvSpPr>
        <p:spPr>
          <a:xfrm>
            <a:off x="1463040" y="4335780"/>
            <a:ext cx="678180" cy="34290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485">
                <a:solidFill>
                  <a:srgbClr val="F2F8FF"/>
                </a:solidFill>
                <a:latin typeface="Noto Sans CJK SC"/>
              </a:rPr>
              <a:t>围护结构</a:t>
            </a:r>
          </a:p>
        </p:txBody>
      </p:sp>
      <p:sp>
        <p:nvSpPr>
          <p:cNvPr id="28" name="原生可编辑文字_S06_011_双击编辑"/>
          <p:cNvSpPr txBox="1"/>
          <p:nvPr/>
        </p:nvSpPr>
        <p:spPr>
          <a:xfrm>
            <a:off x="4815840" y="1478280"/>
            <a:ext cx="838200" cy="61722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888">
                <a:solidFill>
                  <a:srgbClr val="FFC928"/>
                </a:solidFill>
                <a:latin typeface="Noto Serif CJK SC"/>
              </a:rPr>
              <a:t>02</a:t>
            </a:r>
          </a:p>
        </p:txBody>
      </p:sp>
      <p:sp>
        <p:nvSpPr>
          <p:cNvPr id="30" name="原生可编辑文字_S06_012_双击编辑"/>
          <p:cNvSpPr txBox="1"/>
          <p:nvPr/>
        </p:nvSpPr>
        <p:spPr>
          <a:xfrm>
            <a:off x="5135880" y="2148840"/>
            <a:ext cx="2072640" cy="48768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611">
                <a:solidFill>
                  <a:srgbClr val="63ECFF"/>
                </a:solidFill>
                <a:latin typeface="Noto Serif CJK SC"/>
              </a:rPr>
              <a:t>AHP组合评分</a:t>
            </a:r>
          </a:p>
        </p:txBody>
      </p:sp>
      <p:sp>
        <p:nvSpPr>
          <p:cNvPr id="32" name="原生可编辑文字_S06_013_双击编辑"/>
          <p:cNvSpPr txBox="1"/>
          <p:nvPr/>
        </p:nvSpPr>
        <p:spPr>
          <a:xfrm>
            <a:off x="4869180" y="2529840"/>
            <a:ext cx="2628900" cy="38100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650">
                <a:solidFill>
                  <a:srgbClr val="F2F8FF"/>
                </a:solidFill>
                <a:latin typeface="Noto Sans CJK SC"/>
              </a:rPr>
              <a:t>权重确定 / 综合评价 / 风险分级</a:t>
            </a:r>
          </a:p>
        </p:txBody>
      </p:sp>
      <p:sp>
        <p:nvSpPr>
          <p:cNvPr id="34" name="原生可编辑文字_S06_014_双击编辑"/>
          <p:cNvSpPr txBox="1"/>
          <p:nvPr/>
        </p:nvSpPr>
        <p:spPr>
          <a:xfrm>
            <a:off x="6301740" y="2788920"/>
            <a:ext cx="678180" cy="3505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b="0" sz="1518">
                <a:solidFill>
                  <a:srgbClr val="F2F8FF"/>
                </a:solidFill>
                <a:latin typeface="Noto Sans CJK SC"/>
              </a:rPr>
              <a:t>设备状态
0.28</a:t>
            </a:r>
          </a:p>
        </p:txBody>
      </p:sp>
      <p:sp>
        <p:nvSpPr>
          <p:cNvPr id="36" name="原生可编辑文字_S06_015_双击编辑"/>
          <p:cNvSpPr txBox="1"/>
          <p:nvPr/>
        </p:nvSpPr>
        <p:spPr>
          <a:xfrm>
            <a:off x="6423659" y="2948940"/>
            <a:ext cx="449580" cy="3124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b="0" sz="1353">
                <a:solidFill>
                  <a:srgbClr val="F2F8FF"/>
                </a:solidFill>
                <a:latin typeface="Noto Sans CJK SC"/>
              </a:rPr>
              <a:t>设备状态
0.28</a:t>
            </a:r>
          </a:p>
        </p:txBody>
      </p:sp>
      <p:sp>
        <p:nvSpPr>
          <p:cNvPr id="38" name="原生可编辑文字_S06_016_双击编辑"/>
          <p:cNvSpPr txBox="1"/>
          <p:nvPr/>
        </p:nvSpPr>
        <p:spPr>
          <a:xfrm>
            <a:off x="5554980" y="3185160"/>
            <a:ext cx="662940" cy="3429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b="0" sz="1485">
                <a:solidFill>
                  <a:srgbClr val="F2F8FF"/>
                </a:solidFill>
                <a:latin typeface="Noto Sans CJK SC"/>
              </a:rPr>
              <a:t>结构安全
0.07</a:t>
            </a:r>
          </a:p>
        </p:txBody>
      </p:sp>
      <p:sp>
        <p:nvSpPr>
          <p:cNvPr id="40" name="原生可编辑文字_S06_017_双击编辑"/>
          <p:cNvSpPr txBox="1"/>
          <p:nvPr/>
        </p:nvSpPr>
        <p:spPr>
          <a:xfrm>
            <a:off x="5684520" y="3345180"/>
            <a:ext cx="449580" cy="3276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b="0" sz="1419">
                <a:solidFill>
                  <a:srgbClr val="F2F8FF"/>
                </a:solidFill>
                <a:latin typeface="Noto Sans CJK SC"/>
              </a:rPr>
              <a:t>结构安全
0.07</a:t>
            </a:r>
          </a:p>
        </p:txBody>
      </p:sp>
      <p:sp>
        <p:nvSpPr>
          <p:cNvPr id="42" name="原生可编辑文字_S06_018_双击编辑"/>
          <p:cNvSpPr txBox="1"/>
          <p:nvPr/>
        </p:nvSpPr>
        <p:spPr>
          <a:xfrm>
            <a:off x="7078980" y="3200400"/>
            <a:ext cx="662940" cy="3276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b="0" sz="1419">
                <a:solidFill>
                  <a:srgbClr val="F2F8FF"/>
                </a:solidFill>
                <a:latin typeface="Noto Sans CJK SC"/>
              </a:rPr>
              <a:t>运行环境
0.18</a:t>
            </a:r>
          </a:p>
        </p:txBody>
      </p:sp>
      <p:sp>
        <p:nvSpPr>
          <p:cNvPr id="44" name="原生可编辑文字_S06_019_双击编辑"/>
          <p:cNvSpPr txBox="1"/>
          <p:nvPr/>
        </p:nvSpPr>
        <p:spPr>
          <a:xfrm>
            <a:off x="7170420" y="3337560"/>
            <a:ext cx="449580" cy="3276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b="0" sz="1419">
                <a:solidFill>
                  <a:srgbClr val="F2F8FF"/>
                </a:solidFill>
                <a:latin typeface="Noto Sans CJK SC"/>
              </a:rPr>
              <a:t>运行环境
0.18</a:t>
            </a:r>
          </a:p>
        </p:txBody>
      </p:sp>
      <p:sp>
        <p:nvSpPr>
          <p:cNvPr id="46" name="原生可编辑文字_S06_020_双击编辑"/>
          <p:cNvSpPr txBox="1"/>
          <p:nvPr/>
        </p:nvSpPr>
        <p:spPr>
          <a:xfrm>
            <a:off x="5554980" y="3947160"/>
            <a:ext cx="662940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b="0" sz="1386">
                <a:solidFill>
                  <a:srgbClr val="F2F8FF"/>
                </a:solidFill>
                <a:latin typeface="Noto Sans CJK SC"/>
              </a:rPr>
              <a:t>故障历史
0.20</a:t>
            </a:r>
          </a:p>
        </p:txBody>
      </p:sp>
      <p:sp>
        <p:nvSpPr>
          <p:cNvPr id="48" name="原生可编辑文字_S06_021_双击编辑"/>
          <p:cNvSpPr txBox="1"/>
          <p:nvPr/>
        </p:nvSpPr>
        <p:spPr>
          <a:xfrm>
            <a:off x="5684520" y="4099560"/>
            <a:ext cx="449580" cy="2971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b="0" sz="1287">
                <a:solidFill>
                  <a:srgbClr val="F2F8FF"/>
                </a:solidFill>
                <a:latin typeface="Noto Sans CJK SC"/>
              </a:rPr>
              <a:t>故障历史
0.20</a:t>
            </a:r>
          </a:p>
        </p:txBody>
      </p:sp>
      <p:sp>
        <p:nvSpPr>
          <p:cNvPr id="50" name="原生可编辑文字_S06_022_双击编辑"/>
          <p:cNvSpPr txBox="1"/>
          <p:nvPr/>
        </p:nvSpPr>
        <p:spPr>
          <a:xfrm>
            <a:off x="7117080" y="3947160"/>
            <a:ext cx="662940" cy="3276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b="0" sz="1419">
                <a:solidFill>
                  <a:srgbClr val="F2F8FF"/>
                </a:solidFill>
                <a:latin typeface="Noto Sans CJK SC"/>
              </a:rPr>
              <a:t>使用年限
0.15</a:t>
            </a:r>
          </a:p>
        </p:txBody>
      </p:sp>
      <p:sp>
        <p:nvSpPr>
          <p:cNvPr id="52" name="原生可编辑文字_S06_023_双击编辑"/>
          <p:cNvSpPr txBox="1"/>
          <p:nvPr/>
        </p:nvSpPr>
        <p:spPr>
          <a:xfrm>
            <a:off x="7223759" y="4107179"/>
            <a:ext cx="449580" cy="2895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b="0" sz="1254">
                <a:solidFill>
                  <a:srgbClr val="F2F8FF"/>
                </a:solidFill>
                <a:latin typeface="Noto Sans CJK SC"/>
              </a:rPr>
              <a:t>使用年限
0.15</a:t>
            </a:r>
          </a:p>
        </p:txBody>
      </p:sp>
      <p:sp>
        <p:nvSpPr>
          <p:cNvPr id="54" name="原生可编辑文字_S06_024_双击编辑"/>
          <p:cNvSpPr txBox="1"/>
          <p:nvPr/>
        </p:nvSpPr>
        <p:spPr>
          <a:xfrm>
            <a:off x="6339840" y="4282440"/>
            <a:ext cx="662940" cy="3276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b="0" sz="1419">
                <a:solidFill>
                  <a:srgbClr val="F2F8FF"/>
                </a:solidFill>
                <a:latin typeface="Noto Sans CJK SC"/>
              </a:rPr>
              <a:t>维护条件
0.12</a:t>
            </a:r>
          </a:p>
        </p:txBody>
      </p:sp>
      <p:sp>
        <p:nvSpPr>
          <p:cNvPr id="56" name="原生可编辑文字_S06_025_双击编辑"/>
          <p:cNvSpPr txBox="1"/>
          <p:nvPr/>
        </p:nvSpPr>
        <p:spPr>
          <a:xfrm>
            <a:off x="6446520" y="4427220"/>
            <a:ext cx="449580" cy="2895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b="0" sz="1254">
                <a:solidFill>
                  <a:srgbClr val="F2F8FF"/>
                </a:solidFill>
                <a:latin typeface="Noto Sans CJK SC"/>
              </a:rPr>
              <a:t>维护条件
0.12</a:t>
            </a:r>
          </a:p>
        </p:txBody>
      </p:sp>
      <p:sp>
        <p:nvSpPr>
          <p:cNvPr id="58" name="原生可编辑文字_S06_026_双击编辑"/>
          <p:cNvSpPr txBox="1"/>
          <p:nvPr/>
        </p:nvSpPr>
        <p:spPr>
          <a:xfrm>
            <a:off x="8945880" y="1463040"/>
            <a:ext cx="868680" cy="64770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4080">
                <a:solidFill>
                  <a:srgbClr val="FFC928"/>
                </a:solidFill>
                <a:latin typeface="Noto Serif CJK SC"/>
              </a:rPr>
              <a:t>03</a:t>
            </a:r>
          </a:p>
        </p:txBody>
      </p:sp>
      <p:sp>
        <p:nvSpPr>
          <p:cNvPr id="60" name="原生可编辑文字_S06_027_双击编辑"/>
          <p:cNvSpPr txBox="1"/>
          <p:nvPr/>
        </p:nvSpPr>
        <p:spPr>
          <a:xfrm>
            <a:off x="9189720" y="2148840"/>
            <a:ext cx="1958340" cy="495299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651">
                <a:solidFill>
                  <a:srgbClr val="63ECFF"/>
                </a:solidFill>
                <a:latin typeface="Noto Serif CJK SC"/>
              </a:rPr>
              <a:t>Weibull估寿</a:t>
            </a:r>
          </a:p>
        </p:txBody>
      </p:sp>
      <p:sp>
        <p:nvSpPr>
          <p:cNvPr id="62" name="原生可编辑文字_S06_028_双击编辑"/>
          <p:cNvSpPr txBox="1"/>
          <p:nvPr/>
        </p:nvSpPr>
        <p:spPr>
          <a:xfrm>
            <a:off x="8709660" y="2522220"/>
            <a:ext cx="2827020" cy="38100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650">
                <a:solidFill>
                  <a:srgbClr val="F2F8FF"/>
                </a:solidFill>
                <a:latin typeface="Noto Sans CJK SC"/>
              </a:rPr>
              <a:t>剩余寿命 / 失效概率 / 维修窗口</a:t>
            </a:r>
          </a:p>
        </p:txBody>
      </p:sp>
      <p:sp>
        <p:nvSpPr>
          <p:cNvPr id="64" name="原生可编辑文字_S06_029_双击编辑"/>
          <p:cNvSpPr txBox="1"/>
          <p:nvPr/>
        </p:nvSpPr>
        <p:spPr>
          <a:xfrm>
            <a:off x="8229600" y="2842260"/>
            <a:ext cx="662940" cy="3276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b="0" sz="1419">
                <a:solidFill>
                  <a:srgbClr val="F2F8FF"/>
                </a:solidFill>
                <a:latin typeface="Noto Sans CJK SC"/>
              </a:rPr>
              <a:t>生存概率
R(t)</a:t>
            </a:r>
          </a:p>
        </p:txBody>
      </p:sp>
      <p:sp>
        <p:nvSpPr>
          <p:cNvPr id="66" name="原生可编辑文字_S06_030_双击编辑"/>
          <p:cNvSpPr txBox="1"/>
          <p:nvPr/>
        </p:nvSpPr>
        <p:spPr>
          <a:xfrm>
            <a:off x="8321040" y="3002280"/>
            <a:ext cx="411480" cy="31242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353">
                <a:solidFill>
                  <a:srgbClr val="F2F8FF"/>
                </a:solidFill>
                <a:latin typeface="Noto Sans CJK SC"/>
              </a:rPr>
              <a:t>R(t)</a:t>
            </a:r>
          </a:p>
        </p:txBody>
      </p:sp>
      <p:sp>
        <p:nvSpPr>
          <p:cNvPr id="68" name="原生可编辑文字_S06_031_双击编辑"/>
          <p:cNvSpPr txBox="1"/>
          <p:nvPr/>
        </p:nvSpPr>
        <p:spPr>
          <a:xfrm>
            <a:off x="8587740" y="3108960"/>
            <a:ext cx="358140" cy="29718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1872">
                <a:solidFill>
                  <a:srgbClr val="F2F8FF"/>
                </a:solidFill>
                <a:latin typeface="Noto Serif CJK SC"/>
              </a:rPr>
              <a:t>1.0</a:t>
            </a:r>
          </a:p>
        </p:txBody>
      </p:sp>
      <p:sp>
        <p:nvSpPr>
          <p:cNvPr id="70" name="原生可编辑文字_S06_032_双击编辑"/>
          <p:cNvSpPr txBox="1"/>
          <p:nvPr/>
        </p:nvSpPr>
        <p:spPr>
          <a:xfrm>
            <a:off x="8587740" y="3345180"/>
            <a:ext cx="358140" cy="2895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1823">
                <a:solidFill>
                  <a:srgbClr val="F2F8FF"/>
                </a:solidFill>
                <a:latin typeface="Noto Serif CJK SC"/>
              </a:rPr>
              <a:t>0.8</a:t>
            </a:r>
          </a:p>
        </p:txBody>
      </p:sp>
      <p:sp>
        <p:nvSpPr>
          <p:cNvPr id="72" name="原生可编辑文字_S06_033_双击编辑"/>
          <p:cNvSpPr txBox="1"/>
          <p:nvPr/>
        </p:nvSpPr>
        <p:spPr>
          <a:xfrm>
            <a:off x="8587740" y="3573780"/>
            <a:ext cx="358140" cy="2895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1823">
                <a:solidFill>
                  <a:srgbClr val="F2F8FF"/>
                </a:solidFill>
                <a:latin typeface="Noto Serif CJK SC"/>
              </a:rPr>
              <a:t>0.6</a:t>
            </a:r>
          </a:p>
        </p:txBody>
      </p:sp>
      <p:sp>
        <p:nvSpPr>
          <p:cNvPr id="74" name="原生可编辑文字_S06_034_双击编辑"/>
          <p:cNvSpPr txBox="1"/>
          <p:nvPr/>
        </p:nvSpPr>
        <p:spPr>
          <a:xfrm>
            <a:off x="8587740" y="3802380"/>
            <a:ext cx="358140" cy="29718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1872">
                <a:solidFill>
                  <a:srgbClr val="F2F8FF"/>
                </a:solidFill>
                <a:latin typeface="Noto Serif CJK SC"/>
              </a:rPr>
              <a:t>0.4</a:t>
            </a:r>
          </a:p>
        </p:txBody>
      </p:sp>
      <p:sp>
        <p:nvSpPr>
          <p:cNvPr id="76" name="原生可编辑文字_S06_035_双击编辑"/>
          <p:cNvSpPr txBox="1"/>
          <p:nvPr/>
        </p:nvSpPr>
        <p:spPr>
          <a:xfrm>
            <a:off x="8587740" y="4030980"/>
            <a:ext cx="358140" cy="29718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1872">
                <a:solidFill>
                  <a:srgbClr val="F2F8FF"/>
                </a:solidFill>
                <a:latin typeface="Noto Serif CJK SC"/>
              </a:rPr>
              <a:t>0.2</a:t>
            </a:r>
          </a:p>
        </p:txBody>
      </p:sp>
      <p:sp>
        <p:nvSpPr>
          <p:cNvPr id="78" name="原生可编辑文字_S06_036_双击编辑"/>
          <p:cNvSpPr txBox="1"/>
          <p:nvPr/>
        </p:nvSpPr>
        <p:spPr>
          <a:xfrm>
            <a:off x="8679180" y="4267200"/>
            <a:ext cx="266700" cy="2895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1823">
                <a:solidFill>
                  <a:srgbClr val="F2F8FF"/>
                </a:solidFill>
                <a:latin typeface="Noto Serif CJK SC"/>
              </a:rPr>
              <a:t>0</a:t>
            </a:r>
          </a:p>
        </p:txBody>
      </p:sp>
      <p:sp>
        <p:nvSpPr>
          <p:cNvPr id="80" name="原生可编辑文字_S06_037_双击编辑"/>
          <p:cNvSpPr txBox="1"/>
          <p:nvPr/>
        </p:nvSpPr>
        <p:spPr>
          <a:xfrm>
            <a:off x="10393680" y="3360420"/>
            <a:ext cx="967740" cy="34290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485">
                <a:solidFill>
                  <a:srgbClr val="F2F8FF"/>
                </a:solidFill>
                <a:latin typeface="Noto Sans CJK SC"/>
              </a:rPr>
              <a:t>预计剩余寿命</a:t>
            </a:r>
          </a:p>
        </p:txBody>
      </p:sp>
      <p:sp>
        <p:nvSpPr>
          <p:cNvPr id="82" name="原生可编辑文字_S06_038_双击编辑"/>
          <p:cNvSpPr txBox="1"/>
          <p:nvPr/>
        </p:nvSpPr>
        <p:spPr>
          <a:xfrm>
            <a:off x="10393680" y="3535680"/>
            <a:ext cx="647700" cy="39624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496">
                <a:solidFill>
                  <a:srgbClr val="FFC928"/>
                </a:solidFill>
                <a:latin typeface="Noto Serif CJK SC"/>
              </a:rPr>
              <a:t>6.8年</a:t>
            </a:r>
          </a:p>
        </p:txBody>
      </p:sp>
      <p:sp>
        <p:nvSpPr>
          <p:cNvPr id="84" name="原生可编辑文字_S06_039_双击编辑"/>
          <p:cNvSpPr txBox="1"/>
          <p:nvPr/>
        </p:nvSpPr>
        <p:spPr>
          <a:xfrm>
            <a:off x="10485120" y="4373880"/>
            <a:ext cx="396240" cy="35814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256">
                <a:solidFill>
                  <a:srgbClr val="F2F8FF"/>
                </a:solidFill>
                <a:latin typeface="Noto Serif CJK SC"/>
              </a:rPr>
              <a:t>10</a:t>
            </a:r>
          </a:p>
        </p:txBody>
      </p:sp>
      <p:sp>
        <p:nvSpPr>
          <p:cNvPr id="86" name="原生可编辑文字_S06_040_双击编辑"/>
          <p:cNvSpPr txBox="1"/>
          <p:nvPr/>
        </p:nvSpPr>
        <p:spPr>
          <a:xfrm>
            <a:off x="10858500" y="4419600"/>
            <a:ext cx="342900" cy="31242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1968">
                <a:solidFill>
                  <a:srgbClr val="F2F8FF"/>
                </a:solidFill>
                <a:latin typeface="Noto Serif CJK SC"/>
              </a:rPr>
              <a:t>12</a:t>
            </a:r>
          </a:p>
        </p:txBody>
      </p:sp>
      <p:sp>
        <p:nvSpPr>
          <p:cNvPr id="88" name="原生可编辑文字_S06_041_双击编辑"/>
          <p:cNvSpPr txBox="1"/>
          <p:nvPr/>
        </p:nvSpPr>
        <p:spPr>
          <a:xfrm>
            <a:off x="9845040" y="4389120"/>
            <a:ext cx="274320" cy="30480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1920">
                <a:solidFill>
                  <a:srgbClr val="F2F8FF"/>
                </a:solidFill>
                <a:latin typeface="Noto Serif CJK SC"/>
              </a:rPr>
              <a:t>6</a:t>
            </a:r>
          </a:p>
        </p:txBody>
      </p:sp>
      <p:sp>
        <p:nvSpPr>
          <p:cNvPr id="90" name="原生可编辑文字_S06_042_双击编辑"/>
          <p:cNvSpPr txBox="1"/>
          <p:nvPr/>
        </p:nvSpPr>
        <p:spPr>
          <a:xfrm>
            <a:off x="10165080" y="4404360"/>
            <a:ext cx="304800" cy="3276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064">
                <a:solidFill>
                  <a:srgbClr val="F2F8FF"/>
                </a:solidFill>
                <a:latin typeface="Noto Serif CJK SC"/>
              </a:rPr>
              <a:t>8</a:t>
            </a:r>
          </a:p>
        </p:txBody>
      </p:sp>
      <p:sp>
        <p:nvSpPr>
          <p:cNvPr id="92" name="原生可编辑文字_S06_043_双击编辑"/>
          <p:cNvSpPr txBox="1"/>
          <p:nvPr/>
        </p:nvSpPr>
        <p:spPr>
          <a:xfrm>
            <a:off x="9685020" y="4564380"/>
            <a:ext cx="982980" cy="3276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419">
                <a:solidFill>
                  <a:srgbClr val="F2F8FF"/>
                </a:solidFill>
                <a:latin typeface="Noto Sans CJK SC"/>
              </a:rPr>
              <a:t>使用年限（年）</a:t>
            </a:r>
          </a:p>
        </p:txBody>
      </p:sp>
      <p:sp>
        <p:nvSpPr>
          <p:cNvPr id="94" name="原生可编辑文字_S06_044_双击编辑"/>
          <p:cNvSpPr txBox="1"/>
          <p:nvPr/>
        </p:nvSpPr>
        <p:spPr>
          <a:xfrm>
            <a:off x="3764279" y="5471160"/>
            <a:ext cx="1021080" cy="41148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82">
                <a:solidFill>
                  <a:srgbClr val="F2F8FF"/>
                </a:solidFill>
                <a:latin typeface="Noto Sans CJK SC"/>
              </a:rPr>
              <a:t>健康等级</a:t>
            </a:r>
          </a:p>
        </p:txBody>
      </p:sp>
      <p:sp>
        <p:nvSpPr>
          <p:cNvPr id="97" name="原生可编辑文字_S06_046_双击编辑"/>
          <p:cNvSpPr txBox="1"/>
          <p:nvPr/>
        </p:nvSpPr>
        <p:spPr>
          <a:xfrm>
            <a:off x="5486400" y="5463540"/>
            <a:ext cx="998219" cy="4038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48">
                <a:solidFill>
                  <a:srgbClr val="F2F8FF"/>
                </a:solidFill>
                <a:latin typeface="Noto Sans CJK SC"/>
              </a:rPr>
              <a:t>风险部位</a:t>
            </a:r>
          </a:p>
        </p:txBody>
      </p:sp>
      <p:sp>
        <p:nvSpPr>
          <p:cNvPr id="99" name="原生可编辑文字_S06_047_双击编辑"/>
          <p:cNvSpPr txBox="1"/>
          <p:nvPr/>
        </p:nvSpPr>
        <p:spPr>
          <a:xfrm>
            <a:off x="7574280" y="5463540"/>
            <a:ext cx="1211580" cy="4038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48">
                <a:solidFill>
                  <a:srgbClr val="F2F8FF"/>
                </a:solidFill>
                <a:latin typeface="Noto Sans CJK SC"/>
              </a:rPr>
              <a:t>维修优先序</a:t>
            </a:r>
          </a:p>
        </p:txBody>
      </p:sp>
      <p:sp>
        <p:nvSpPr>
          <p:cNvPr id="102" name="原生可编辑文字_S06_049_双击编辑"/>
          <p:cNvSpPr txBox="1"/>
          <p:nvPr/>
        </p:nvSpPr>
        <p:spPr>
          <a:xfrm>
            <a:off x="2903220" y="6256020"/>
            <a:ext cx="6377940" cy="54102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896">
                <a:solidFill>
                  <a:srgbClr val="F2F8FF"/>
                </a:solidFill>
                <a:latin typeface="Noto Serif CJK SC"/>
              </a:rPr>
              <a:t>评分只是中间量，真正输出的是寿命、风险与维修次序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_深蓝底_可编辑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B49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背景_左上光束_1"/>
          <p:cNvSpPr/>
          <p:nvPr/>
        </p:nvSpPr>
        <p:spPr>
          <a:xfrm>
            <a:off x="0" y="0"/>
            <a:ext cx="2423160" cy="1828800"/>
          </a:xfrm>
          <a:custGeom>
            <a:avLst/>
            <a:gdLst/>
            <a:ahLst/>
            <a:cxnLst/>
            <a:rect l="l" t="t" r="r" b="b"/>
            <a:pathLst>
              <a:path w="2423160" h="1828800">
                <a:moveTo>
                  <a:pt x="0" y="0"/>
                </a:moveTo>
                <a:lnTo>
                  <a:pt x="914400" y="0"/>
                </a:lnTo>
                <a:lnTo>
                  <a:pt x="2423160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8DEBFF">
              <a:alpha val="2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背景_左上光束_2"/>
          <p:cNvSpPr/>
          <p:nvPr/>
        </p:nvSpPr>
        <p:spPr>
          <a:xfrm>
            <a:off x="274320" y="0"/>
            <a:ext cx="2423159" cy="1828800"/>
          </a:xfrm>
          <a:custGeom>
            <a:avLst/>
            <a:gdLst/>
            <a:ahLst/>
            <a:cxnLst/>
            <a:rect l="l" t="t" r="r" b="b"/>
            <a:pathLst>
              <a:path w="2423159" h="1828800">
                <a:moveTo>
                  <a:pt x="0" y="0"/>
                </a:moveTo>
                <a:lnTo>
                  <a:pt x="914400" y="0"/>
                </a:lnTo>
                <a:lnTo>
                  <a:pt x="2423159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8DEBFF">
              <a:alpha val="2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背景_左上光束_3"/>
          <p:cNvSpPr/>
          <p:nvPr/>
        </p:nvSpPr>
        <p:spPr>
          <a:xfrm>
            <a:off x="640080" y="0"/>
            <a:ext cx="2423159" cy="1828800"/>
          </a:xfrm>
          <a:custGeom>
            <a:avLst/>
            <a:gdLst/>
            <a:ahLst/>
            <a:cxnLst/>
            <a:rect l="l" t="t" r="r" b="b"/>
            <a:pathLst>
              <a:path w="2423159" h="1828800">
                <a:moveTo>
                  <a:pt x="0" y="0"/>
                </a:moveTo>
                <a:lnTo>
                  <a:pt x="914400" y="0"/>
                </a:lnTo>
                <a:lnTo>
                  <a:pt x="2423159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8DEBFF">
              <a:alpha val="2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背景_星点_1"/>
          <p:cNvSpPr/>
          <p:nvPr/>
        </p:nvSpPr>
        <p:spPr>
          <a:xfrm>
            <a:off x="2663832" y="2891026"/>
            <a:ext cx="13716" cy="13716"/>
          </a:xfrm>
          <a:prstGeom prst="ellipse">
            <a:avLst/>
          </a:prstGeom>
          <a:solidFill>
            <a:srgbClr val="E8FDFF">
              <a:alpha val="49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背景_星点_2"/>
          <p:cNvSpPr/>
          <p:nvPr/>
        </p:nvSpPr>
        <p:spPr>
          <a:xfrm>
            <a:off x="10076086" y="2696660"/>
            <a:ext cx="22860" cy="22860"/>
          </a:xfrm>
          <a:prstGeom prst="ellipse">
            <a:avLst/>
          </a:prstGeom>
          <a:solidFill>
            <a:srgbClr val="E8FDFF">
              <a:alpha val="6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背景_星点_3"/>
          <p:cNvSpPr/>
          <p:nvPr/>
        </p:nvSpPr>
        <p:spPr>
          <a:xfrm>
            <a:off x="6578451" y="1028879"/>
            <a:ext cx="13716" cy="13716"/>
          </a:xfrm>
          <a:prstGeom prst="ellipse">
            <a:avLst/>
          </a:prstGeom>
          <a:solidFill>
            <a:srgbClr val="E8FDFF">
              <a:alpha val="7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背景_星点_4"/>
          <p:cNvSpPr/>
          <p:nvPr/>
        </p:nvSpPr>
        <p:spPr>
          <a:xfrm>
            <a:off x="5700462" y="3648878"/>
            <a:ext cx="36576" cy="36576"/>
          </a:xfrm>
          <a:prstGeom prst="ellipse">
            <a:avLst/>
          </a:prstGeom>
          <a:solidFill>
            <a:srgbClr val="E8FDFF">
              <a:alpha val="56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背景_星点_5"/>
          <p:cNvSpPr/>
          <p:nvPr/>
        </p:nvSpPr>
        <p:spPr>
          <a:xfrm>
            <a:off x="470148" y="608175"/>
            <a:ext cx="22860" cy="22860"/>
          </a:xfrm>
          <a:prstGeom prst="ellipse">
            <a:avLst/>
          </a:prstGeom>
          <a:solidFill>
            <a:srgbClr val="E8FDFF">
              <a:alpha val="3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背景_星点_6"/>
          <p:cNvSpPr/>
          <p:nvPr/>
        </p:nvSpPr>
        <p:spPr>
          <a:xfrm>
            <a:off x="11524446" y="2930615"/>
            <a:ext cx="22860" cy="22860"/>
          </a:xfrm>
          <a:prstGeom prst="ellipse">
            <a:avLst/>
          </a:prstGeom>
          <a:solidFill>
            <a:srgbClr val="E8FDFF">
              <a:alpha val="5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背景_星点_7"/>
          <p:cNvSpPr/>
          <p:nvPr/>
        </p:nvSpPr>
        <p:spPr>
          <a:xfrm>
            <a:off x="10192213" y="1794352"/>
            <a:ext cx="18288" cy="18288"/>
          </a:xfrm>
          <a:prstGeom prst="ellipse">
            <a:avLst/>
          </a:prstGeom>
          <a:solidFill>
            <a:srgbClr val="E8FDFF">
              <a:alpha val="74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背景_星点_8"/>
          <p:cNvSpPr/>
          <p:nvPr/>
        </p:nvSpPr>
        <p:spPr>
          <a:xfrm>
            <a:off x="1396493" y="3730093"/>
            <a:ext cx="27432" cy="27432"/>
          </a:xfrm>
          <a:prstGeom prst="ellipse">
            <a:avLst/>
          </a:prstGeom>
          <a:solidFill>
            <a:srgbClr val="E8FDFF">
              <a:alpha val="63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背景_星点_9"/>
          <p:cNvSpPr/>
          <p:nvPr/>
        </p:nvSpPr>
        <p:spPr>
          <a:xfrm>
            <a:off x="11063085" y="1692998"/>
            <a:ext cx="36576" cy="36576"/>
          </a:xfrm>
          <a:prstGeom prst="ellipse">
            <a:avLst/>
          </a:prstGeom>
          <a:solidFill>
            <a:srgbClr val="E8FDFF">
              <a:alpha val="7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背景_星点_10"/>
          <p:cNvSpPr/>
          <p:nvPr/>
        </p:nvSpPr>
        <p:spPr>
          <a:xfrm>
            <a:off x="3133369" y="361852"/>
            <a:ext cx="36576" cy="36576"/>
          </a:xfrm>
          <a:prstGeom prst="ellipse">
            <a:avLst/>
          </a:prstGeom>
          <a:solidFill>
            <a:srgbClr val="E8FDFF">
              <a:alpha val="64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背景_星点_11"/>
          <p:cNvSpPr/>
          <p:nvPr/>
        </p:nvSpPr>
        <p:spPr>
          <a:xfrm>
            <a:off x="10894415" y="3452300"/>
            <a:ext cx="36576" cy="36576"/>
          </a:xfrm>
          <a:prstGeom prst="ellipse">
            <a:avLst/>
          </a:prstGeom>
          <a:solidFill>
            <a:srgbClr val="E8FDFF">
              <a:alpha val="5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背景_星点_12"/>
          <p:cNvSpPr/>
          <p:nvPr/>
        </p:nvSpPr>
        <p:spPr>
          <a:xfrm>
            <a:off x="11264087" y="4066609"/>
            <a:ext cx="36576" cy="36576"/>
          </a:xfrm>
          <a:prstGeom prst="ellipse">
            <a:avLst/>
          </a:prstGeom>
          <a:solidFill>
            <a:srgbClr val="E8FDFF">
              <a:alpha val="6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背景_星点_13"/>
          <p:cNvSpPr/>
          <p:nvPr/>
        </p:nvSpPr>
        <p:spPr>
          <a:xfrm>
            <a:off x="10985806" y="2088509"/>
            <a:ext cx="27432" cy="27432"/>
          </a:xfrm>
          <a:prstGeom prst="ellipse">
            <a:avLst/>
          </a:prstGeom>
          <a:solidFill>
            <a:srgbClr val="E8FDFF">
              <a:alpha val="33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背景_星点_14"/>
          <p:cNvSpPr/>
          <p:nvPr/>
        </p:nvSpPr>
        <p:spPr>
          <a:xfrm>
            <a:off x="11410181" y="598502"/>
            <a:ext cx="13716" cy="13716"/>
          </a:xfrm>
          <a:prstGeom prst="ellipse">
            <a:avLst/>
          </a:prstGeom>
          <a:solidFill>
            <a:srgbClr val="E8FDFF">
              <a:alpha val="4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背景_星点_15"/>
          <p:cNvSpPr/>
          <p:nvPr/>
        </p:nvSpPr>
        <p:spPr>
          <a:xfrm>
            <a:off x="9270247" y="1675138"/>
            <a:ext cx="36576" cy="36576"/>
          </a:xfrm>
          <a:prstGeom prst="ellipse">
            <a:avLst/>
          </a:prstGeom>
          <a:solidFill>
            <a:srgbClr val="E8FDFF">
              <a:alpha val="63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背景_星点_16"/>
          <p:cNvSpPr/>
          <p:nvPr/>
        </p:nvSpPr>
        <p:spPr>
          <a:xfrm>
            <a:off x="5372852" y="3071186"/>
            <a:ext cx="22860" cy="22860"/>
          </a:xfrm>
          <a:prstGeom prst="ellipse">
            <a:avLst/>
          </a:prstGeom>
          <a:solidFill>
            <a:srgbClr val="E8FDFF">
              <a:alpha val="4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背景_星点_17"/>
          <p:cNvSpPr/>
          <p:nvPr/>
        </p:nvSpPr>
        <p:spPr>
          <a:xfrm>
            <a:off x="980390" y="3814875"/>
            <a:ext cx="18288" cy="18288"/>
          </a:xfrm>
          <a:prstGeom prst="ellipse">
            <a:avLst/>
          </a:prstGeom>
          <a:solidFill>
            <a:srgbClr val="E8FDFF">
              <a:alpha val="61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背景_星点_18"/>
          <p:cNvSpPr/>
          <p:nvPr/>
        </p:nvSpPr>
        <p:spPr>
          <a:xfrm>
            <a:off x="7131375" y="4047056"/>
            <a:ext cx="18288" cy="18288"/>
          </a:xfrm>
          <a:prstGeom prst="ellipse">
            <a:avLst/>
          </a:prstGeom>
          <a:solidFill>
            <a:srgbClr val="E8FDFF">
              <a:alpha val="6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背景_星点_19"/>
          <p:cNvSpPr/>
          <p:nvPr/>
        </p:nvSpPr>
        <p:spPr>
          <a:xfrm>
            <a:off x="4746981" y="3329182"/>
            <a:ext cx="22860" cy="22860"/>
          </a:xfrm>
          <a:prstGeom prst="ellipse">
            <a:avLst/>
          </a:prstGeom>
          <a:solidFill>
            <a:srgbClr val="E8FDFF">
              <a:alpha val="6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背景_星点_20"/>
          <p:cNvSpPr/>
          <p:nvPr/>
        </p:nvSpPr>
        <p:spPr>
          <a:xfrm>
            <a:off x="11187768" y="708621"/>
            <a:ext cx="13716" cy="13716"/>
          </a:xfrm>
          <a:prstGeom prst="ellipse">
            <a:avLst/>
          </a:prstGeom>
          <a:solidFill>
            <a:srgbClr val="E8FDFF">
              <a:alpha val="5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背景_星点_21"/>
          <p:cNvSpPr/>
          <p:nvPr/>
        </p:nvSpPr>
        <p:spPr>
          <a:xfrm>
            <a:off x="827863" y="2222648"/>
            <a:ext cx="22860" cy="22860"/>
          </a:xfrm>
          <a:prstGeom prst="ellipse">
            <a:avLst/>
          </a:prstGeom>
          <a:solidFill>
            <a:srgbClr val="E8FDFF">
              <a:alpha val="56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背景_星点_22"/>
          <p:cNvSpPr/>
          <p:nvPr/>
        </p:nvSpPr>
        <p:spPr>
          <a:xfrm>
            <a:off x="2897252" y="2012033"/>
            <a:ext cx="22860" cy="22860"/>
          </a:xfrm>
          <a:prstGeom prst="ellipse">
            <a:avLst/>
          </a:prstGeom>
          <a:solidFill>
            <a:srgbClr val="E8FDFF">
              <a:alpha val="39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背景_星点_23"/>
          <p:cNvSpPr/>
          <p:nvPr/>
        </p:nvSpPr>
        <p:spPr>
          <a:xfrm>
            <a:off x="4057694" y="2446242"/>
            <a:ext cx="27432" cy="27432"/>
          </a:xfrm>
          <a:prstGeom prst="ellipse">
            <a:avLst/>
          </a:prstGeom>
          <a:solidFill>
            <a:srgbClr val="E8FDFF">
              <a:alpha val="54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背景_星点_24"/>
          <p:cNvSpPr/>
          <p:nvPr/>
        </p:nvSpPr>
        <p:spPr>
          <a:xfrm>
            <a:off x="7227597" y="1694567"/>
            <a:ext cx="22860" cy="22860"/>
          </a:xfrm>
          <a:prstGeom prst="ellipse">
            <a:avLst/>
          </a:prstGeom>
          <a:solidFill>
            <a:srgbClr val="E8FDFF">
              <a:alpha val="68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背景_星点_25"/>
          <p:cNvSpPr/>
          <p:nvPr/>
        </p:nvSpPr>
        <p:spPr>
          <a:xfrm>
            <a:off x="10058195" y="3517677"/>
            <a:ext cx="18288" cy="18288"/>
          </a:xfrm>
          <a:prstGeom prst="ellipse">
            <a:avLst/>
          </a:prstGeom>
          <a:solidFill>
            <a:srgbClr val="E8FDFF">
              <a:alpha val="69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背景_星点_26"/>
          <p:cNvSpPr/>
          <p:nvPr/>
        </p:nvSpPr>
        <p:spPr>
          <a:xfrm>
            <a:off x="5890820" y="1118469"/>
            <a:ext cx="36576" cy="36576"/>
          </a:xfrm>
          <a:prstGeom prst="ellipse">
            <a:avLst/>
          </a:prstGeom>
          <a:solidFill>
            <a:srgbClr val="E8FDFF">
              <a:alpha val="5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背景_星点_27"/>
          <p:cNvSpPr/>
          <p:nvPr/>
        </p:nvSpPr>
        <p:spPr>
          <a:xfrm>
            <a:off x="2942414" y="565718"/>
            <a:ext cx="27432" cy="27432"/>
          </a:xfrm>
          <a:prstGeom prst="ellipse">
            <a:avLst/>
          </a:prstGeom>
          <a:solidFill>
            <a:srgbClr val="E8FDFF">
              <a:alpha val="5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背景_星点_28"/>
          <p:cNvSpPr/>
          <p:nvPr/>
        </p:nvSpPr>
        <p:spPr>
          <a:xfrm>
            <a:off x="7868109" y="2827403"/>
            <a:ext cx="18288" cy="18288"/>
          </a:xfrm>
          <a:prstGeom prst="ellipse">
            <a:avLst/>
          </a:prstGeom>
          <a:solidFill>
            <a:srgbClr val="E8FDFF">
              <a:alpha val="58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背景_星点_29"/>
          <p:cNvSpPr/>
          <p:nvPr/>
        </p:nvSpPr>
        <p:spPr>
          <a:xfrm>
            <a:off x="6041991" y="4047240"/>
            <a:ext cx="36576" cy="36576"/>
          </a:xfrm>
          <a:prstGeom prst="ellipse">
            <a:avLst/>
          </a:prstGeom>
          <a:solidFill>
            <a:srgbClr val="E8FDFF">
              <a:alpha val="5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背景_星点_30"/>
          <p:cNvSpPr/>
          <p:nvPr/>
        </p:nvSpPr>
        <p:spPr>
          <a:xfrm>
            <a:off x="7026357" y="1938494"/>
            <a:ext cx="36576" cy="36576"/>
          </a:xfrm>
          <a:prstGeom prst="ellipse">
            <a:avLst/>
          </a:prstGeom>
          <a:solidFill>
            <a:srgbClr val="E8FDFF">
              <a:alpha val="64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背景_星点_31"/>
          <p:cNvSpPr/>
          <p:nvPr/>
        </p:nvSpPr>
        <p:spPr>
          <a:xfrm>
            <a:off x="9692335" y="880335"/>
            <a:ext cx="13716" cy="13716"/>
          </a:xfrm>
          <a:prstGeom prst="ellipse">
            <a:avLst/>
          </a:prstGeom>
          <a:solidFill>
            <a:srgbClr val="E8FDFF">
              <a:alpha val="31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背景_星点_32"/>
          <p:cNvSpPr/>
          <p:nvPr/>
        </p:nvSpPr>
        <p:spPr>
          <a:xfrm>
            <a:off x="9583603" y="931699"/>
            <a:ext cx="18288" cy="18288"/>
          </a:xfrm>
          <a:prstGeom prst="ellipse">
            <a:avLst/>
          </a:prstGeom>
          <a:solidFill>
            <a:srgbClr val="E8FDFF">
              <a:alpha val="51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背景_星点_33"/>
          <p:cNvSpPr/>
          <p:nvPr/>
        </p:nvSpPr>
        <p:spPr>
          <a:xfrm>
            <a:off x="6213139" y="2824372"/>
            <a:ext cx="36576" cy="36576"/>
          </a:xfrm>
          <a:prstGeom prst="ellipse">
            <a:avLst/>
          </a:prstGeom>
          <a:solidFill>
            <a:srgbClr val="E8FDFF">
              <a:alpha val="3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背景_星点_34"/>
          <p:cNvSpPr/>
          <p:nvPr/>
        </p:nvSpPr>
        <p:spPr>
          <a:xfrm>
            <a:off x="8187380" y="3217243"/>
            <a:ext cx="36576" cy="36576"/>
          </a:xfrm>
          <a:prstGeom prst="ellipse">
            <a:avLst/>
          </a:prstGeom>
          <a:solidFill>
            <a:srgbClr val="E8FDFF">
              <a:alpha val="3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背景_星点_35"/>
          <p:cNvSpPr/>
          <p:nvPr/>
        </p:nvSpPr>
        <p:spPr>
          <a:xfrm>
            <a:off x="717292" y="2302862"/>
            <a:ext cx="22860" cy="22860"/>
          </a:xfrm>
          <a:prstGeom prst="ellipse">
            <a:avLst/>
          </a:prstGeom>
          <a:solidFill>
            <a:srgbClr val="E8FDFF">
              <a:alpha val="61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背景_星点_36"/>
          <p:cNvSpPr/>
          <p:nvPr/>
        </p:nvSpPr>
        <p:spPr>
          <a:xfrm>
            <a:off x="6055655" y="1755412"/>
            <a:ext cx="27432" cy="27432"/>
          </a:xfrm>
          <a:prstGeom prst="ellipse">
            <a:avLst/>
          </a:prstGeom>
          <a:solidFill>
            <a:srgbClr val="E8FDFF">
              <a:alpha val="33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背景_星点_37"/>
          <p:cNvSpPr/>
          <p:nvPr/>
        </p:nvSpPr>
        <p:spPr>
          <a:xfrm>
            <a:off x="10995491" y="3637650"/>
            <a:ext cx="13716" cy="13716"/>
          </a:xfrm>
          <a:prstGeom prst="ellipse">
            <a:avLst/>
          </a:prstGeom>
          <a:solidFill>
            <a:srgbClr val="E8FDFF">
              <a:alpha val="5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背景_星点_38"/>
          <p:cNvSpPr/>
          <p:nvPr/>
        </p:nvSpPr>
        <p:spPr>
          <a:xfrm>
            <a:off x="1997438" y="2841534"/>
            <a:ext cx="36576" cy="36576"/>
          </a:xfrm>
          <a:prstGeom prst="ellipse">
            <a:avLst/>
          </a:prstGeom>
          <a:solidFill>
            <a:srgbClr val="E8FDFF">
              <a:alpha val="7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背景_星点_39"/>
          <p:cNvSpPr/>
          <p:nvPr/>
        </p:nvSpPr>
        <p:spPr>
          <a:xfrm>
            <a:off x="7660903" y="1542900"/>
            <a:ext cx="36576" cy="36576"/>
          </a:xfrm>
          <a:prstGeom prst="ellipse">
            <a:avLst/>
          </a:prstGeom>
          <a:solidFill>
            <a:srgbClr val="E8FDFF">
              <a:alpha val="4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背景_星点_40"/>
          <p:cNvSpPr/>
          <p:nvPr/>
        </p:nvSpPr>
        <p:spPr>
          <a:xfrm>
            <a:off x="8646581" y="3028313"/>
            <a:ext cx="22860" cy="22860"/>
          </a:xfrm>
          <a:prstGeom prst="ellipse">
            <a:avLst/>
          </a:prstGeom>
          <a:solidFill>
            <a:srgbClr val="E8FDFF">
              <a:alpha val="7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背景_星点_41"/>
          <p:cNvSpPr/>
          <p:nvPr/>
        </p:nvSpPr>
        <p:spPr>
          <a:xfrm>
            <a:off x="4075214" y="3438932"/>
            <a:ext cx="27432" cy="27432"/>
          </a:xfrm>
          <a:prstGeom prst="ellipse">
            <a:avLst/>
          </a:prstGeom>
          <a:solidFill>
            <a:srgbClr val="E8FDFF">
              <a:alpha val="4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背景_星点_42"/>
          <p:cNvSpPr/>
          <p:nvPr/>
        </p:nvSpPr>
        <p:spPr>
          <a:xfrm>
            <a:off x="5339644" y="1473644"/>
            <a:ext cx="22860" cy="22860"/>
          </a:xfrm>
          <a:prstGeom prst="ellipse">
            <a:avLst/>
          </a:prstGeom>
          <a:solidFill>
            <a:srgbClr val="E8FDFF">
              <a:alpha val="61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背景_星点_43"/>
          <p:cNvSpPr/>
          <p:nvPr/>
        </p:nvSpPr>
        <p:spPr>
          <a:xfrm>
            <a:off x="2109866" y="1126667"/>
            <a:ext cx="22860" cy="22860"/>
          </a:xfrm>
          <a:prstGeom prst="ellipse">
            <a:avLst/>
          </a:prstGeom>
          <a:solidFill>
            <a:srgbClr val="E8FDFF">
              <a:alpha val="6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背景_星点_44"/>
          <p:cNvSpPr/>
          <p:nvPr/>
        </p:nvSpPr>
        <p:spPr>
          <a:xfrm>
            <a:off x="6045607" y="3922863"/>
            <a:ext cx="36576" cy="36576"/>
          </a:xfrm>
          <a:prstGeom prst="ellipse">
            <a:avLst/>
          </a:prstGeom>
          <a:solidFill>
            <a:srgbClr val="E8FDFF">
              <a:alpha val="7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背景_星点_45"/>
          <p:cNvSpPr/>
          <p:nvPr/>
        </p:nvSpPr>
        <p:spPr>
          <a:xfrm>
            <a:off x="3560359" y="2480612"/>
            <a:ext cx="36576" cy="36576"/>
          </a:xfrm>
          <a:prstGeom prst="ellipse">
            <a:avLst/>
          </a:prstGeom>
          <a:solidFill>
            <a:srgbClr val="E8FDFF">
              <a:alpha val="56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背景_云雾_1"/>
          <p:cNvSpPr/>
          <p:nvPr/>
        </p:nvSpPr>
        <p:spPr>
          <a:xfrm>
            <a:off x="-914400" y="3246120"/>
            <a:ext cx="5943600" cy="1005840"/>
          </a:xfrm>
          <a:prstGeom prst="ellipse">
            <a:avLst/>
          </a:prstGeom>
          <a:solidFill>
            <a:srgbClr val="DDF9FF">
              <a:alpha val="2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背景_云雾_2"/>
          <p:cNvSpPr/>
          <p:nvPr/>
        </p:nvSpPr>
        <p:spPr>
          <a:xfrm>
            <a:off x="3108960" y="3383280"/>
            <a:ext cx="5852160" cy="914400"/>
          </a:xfrm>
          <a:prstGeom prst="ellipse">
            <a:avLst/>
          </a:prstGeom>
          <a:solidFill>
            <a:srgbClr val="DDF9FF">
              <a:alpha val="2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背景_云雾_3"/>
          <p:cNvSpPr/>
          <p:nvPr/>
        </p:nvSpPr>
        <p:spPr>
          <a:xfrm>
            <a:off x="7498079" y="3246120"/>
            <a:ext cx="5669280" cy="1005840"/>
          </a:xfrm>
          <a:prstGeom prst="ellipse">
            <a:avLst/>
          </a:prstGeom>
          <a:solidFill>
            <a:srgbClr val="DDF9FF">
              <a:alpha val="2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背景_山体层_1"/>
          <p:cNvSpPr/>
          <p:nvPr/>
        </p:nvSpPr>
        <p:spPr>
          <a:xfrm>
            <a:off x="0" y="3278587"/>
            <a:ext cx="12191695" cy="3579413"/>
          </a:xfrm>
          <a:custGeom>
            <a:avLst/>
            <a:gdLst/>
            <a:ahLst/>
            <a:cxnLst/>
            <a:rect l="l" t="t" r="r" b="b"/>
            <a:pathLst>
              <a:path w="12191695" h="3579413">
                <a:moveTo>
                  <a:pt x="0" y="3579413"/>
                </a:moveTo>
                <a:lnTo>
                  <a:pt x="0" y="424733"/>
                </a:lnTo>
                <a:lnTo>
                  <a:pt x="502920" y="30004"/>
                </a:lnTo>
                <a:lnTo>
                  <a:pt x="1005840" y="181354"/>
                </a:lnTo>
                <a:lnTo>
                  <a:pt x="1417320" y="210741"/>
                </a:lnTo>
                <a:lnTo>
                  <a:pt x="1828800" y="412610"/>
                </a:lnTo>
                <a:lnTo>
                  <a:pt x="2194560" y="383182"/>
                </a:lnTo>
                <a:lnTo>
                  <a:pt x="2651760" y="343382"/>
                </a:lnTo>
                <a:lnTo>
                  <a:pt x="3063240" y="771301"/>
                </a:lnTo>
                <a:lnTo>
                  <a:pt x="3520440" y="844634"/>
                </a:lnTo>
                <a:lnTo>
                  <a:pt x="3931920" y="676338"/>
                </a:lnTo>
                <a:lnTo>
                  <a:pt x="4389120" y="423216"/>
                </a:lnTo>
                <a:lnTo>
                  <a:pt x="4892040" y="62364"/>
                </a:lnTo>
                <a:lnTo>
                  <a:pt x="5394960" y="342126"/>
                </a:lnTo>
                <a:lnTo>
                  <a:pt x="5852160" y="221530"/>
                </a:lnTo>
                <a:lnTo>
                  <a:pt x="6309360" y="176290"/>
                </a:lnTo>
                <a:lnTo>
                  <a:pt x="6858000" y="357716"/>
                </a:lnTo>
                <a:lnTo>
                  <a:pt x="7406640" y="743055"/>
                </a:lnTo>
                <a:lnTo>
                  <a:pt x="8001000" y="838585"/>
                </a:lnTo>
                <a:lnTo>
                  <a:pt x="8549640" y="418765"/>
                </a:lnTo>
                <a:lnTo>
                  <a:pt x="9052560" y="369638"/>
                </a:lnTo>
                <a:lnTo>
                  <a:pt x="9601200" y="269916"/>
                </a:lnTo>
                <a:lnTo>
                  <a:pt x="10149840" y="257250"/>
                </a:lnTo>
                <a:lnTo>
                  <a:pt x="10744200" y="0"/>
                </a:lnTo>
                <a:lnTo>
                  <a:pt x="11338560" y="568225"/>
                </a:lnTo>
                <a:lnTo>
                  <a:pt x="12188952" y="837003"/>
                </a:lnTo>
                <a:lnTo>
                  <a:pt x="12191695" y="3579413"/>
                </a:lnTo>
                <a:close/>
              </a:path>
            </a:pathLst>
          </a:custGeom>
          <a:solidFill>
            <a:srgbClr val="124D72">
              <a:alpha val="7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背景_山体层_2"/>
          <p:cNvSpPr/>
          <p:nvPr/>
        </p:nvSpPr>
        <p:spPr>
          <a:xfrm>
            <a:off x="0" y="3514638"/>
            <a:ext cx="12191695" cy="3343362"/>
          </a:xfrm>
          <a:custGeom>
            <a:avLst/>
            <a:gdLst/>
            <a:ahLst/>
            <a:cxnLst/>
            <a:rect l="l" t="t" r="r" b="b"/>
            <a:pathLst>
              <a:path w="12191695" h="3343362">
                <a:moveTo>
                  <a:pt x="0" y="3343362"/>
                </a:moveTo>
                <a:lnTo>
                  <a:pt x="0" y="89872"/>
                </a:lnTo>
                <a:lnTo>
                  <a:pt x="438912" y="0"/>
                </a:lnTo>
                <a:lnTo>
                  <a:pt x="914400" y="381022"/>
                </a:lnTo>
                <a:lnTo>
                  <a:pt x="1298448" y="393165"/>
                </a:lnTo>
                <a:lnTo>
                  <a:pt x="1737360" y="509037"/>
                </a:lnTo>
                <a:lnTo>
                  <a:pt x="2121408" y="549549"/>
                </a:lnTo>
                <a:lnTo>
                  <a:pt x="2487168" y="531820"/>
                </a:lnTo>
                <a:lnTo>
                  <a:pt x="2944368" y="900942"/>
                </a:lnTo>
                <a:lnTo>
                  <a:pt x="3429000" y="788411"/>
                </a:lnTo>
                <a:lnTo>
                  <a:pt x="3840480" y="398583"/>
                </a:lnTo>
                <a:lnTo>
                  <a:pt x="4315968" y="227901"/>
                </a:lnTo>
                <a:lnTo>
                  <a:pt x="4754880" y="80478"/>
                </a:lnTo>
                <a:lnTo>
                  <a:pt x="5212080" y="364102"/>
                </a:lnTo>
                <a:lnTo>
                  <a:pt x="5623560" y="394692"/>
                </a:lnTo>
                <a:lnTo>
                  <a:pt x="6053328" y="226250"/>
                </a:lnTo>
                <a:lnTo>
                  <a:pt x="6446520" y="495236"/>
                </a:lnTo>
                <a:lnTo>
                  <a:pt x="6949440" y="735339"/>
                </a:lnTo>
                <a:lnTo>
                  <a:pt x="7452360" y="925475"/>
                </a:lnTo>
                <a:lnTo>
                  <a:pt x="7955279" y="629255"/>
                </a:lnTo>
                <a:lnTo>
                  <a:pt x="8458200" y="222317"/>
                </a:lnTo>
                <a:lnTo>
                  <a:pt x="8915400" y="358180"/>
                </a:lnTo>
                <a:lnTo>
                  <a:pt x="9436608" y="236701"/>
                </a:lnTo>
                <a:lnTo>
                  <a:pt x="9921240" y="290787"/>
                </a:lnTo>
                <a:lnTo>
                  <a:pt x="10424160" y="149577"/>
                </a:lnTo>
                <a:lnTo>
                  <a:pt x="10972800" y="646414"/>
                </a:lnTo>
                <a:lnTo>
                  <a:pt x="11475720" y="892971"/>
                </a:lnTo>
                <a:lnTo>
                  <a:pt x="12188952" y="688790"/>
                </a:lnTo>
                <a:lnTo>
                  <a:pt x="12191695" y="3343362"/>
                </a:lnTo>
                <a:close/>
              </a:path>
            </a:pathLst>
          </a:custGeom>
          <a:solidFill>
            <a:srgbClr val="0F4165">
              <a:alpha val="8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背景_山体层_3"/>
          <p:cNvSpPr/>
          <p:nvPr/>
        </p:nvSpPr>
        <p:spPr>
          <a:xfrm>
            <a:off x="0" y="3810785"/>
            <a:ext cx="12191695" cy="3047215"/>
          </a:xfrm>
          <a:custGeom>
            <a:avLst/>
            <a:gdLst/>
            <a:ahLst/>
            <a:cxnLst/>
            <a:rect l="l" t="t" r="r" b="b"/>
            <a:pathLst>
              <a:path w="12191695" h="3047215">
                <a:moveTo>
                  <a:pt x="0" y="3047215"/>
                </a:moveTo>
                <a:lnTo>
                  <a:pt x="0" y="0"/>
                </a:lnTo>
                <a:lnTo>
                  <a:pt x="384048" y="183268"/>
                </a:lnTo>
                <a:lnTo>
                  <a:pt x="804672" y="615808"/>
                </a:lnTo>
                <a:lnTo>
                  <a:pt x="1188720" y="569560"/>
                </a:lnTo>
                <a:lnTo>
                  <a:pt x="1572768" y="550615"/>
                </a:lnTo>
                <a:lnTo>
                  <a:pt x="1965960" y="697285"/>
                </a:lnTo>
                <a:lnTo>
                  <a:pt x="2377440" y="690214"/>
                </a:lnTo>
                <a:lnTo>
                  <a:pt x="2788920" y="841443"/>
                </a:lnTo>
                <a:lnTo>
                  <a:pt x="3154680" y="781352"/>
                </a:lnTo>
                <a:lnTo>
                  <a:pt x="3611880" y="210878"/>
                </a:lnTo>
                <a:lnTo>
                  <a:pt x="4041648" y="121860"/>
                </a:lnTo>
                <a:lnTo>
                  <a:pt x="4443984" y="207229"/>
                </a:lnTo>
                <a:lnTo>
                  <a:pt x="4846320" y="285864"/>
                </a:lnTo>
                <a:lnTo>
                  <a:pt x="5303520" y="545930"/>
                </a:lnTo>
                <a:lnTo>
                  <a:pt x="5724144" y="414374"/>
                </a:lnTo>
                <a:lnTo>
                  <a:pt x="6144768" y="498172"/>
                </a:lnTo>
                <a:lnTo>
                  <a:pt x="6565392" y="890948"/>
                </a:lnTo>
                <a:lnTo>
                  <a:pt x="6967728" y="864269"/>
                </a:lnTo>
                <a:lnTo>
                  <a:pt x="7388352" y="739645"/>
                </a:lnTo>
                <a:lnTo>
                  <a:pt x="7790688" y="472346"/>
                </a:lnTo>
                <a:lnTo>
                  <a:pt x="8211312" y="97453"/>
                </a:lnTo>
                <a:lnTo>
                  <a:pt x="8641080" y="290337"/>
                </a:lnTo>
                <a:lnTo>
                  <a:pt x="9070848" y="377208"/>
                </a:lnTo>
                <a:lnTo>
                  <a:pt x="9491472" y="240901"/>
                </a:lnTo>
                <a:lnTo>
                  <a:pt x="9930384" y="374971"/>
                </a:lnTo>
                <a:lnTo>
                  <a:pt x="10387584" y="445894"/>
                </a:lnTo>
                <a:lnTo>
                  <a:pt x="10808208" y="811393"/>
                </a:lnTo>
                <a:lnTo>
                  <a:pt x="11292840" y="898375"/>
                </a:lnTo>
                <a:lnTo>
                  <a:pt x="12188952" y="459186"/>
                </a:lnTo>
                <a:lnTo>
                  <a:pt x="12191695" y="3047215"/>
                </a:lnTo>
                <a:close/>
              </a:path>
            </a:pathLst>
          </a:custGeom>
          <a:solidFill>
            <a:srgbClr val="0A3456">
              <a:alpha val="9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背景_数据光柱_1"/>
          <p:cNvCxnSpPr/>
          <p:nvPr/>
        </p:nvCxnSpPr>
        <p:spPr>
          <a:xfrm>
            <a:off x="502920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背景_光柱节点_1"/>
          <p:cNvSpPr/>
          <p:nvPr/>
        </p:nvSpPr>
        <p:spPr>
          <a:xfrm>
            <a:off x="480060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背景_数据光柱_2"/>
          <p:cNvCxnSpPr/>
          <p:nvPr/>
        </p:nvCxnSpPr>
        <p:spPr>
          <a:xfrm>
            <a:off x="749808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背景_光柱节点_2"/>
          <p:cNvSpPr/>
          <p:nvPr/>
        </p:nvSpPr>
        <p:spPr>
          <a:xfrm>
            <a:off x="726947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背景_数据光柱_3"/>
          <p:cNvCxnSpPr/>
          <p:nvPr/>
        </p:nvCxnSpPr>
        <p:spPr>
          <a:xfrm>
            <a:off x="969264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背景_光柱节点_3"/>
          <p:cNvSpPr/>
          <p:nvPr/>
        </p:nvSpPr>
        <p:spPr>
          <a:xfrm>
            <a:off x="946404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背景_数据光柱_4"/>
          <p:cNvCxnSpPr/>
          <p:nvPr/>
        </p:nvCxnSpPr>
        <p:spPr>
          <a:xfrm>
            <a:off x="10954512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背景_光柱节点_4"/>
          <p:cNvSpPr/>
          <p:nvPr/>
        </p:nvSpPr>
        <p:spPr>
          <a:xfrm>
            <a:off x="10931652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背景_数据光柱_5"/>
          <p:cNvCxnSpPr/>
          <p:nvPr/>
        </p:nvCxnSpPr>
        <p:spPr>
          <a:xfrm>
            <a:off x="11201400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背景_光柱节点_5"/>
          <p:cNvSpPr/>
          <p:nvPr/>
        </p:nvSpPr>
        <p:spPr>
          <a:xfrm>
            <a:off x="11178540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背景_数据光柱_6"/>
          <p:cNvCxnSpPr/>
          <p:nvPr/>
        </p:nvCxnSpPr>
        <p:spPr>
          <a:xfrm>
            <a:off x="11475720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背景_光柱节点_6"/>
          <p:cNvSpPr/>
          <p:nvPr/>
        </p:nvSpPr>
        <p:spPr>
          <a:xfrm>
            <a:off x="11452860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背景_地面暗层"/>
          <p:cNvSpPr/>
          <p:nvPr/>
        </p:nvSpPr>
        <p:spPr>
          <a:xfrm>
            <a:off x="0" y="4617720"/>
            <a:ext cx="12191695" cy="2240280"/>
          </a:xfrm>
          <a:prstGeom prst="rect">
            <a:avLst/>
          </a:prstGeom>
          <a:solidFill>
            <a:srgbClr val="062742">
              <a:alpha val="9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背景_光路底_0"/>
          <p:cNvCxnSpPr/>
          <p:nvPr/>
        </p:nvCxnSpPr>
        <p:spPr>
          <a:xfrm>
            <a:off x="155447" y="5500116"/>
            <a:ext cx="495301" cy="2269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背景_光路亮线_0"/>
          <p:cNvCxnSpPr/>
          <p:nvPr/>
        </p:nvCxnSpPr>
        <p:spPr>
          <a:xfrm>
            <a:off x="155447" y="5500116"/>
            <a:ext cx="495301" cy="2269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背景_光路底_0"/>
          <p:cNvCxnSpPr/>
          <p:nvPr/>
        </p:nvCxnSpPr>
        <p:spPr>
          <a:xfrm>
            <a:off x="650748" y="5522814"/>
            <a:ext cx="495299" cy="15742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背景_光路亮线_0"/>
          <p:cNvCxnSpPr/>
          <p:nvPr/>
        </p:nvCxnSpPr>
        <p:spPr>
          <a:xfrm>
            <a:off x="650748" y="5522814"/>
            <a:ext cx="495299" cy="15742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背景_光路底_0"/>
          <p:cNvCxnSpPr/>
          <p:nvPr/>
        </p:nvCxnSpPr>
        <p:spPr>
          <a:xfrm>
            <a:off x="1146047" y="5538556"/>
            <a:ext cx="495301" cy="38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背景_光路亮线_0"/>
          <p:cNvCxnSpPr/>
          <p:nvPr/>
        </p:nvCxnSpPr>
        <p:spPr>
          <a:xfrm>
            <a:off x="1146047" y="5538556"/>
            <a:ext cx="495301" cy="38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背景_光路底_0"/>
          <p:cNvCxnSpPr/>
          <p:nvPr/>
        </p:nvCxnSpPr>
        <p:spPr>
          <a:xfrm flipV="1">
            <a:off x="1641348" y="5518748"/>
            <a:ext cx="495299" cy="2019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背景_光路亮线_0"/>
          <p:cNvCxnSpPr/>
          <p:nvPr/>
        </p:nvCxnSpPr>
        <p:spPr>
          <a:xfrm flipV="1">
            <a:off x="1641348" y="5518748"/>
            <a:ext cx="495299" cy="2019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背景_光路底_0"/>
          <p:cNvCxnSpPr/>
          <p:nvPr/>
        </p:nvCxnSpPr>
        <p:spPr>
          <a:xfrm flipV="1">
            <a:off x="2136647" y="5476807"/>
            <a:ext cx="495301" cy="4194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背景_光路亮线_0"/>
          <p:cNvCxnSpPr/>
          <p:nvPr/>
        </p:nvCxnSpPr>
        <p:spPr>
          <a:xfrm flipV="1">
            <a:off x="2136647" y="5476807"/>
            <a:ext cx="495301" cy="4194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背景_光路底_0"/>
          <p:cNvCxnSpPr/>
          <p:nvPr/>
        </p:nvCxnSpPr>
        <p:spPr>
          <a:xfrm flipV="1">
            <a:off x="2631948" y="5416224"/>
            <a:ext cx="495300" cy="6058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背景_光路亮线_0"/>
          <p:cNvCxnSpPr/>
          <p:nvPr/>
        </p:nvCxnSpPr>
        <p:spPr>
          <a:xfrm flipV="1">
            <a:off x="2631948" y="5416224"/>
            <a:ext cx="495300" cy="6058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背景_光路底_0"/>
          <p:cNvCxnSpPr/>
          <p:nvPr/>
        </p:nvCxnSpPr>
        <p:spPr>
          <a:xfrm flipV="1">
            <a:off x="3127248" y="5343834"/>
            <a:ext cx="495300" cy="7239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背景_光路亮线_0"/>
          <p:cNvCxnSpPr/>
          <p:nvPr/>
        </p:nvCxnSpPr>
        <p:spPr>
          <a:xfrm flipV="1">
            <a:off x="3127248" y="5343834"/>
            <a:ext cx="495300" cy="7239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背景_光路底_0"/>
          <p:cNvCxnSpPr/>
          <p:nvPr/>
        </p:nvCxnSpPr>
        <p:spPr>
          <a:xfrm flipV="1">
            <a:off x="3622548" y="5269035"/>
            <a:ext cx="495299" cy="74799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背景_光路亮线_0"/>
          <p:cNvCxnSpPr/>
          <p:nvPr/>
        </p:nvCxnSpPr>
        <p:spPr>
          <a:xfrm flipV="1">
            <a:off x="3622548" y="5269035"/>
            <a:ext cx="495299" cy="74799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背景_光路底_0"/>
          <p:cNvCxnSpPr/>
          <p:nvPr/>
        </p:nvCxnSpPr>
        <p:spPr>
          <a:xfrm flipV="1">
            <a:off x="4117847" y="5202181"/>
            <a:ext cx="495301" cy="66854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背景_光路亮线_0"/>
          <p:cNvCxnSpPr/>
          <p:nvPr/>
        </p:nvCxnSpPr>
        <p:spPr>
          <a:xfrm flipV="1">
            <a:off x="4117847" y="5202181"/>
            <a:ext cx="495301" cy="66854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背景_光路底_0"/>
          <p:cNvCxnSpPr/>
          <p:nvPr/>
        </p:nvCxnSpPr>
        <p:spPr>
          <a:xfrm flipV="1">
            <a:off x="4613148" y="5152812"/>
            <a:ext cx="495300" cy="49369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背景_光路亮线_0"/>
          <p:cNvCxnSpPr/>
          <p:nvPr/>
        </p:nvCxnSpPr>
        <p:spPr>
          <a:xfrm flipV="1">
            <a:off x="4613148" y="5152812"/>
            <a:ext cx="495300" cy="49369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背景_光路底_0"/>
          <p:cNvCxnSpPr/>
          <p:nvPr/>
        </p:nvCxnSpPr>
        <p:spPr>
          <a:xfrm flipV="1">
            <a:off x="5108448" y="5128016"/>
            <a:ext cx="495300" cy="24796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背景_光路亮线_0"/>
          <p:cNvCxnSpPr/>
          <p:nvPr/>
        </p:nvCxnSpPr>
        <p:spPr>
          <a:xfrm flipV="1">
            <a:off x="5108448" y="5128016"/>
            <a:ext cx="495300" cy="24796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背景_光路底_0"/>
          <p:cNvCxnSpPr/>
          <p:nvPr/>
        </p:nvCxnSpPr>
        <p:spPr>
          <a:xfrm>
            <a:off x="5603748" y="5128016"/>
            <a:ext cx="495300" cy="320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背景_光路亮线_0"/>
          <p:cNvCxnSpPr/>
          <p:nvPr/>
        </p:nvCxnSpPr>
        <p:spPr>
          <a:xfrm>
            <a:off x="5603748" y="5128016"/>
            <a:ext cx="495300" cy="320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背景_光路底_0"/>
          <p:cNvCxnSpPr/>
          <p:nvPr/>
        </p:nvCxnSpPr>
        <p:spPr>
          <a:xfrm>
            <a:off x="6099048" y="5131221"/>
            <a:ext cx="495299" cy="3038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背景_光路亮线_0"/>
          <p:cNvCxnSpPr/>
          <p:nvPr/>
        </p:nvCxnSpPr>
        <p:spPr>
          <a:xfrm>
            <a:off x="6099048" y="5131221"/>
            <a:ext cx="495299" cy="3038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背景_光路底_0"/>
          <p:cNvCxnSpPr/>
          <p:nvPr/>
        </p:nvCxnSpPr>
        <p:spPr>
          <a:xfrm>
            <a:off x="6594347" y="5161608"/>
            <a:ext cx="495301" cy="5264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背景_光路亮线_0"/>
          <p:cNvCxnSpPr/>
          <p:nvPr/>
        </p:nvCxnSpPr>
        <p:spPr>
          <a:xfrm>
            <a:off x="6594347" y="5161608"/>
            <a:ext cx="495301" cy="5264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背景_光路底_0"/>
          <p:cNvCxnSpPr/>
          <p:nvPr/>
        </p:nvCxnSpPr>
        <p:spPr>
          <a:xfrm>
            <a:off x="7089648" y="5214248"/>
            <a:ext cx="495300" cy="6670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背景_光路亮线_0"/>
          <p:cNvCxnSpPr/>
          <p:nvPr/>
        </p:nvCxnSpPr>
        <p:spPr>
          <a:xfrm>
            <a:off x="7089648" y="5214248"/>
            <a:ext cx="495300" cy="6670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背景_光路底_0"/>
          <p:cNvCxnSpPr/>
          <p:nvPr/>
        </p:nvCxnSpPr>
        <p:spPr>
          <a:xfrm>
            <a:off x="7584948" y="5280949"/>
            <a:ext cx="495299" cy="70706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背景_光路亮线_0"/>
          <p:cNvCxnSpPr/>
          <p:nvPr/>
        </p:nvCxnSpPr>
        <p:spPr>
          <a:xfrm>
            <a:off x="7584948" y="5280949"/>
            <a:ext cx="495299" cy="70706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背景_光路底_0"/>
          <p:cNvCxnSpPr/>
          <p:nvPr/>
        </p:nvCxnSpPr>
        <p:spPr>
          <a:xfrm>
            <a:off x="8080247" y="5351655"/>
            <a:ext cx="495301" cy="6451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背景_光路亮线_0"/>
          <p:cNvCxnSpPr/>
          <p:nvPr/>
        </p:nvCxnSpPr>
        <p:spPr>
          <a:xfrm>
            <a:off x="8080247" y="5351655"/>
            <a:ext cx="495301" cy="6451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背景_光路底_0"/>
          <p:cNvCxnSpPr/>
          <p:nvPr/>
        </p:nvCxnSpPr>
        <p:spPr>
          <a:xfrm>
            <a:off x="8575548" y="5416170"/>
            <a:ext cx="495300" cy="49729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背景_光路亮线_0"/>
          <p:cNvCxnSpPr/>
          <p:nvPr/>
        </p:nvCxnSpPr>
        <p:spPr>
          <a:xfrm>
            <a:off x="8575548" y="5416170"/>
            <a:ext cx="495300" cy="49729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背景_光路底_0"/>
          <p:cNvCxnSpPr/>
          <p:nvPr/>
        </p:nvCxnSpPr>
        <p:spPr>
          <a:xfrm>
            <a:off x="9070848" y="5465899"/>
            <a:ext cx="495300" cy="2942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背景_光路亮线_0"/>
          <p:cNvCxnSpPr/>
          <p:nvPr/>
        </p:nvCxnSpPr>
        <p:spPr>
          <a:xfrm>
            <a:off x="9070848" y="5465899"/>
            <a:ext cx="495300" cy="2942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背景_光路底_0"/>
          <p:cNvCxnSpPr/>
          <p:nvPr/>
        </p:nvCxnSpPr>
        <p:spPr>
          <a:xfrm>
            <a:off x="9566148" y="5495320"/>
            <a:ext cx="495300" cy="761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背景_光路亮线_0"/>
          <p:cNvCxnSpPr/>
          <p:nvPr/>
        </p:nvCxnSpPr>
        <p:spPr>
          <a:xfrm>
            <a:off x="9566148" y="5495320"/>
            <a:ext cx="495300" cy="761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背景_光路底_0"/>
          <p:cNvCxnSpPr/>
          <p:nvPr/>
        </p:nvCxnSpPr>
        <p:spPr>
          <a:xfrm flipV="1">
            <a:off x="10061448" y="5491503"/>
            <a:ext cx="495300" cy="1142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背景_光路亮线_0"/>
          <p:cNvCxnSpPr/>
          <p:nvPr/>
        </p:nvCxnSpPr>
        <p:spPr>
          <a:xfrm flipV="1">
            <a:off x="10061448" y="5491503"/>
            <a:ext cx="495300" cy="1142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背景_光路底_0"/>
          <p:cNvCxnSpPr/>
          <p:nvPr/>
        </p:nvCxnSpPr>
        <p:spPr>
          <a:xfrm flipV="1">
            <a:off x="10556748" y="5467610"/>
            <a:ext cx="495300" cy="2389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背景_光路亮线_0"/>
          <p:cNvCxnSpPr/>
          <p:nvPr/>
        </p:nvCxnSpPr>
        <p:spPr>
          <a:xfrm flipV="1">
            <a:off x="10556748" y="5467610"/>
            <a:ext cx="495300" cy="2389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背景_光路底_0"/>
          <p:cNvCxnSpPr/>
          <p:nvPr/>
        </p:nvCxnSpPr>
        <p:spPr>
          <a:xfrm flipV="1">
            <a:off x="11052048" y="5440503"/>
            <a:ext cx="495300" cy="2710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背景_光路亮线_0"/>
          <p:cNvCxnSpPr/>
          <p:nvPr/>
        </p:nvCxnSpPr>
        <p:spPr>
          <a:xfrm flipV="1">
            <a:off x="11052048" y="5440503"/>
            <a:ext cx="495300" cy="2710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背景_光路底_0"/>
          <p:cNvCxnSpPr/>
          <p:nvPr/>
        </p:nvCxnSpPr>
        <p:spPr>
          <a:xfrm flipV="1">
            <a:off x="11547348" y="5420523"/>
            <a:ext cx="495300" cy="1998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背景_光路亮线_0"/>
          <p:cNvCxnSpPr/>
          <p:nvPr/>
        </p:nvCxnSpPr>
        <p:spPr>
          <a:xfrm flipV="1">
            <a:off x="11547348" y="5420523"/>
            <a:ext cx="495300" cy="1998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背景_光路底_1"/>
          <p:cNvCxnSpPr/>
          <p:nvPr/>
        </p:nvCxnSpPr>
        <p:spPr>
          <a:xfrm flipV="1">
            <a:off x="155447" y="5658465"/>
            <a:ext cx="495301" cy="1505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背景_光路亮线_1"/>
          <p:cNvCxnSpPr/>
          <p:nvPr/>
        </p:nvCxnSpPr>
        <p:spPr>
          <a:xfrm flipV="1">
            <a:off x="155447" y="5658465"/>
            <a:ext cx="495301" cy="1505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背景_光路底_1"/>
          <p:cNvCxnSpPr/>
          <p:nvPr/>
        </p:nvCxnSpPr>
        <p:spPr>
          <a:xfrm flipV="1">
            <a:off x="650748" y="5621848"/>
            <a:ext cx="495299" cy="3661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背景_光路亮线_1"/>
          <p:cNvCxnSpPr/>
          <p:nvPr/>
        </p:nvCxnSpPr>
        <p:spPr>
          <a:xfrm flipV="1">
            <a:off x="650748" y="5621848"/>
            <a:ext cx="495299" cy="3661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背景_光路底_1"/>
          <p:cNvCxnSpPr/>
          <p:nvPr/>
        </p:nvCxnSpPr>
        <p:spPr>
          <a:xfrm flipV="1">
            <a:off x="1146047" y="5564230"/>
            <a:ext cx="495301" cy="5761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背景_光路亮线_1"/>
          <p:cNvCxnSpPr/>
          <p:nvPr/>
        </p:nvCxnSpPr>
        <p:spPr>
          <a:xfrm flipV="1">
            <a:off x="1146047" y="5564230"/>
            <a:ext cx="495301" cy="5761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背景_光路底_1"/>
          <p:cNvCxnSpPr/>
          <p:nvPr/>
        </p:nvCxnSpPr>
        <p:spPr>
          <a:xfrm flipV="1">
            <a:off x="1641348" y="5490308"/>
            <a:ext cx="495299" cy="73922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背景_光路亮线_1"/>
          <p:cNvCxnSpPr/>
          <p:nvPr/>
        </p:nvCxnSpPr>
        <p:spPr>
          <a:xfrm flipV="1">
            <a:off x="1641348" y="5490308"/>
            <a:ext cx="495299" cy="73922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背景_光路底_1"/>
          <p:cNvCxnSpPr/>
          <p:nvPr/>
        </p:nvCxnSpPr>
        <p:spPr>
          <a:xfrm flipV="1">
            <a:off x="2136647" y="5408114"/>
            <a:ext cx="495301" cy="82194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背景_光路亮线_1"/>
          <p:cNvCxnSpPr/>
          <p:nvPr/>
        </p:nvCxnSpPr>
        <p:spPr>
          <a:xfrm flipV="1">
            <a:off x="2136647" y="5408114"/>
            <a:ext cx="495301" cy="82194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背景_光路底_1"/>
          <p:cNvCxnSpPr/>
          <p:nvPr/>
        </p:nvCxnSpPr>
        <p:spPr>
          <a:xfrm flipV="1">
            <a:off x="2631948" y="5327637"/>
            <a:ext cx="495300" cy="8047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背景_光路亮线_1"/>
          <p:cNvCxnSpPr/>
          <p:nvPr/>
        </p:nvCxnSpPr>
        <p:spPr>
          <a:xfrm flipV="1">
            <a:off x="2631948" y="5327637"/>
            <a:ext cx="495300" cy="8047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背景_光路底_1"/>
          <p:cNvCxnSpPr/>
          <p:nvPr/>
        </p:nvCxnSpPr>
        <p:spPr>
          <a:xfrm flipV="1">
            <a:off x="3127248" y="5259116"/>
            <a:ext cx="495300" cy="6852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背景_光路亮线_1"/>
          <p:cNvCxnSpPr/>
          <p:nvPr/>
        </p:nvCxnSpPr>
        <p:spPr>
          <a:xfrm flipV="1">
            <a:off x="3127248" y="5259116"/>
            <a:ext cx="495300" cy="6852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背景_光路底_1"/>
          <p:cNvCxnSpPr/>
          <p:nvPr/>
        </p:nvCxnSpPr>
        <p:spPr>
          <a:xfrm flipV="1">
            <a:off x="3622548" y="5211289"/>
            <a:ext cx="495299" cy="4782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背景_光路亮线_1"/>
          <p:cNvCxnSpPr/>
          <p:nvPr/>
        </p:nvCxnSpPr>
        <p:spPr>
          <a:xfrm flipV="1">
            <a:off x="3622548" y="5211289"/>
            <a:ext cx="495299" cy="4782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背景_光路底_1"/>
          <p:cNvCxnSpPr/>
          <p:nvPr/>
        </p:nvCxnSpPr>
        <p:spPr>
          <a:xfrm flipV="1">
            <a:off x="4117847" y="5189894"/>
            <a:ext cx="495301" cy="2139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背景_光路亮线_1"/>
          <p:cNvCxnSpPr/>
          <p:nvPr/>
        </p:nvCxnSpPr>
        <p:spPr>
          <a:xfrm flipV="1">
            <a:off x="4117847" y="5189894"/>
            <a:ext cx="495301" cy="2139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背景_光路底_1"/>
          <p:cNvCxnSpPr/>
          <p:nvPr/>
        </p:nvCxnSpPr>
        <p:spPr>
          <a:xfrm>
            <a:off x="4613148" y="5189894"/>
            <a:ext cx="495300" cy="679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背景_光路亮线_1"/>
          <p:cNvCxnSpPr/>
          <p:nvPr/>
        </p:nvCxnSpPr>
        <p:spPr>
          <a:xfrm>
            <a:off x="4613148" y="5189894"/>
            <a:ext cx="495300" cy="679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背景_光路底_1"/>
          <p:cNvCxnSpPr/>
          <p:nvPr/>
        </p:nvCxnSpPr>
        <p:spPr>
          <a:xfrm>
            <a:off x="5108448" y="5196692"/>
            <a:ext cx="495300" cy="3246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背景_光路亮线_1"/>
          <p:cNvCxnSpPr/>
          <p:nvPr/>
        </p:nvCxnSpPr>
        <p:spPr>
          <a:xfrm>
            <a:off x="5108448" y="5196692"/>
            <a:ext cx="495300" cy="3246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背景_光路底_1"/>
          <p:cNvCxnSpPr/>
          <p:nvPr/>
        </p:nvCxnSpPr>
        <p:spPr>
          <a:xfrm>
            <a:off x="5603748" y="5229160"/>
            <a:ext cx="495300" cy="5176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背景_光路亮线_1"/>
          <p:cNvCxnSpPr/>
          <p:nvPr/>
        </p:nvCxnSpPr>
        <p:spPr>
          <a:xfrm>
            <a:off x="5603748" y="5229160"/>
            <a:ext cx="495300" cy="5176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背景_光路底_1"/>
          <p:cNvCxnSpPr/>
          <p:nvPr/>
        </p:nvCxnSpPr>
        <p:spPr>
          <a:xfrm>
            <a:off x="6099048" y="5280928"/>
            <a:ext cx="495299" cy="6193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背景_光路亮线_1"/>
          <p:cNvCxnSpPr/>
          <p:nvPr/>
        </p:nvCxnSpPr>
        <p:spPr>
          <a:xfrm>
            <a:off x="6099048" y="5280928"/>
            <a:ext cx="495299" cy="6193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背景_光路底_1"/>
          <p:cNvCxnSpPr/>
          <p:nvPr/>
        </p:nvCxnSpPr>
        <p:spPr>
          <a:xfrm>
            <a:off x="6594347" y="5342866"/>
            <a:ext cx="495301" cy="6178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背景_光路亮线_1"/>
          <p:cNvCxnSpPr/>
          <p:nvPr/>
        </p:nvCxnSpPr>
        <p:spPr>
          <a:xfrm>
            <a:off x="6594347" y="5342866"/>
            <a:ext cx="495301" cy="6178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背景_光路底_1"/>
          <p:cNvCxnSpPr/>
          <p:nvPr/>
        </p:nvCxnSpPr>
        <p:spPr>
          <a:xfrm>
            <a:off x="7089648" y="5404647"/>
            <a:ext cx="495300" cy="5186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背景_光路亮线_1"/>
          <p:cNvCxnSpPr/>
          <p:nvPr/>
        </p:nvCxnSpPr>
        <p:spPr>
          <a:xfrm>
            <a:off x="7089648" y="5404647"/>
            <a:ext cx="495300" cy="5186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背景_光路底_1"/>
          <p:cNvCxnSpPr/>
          <p:nvPr/>
        </p:nvCxnSpPr>
        <p:spPr>
          <a:xfrm>
            <a:off x="7584948" y="5456515"/>
            <a:ext cx="495299" cy="3443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背景_光路亮线_1"/>
          <p:cNvCxnSpPr/>
          <p:nvPr/>
        </p:nvCxnSpPr>
        <p:spPr>
          <a:xfrm>
            <a:off x="7584948" y="5456515"/>
            <a:ext cx="495299" cy="3443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背景_光路底_1"/>
          <p:cNvCxnSpPr/>
          <p:nvPr/>
        </p:nvCxnSpPr>
        <p:spPr>
          <a:xfrm>
            <a:off x="8080247" y="5490952"/>
            <a:ext cx="495301" cy="13016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背景_光路亮线_1"/>
          <p:cNvCxnSpPr/>
          <p:nvPr/>
        </p:nvCxnSpPr>
        <p:spPr>
          <a:xfrm>
            <a:off x="8080247" y="5490952"/>
            <a:ext cx="495301" cy="13016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背景_光路底_1"/>
          <p:cNvCxnSpPr/>
          <p:nvPr/>
        </p:nvCxnSpPr>
        <p:spPr>
          <a:xfrm flipV="1">
            <a:off x="8575548" y="5495779"/>
            <a:ext cx="495300" cy="8189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背景_光路亮线_1"/>
          <p:cNvCxnSpPr/>
          <p:nvPr/>
        </p:nvCxnSpPr>
        <p:spPr>
          <a:xfrm flipV="1">
            <a:off x="8575548" y="5495779"/>
            <a:ext cx="495300" cy="8189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背景_光路底_1"/>
          <p:cNvCxnSpPr/>
          <p:nvPr/>
        </p:nvCxnSpPr>
        <p:spPr>
          <a:xfrm flipV="1">
            <a:off x="9070848" y="5470776"/>
            <a:ext cx="495300" cy="2500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背景_光路亮线_1"/>
          <p:cNvCxnSpPr/>
          <p:nvPr/>
        </p:nvCxnSpPr>
        <p:spPr>
          <a:xfrm flipV="1">
            <a:off x="9070848" y="5470776"/>
            <a:ext cx="495300" cy="2500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背景_光路底_1"/>
          <p:cNvCxnSpPr/>
          <p:nvPr/>
        </p:nvCxnSpPr>
        <p:spPr>
          <a:xfrm flipV="1">
            <a:off x="9566148" y="5436768"/>
            <a:ext cx="495300" cy="3400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背景_光路亮线_1"/>
          <p:cNvCxnSpPr/>
          <p:nvPr/>
        </p:nvCxnSpPr>
        <p:spPr>
          <a:xfrm flipV="1">
            <a:off x="9566148" y="5436768"/>
            <a:ext cx="495300" cy="3400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背景_光路底_1"/>
          <p:cNvCxnSpPr/>
          <p:nvPr/>
        </p:nvCxnSpPr>
        <p:spPr>
          <a:xfrm flipV="1">
            <a:off x="10061448" y="5403648"/>
            <a:ext cx="495300" cy="3312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背景_光路亮线_1"/>
          <p:cNvCxnSpPr/>
          <p:nvPr/>
        </p:nvCxnSpPr>
        <p:spPr>
          <a:xfrm flipV="1">
            <a:off x="10061448" y="5403648"/>
            <a:ext cx="495300" cy="3312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背景_光路底_1"/>
          <p:cNvCxnSpPr/>
          <p:nvPr/>
        </p:nvCxnSpPr>
        <p:spPr>
          <a:xfrm flipV="1">
            <a:off x="10556748" y="5381703"/>
            <a:ext cx="495300" cy="2194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背景_光路亮线_1"/>
          <p:cNvCxnSpPr/>
          <p:nvPr/>
        </p:nvCxnSpPr>
        <p:spPr>
          <a:xfrm flipV="1">
            <a:off x="10556748" y="5381703"/>
            <a:ext cx="495300" cy="2194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背景_光路底_1"/>
          <p:cNvCxnSpPr/>
          <p:nvPr/>
        </p:nvCxnSpPr>
        <p:spPr>
          <a:xfrm flipV="1">
            <a:off x="11052048" y="5379848"/>
            <a:ext cx="495300" cy="185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背景_光路亮线_1"/>
          <p:cNvCxnSpPr/>
          <p:nvPr/>
        </p:nvCxnSpPr>
        <p:spPr>
          <a:xfrm flipV="1">
            <a:off x="11052048" y="5379848"/>
            <a:ext cx="495300" cy="185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背景_光路底_1"/>
          <p:cNvCxnSpPr/>
          <p:nvPr/>
        </p:nvCxnSpPr>
        <p:spPr>
          <a:xfrm>
            <a:off x="11547348" y="5379848"/>
            <a:ext cx="495300" cy="2425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背景_光路亮线_1"/>
          <p:cNvCxnSpPr/>
          <p:nvPr/>
        </p:nvCxnSpPr>
        <p:spPr>
          <a:xfrm>
            <a:off x="11547348" y="5379848"/>
            <a:ext cx="495300" cy="2425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背景_光路底_2"/>
          <p:cNvCxnSpPr/>
          <p:nvPr/>
        </p:nvCxnSpPr>
        <p:spPr>
          <a:xfrm flipV="1">
            <a:off x="155447" y="5661198"/>
            <a:ext cx="495301" cy="7253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背景_光路亮线_2"/>
          <p:cNvCxnSpPr/>
          <p:nvPr/>
        </p:nvCxnSpPr>
        <p:spPr>
          <a:xfrm flipV="1">
            <a:off x="155447" y="5661198"/>
            <a:ext cx="495301" cy="7253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背景_光路底_2"/>
          <p:cNvCxnSpPr/>
          <p:nvPr/>
        </p:nvCxnSpPr>
        <p:spPr>
          <a:xfrm flipV="1">
            <a:off x="650748" y="5575238"/>
            <a:ext cx="495299" cy="8596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背景_光路亮线_2"/>
          <p:cNvCxnSpPr/>
          <p:nvPr/>
        </p:nvCxnSpPr>
        <p:spPr>
          <a:xfrm flipV="1">
            <a:off x="650748" y="5575238"/>
            <a:ext cx="495299" cy="8596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背景_光路底_2"/>
          <p:cNvCxnSpPr/>
          <p:nvPr/>
        </p:nvCxnSpPr>
        <p:spPr>
          <a:xfrm flipV="1">
            <a:off x="1146047" y="5484858"/>
            <a:ext cx="495301" cy="9038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背景_光路亮线_2"/>
          <p:cNvCxnSpPr/>
          <p:nvPr/>
        </p:nvCxnSpPr>
        <p:spPr>
          <a:xfrm flipV="1">
            <a:off x="1146047" y="5484858"/>
            <a:ext cx="495301" cy="9038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背景_光路底_2"/>
          <p:cNvCxnSpPr/>
          <p:nvPr/>
        </p:nvCxnSpPr>
        <p:spPr>
          <a:xfrm flipV="1">
            <a:off x="1641348" y="5400361"/>
            <a:ext cx="495299" cy="8449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背景_光路亮线_2"/>
          <p:cNvCxnSpPr/>
          <p:nvPr/>
        </p:nvCxnSpPr>
        <p:spPr>
          <a:xfrm flipV="1">
            <a:off x="1641348" y="5400361"/>
            <a:ext cx="495299" cy="8449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背景_光路底_2"/>
          <p:cNvCxnSpPr/>
          <p:nvPr/>
        </p:nvCxnSpPr>
        <p:spPr>
          <a:xfrm flipV="1">
            <a:off x="2136647" y="5331588"/>
            <a:ext cx="495301" cy="6877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背景_光路亮线_2"/>
          <p:cNvCxnSpPr/>
          <p:nvPr/>
        </p:nvCxnSpPr>
        <p:spPr>
          <a:xfrm flipV="1">
            <a:off x="2136647" y="5331588"/>
            <a:ext cx="495301" cy="6877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背景_光路底_2"/>
          <p:cNvCxnSpPr/>
          <p:nvPr/>
        </p:nvCxnSpPr>
        <p:spPr>
          <a:xfrm flipV="1">
            <a:off x="2631948" y="5286233"/>
            <a:ext cx="495300" cy="4535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背景_光路亮线_2"/>
          <p:cNvCxnSpPr/>
          <p:nvPr/>
        </p:nvCxnSpPr>
        <p:spPr>
          <a:xfrm flipV="1">
            <a:off x="2631948" y="5286233"/>
            <a:ext cx="495300" cy="4535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背景_光路底_2"/>
          <p:cNvCxnSpPr/>
          <p:nvPr/>
        </p:nvCxnSpPr>
        <p:spPr>
          <a:xfrm flipV="1">
            <a:off x="3127248" y="5268525"/>
            <a:ext cx="495300" cy="1770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背景_光路亮线_2"/>
          <p:cNvCxnSpPr/>
          <p:nvPr/>
        </p:nvCxnSpPr>
        <p:spPr>
          <a:xfrm flipV="1">
            <a:off x="3127248" y="5268525"/>
            <a:ext cx="495300" cy="1770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背景_光路底_2"/>
          <p:cNvCxnSpPr/>
          <p:nvPr/>
        </p:nvCxnSpPr>
        <p:spPr>
          <a:xfrm>
            <a:off x="3622548" y="5268525"/>
            <a:ext cx="495299" cy="998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背景_光路亮线_2"/>
          <p:cNvCxnSpPr/>
          <p:nvPr/>
        </p:nvCxnSpPr>
        <p:spPr>
          <a:xfrm>
            <a:off x="3622548" y="5268525"/>
            <a:ext cx="495299" cy="998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背景_光路底_2"/>
          <p:cNvCxnSpPr/>
          <p:nvPr/>
        </p:nvCxnSpPr>
        <p:spPr>
          <a:xfrm>
            <a:off x="4117847" y="5278506"/>
            <a:ext cx="495301" cy="3351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背景_光路亮线_2"/>
          <p:cNvCxnSpPr/>
          <p:nvPr/>
        </p:nvCxnSpPr>
        <p:spPr>
          <a:xfrm>
            <a:off x="4117847" y="5278506"/>
            <a:ext cx="495301" cy="3351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背景_光路底_2"/>
          <p:cNvCxnSpPr/>
          <p:nvPr/>
        </p:nvCxnSpPr>
        <p:spPr>
          <a:xfrm>
            <a:off x="4613148" y="5312024"/>
            <a:ext cx="495300" cy="4941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背景_光路亮线_2"/>
          <p:cNvCxnSpPr/>
          <p:nvPr/>
        </p:nvCxnSpPr>
        <p:spPr>
          <a:xfrm>
            <a:off x="4613148" y="5312024"/>
            <a:ext cx="495300" cy="4941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背景_光路底_2"/>
          <p:cNvCxnSpPr/>
          <p:nvPr/>
        </p:nvCxnSpPr>
        <p:spPr>
          <a:xfrm>
            <a:off x="5108448" y="5361441"/>
            <a:ext cx="495300" cy="55502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背景_光路亮线_2"/>
          <p:cNvCxnSpPr/>
          <p:nvPr/>
        </p:nvCxnSpPr>
        <p:spPr>
          <a:xfrm>
            <a:off x="5108448" y="5361441"/>
            <a:ext cx="495300" cy="55502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背景_光路底_2"/>
          <p:cNvCxnSpPr/>
          <p:nvPr/>
        </p:nvCxnSpPr>
        <p:spPr>
          <a:xfrm>
            <a:off x="5603748" y="5416943"/>
            <a:ext cx="495300" cy="51276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背景_光路亮线_2"/>
          <p:cNvCxnSpPr/>
          <p:nvPr/>
        </p:nvCxnSpPr>
        <p:spPr>
          <a:xfrm>
            <a:off x="5603748" y="5416943"/>
            <a:ext cx="495300" cy="51276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背景_光路底_2"/>
          <p:cNvCxnSpPr/>
          <p:nvPr/>
        </p:nvCxnSpPr>
        <p:spPr>
          <a:xfrm>
            <a:off x="6099048" y="5468219"/>
            <a:ext cx="495299" cy="38004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背景_光路亮线_2"/>
          <p:cNvCxnSpPr/>
          <p:nvPr/>
        </p:nvCxnSpPr>
        <p:spPr>
          <a:xfrm>
            <a:off x="6099048" y="5468219"/>
            <a:ext cx="495299" cy="38004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背景_光路底_2"/>
          <p:cNvCxnSpPr/>
          <p:nvPr/>
        </p:nvCxnSpPr>
        <p:spPr>
          <a:xfrm>
            <a:off x="6594347" y="5506223"/>
            <a:ext cx="495301" cy="18499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背景_光路亮线_2"/>
          <p:cNvCxnSpPr/>
          <p:nvPr/>
        </p:nvCxnSpPr>
        <p:spPr>
          <a:xfrm>
            <a:off x="6594347" y="5506223"/>
            <a:ext cx="495301" cy="18499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背景_光路底_2"/>
          <p:cNvCxnSpPr/>
          <p:nvPr/>
        </p:nvCxnSpPr>
        <p:spPr>
          <a:xfrm flipV="1">
            <a:off x="7089648" y="5521368"/>
            <a:ext cx="495300" cy="3354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背景_光路亮线_2"/>
          <p:cNvCxnSpPr/>
          <p:nvPr/>
        </p:nvCxnSpPr>
        <p:spPr>
          <a:xfrm flipV="1">
            <a:off x="7089648" y="5521368"/>
            <a:ext cx="495300" cy="3354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背景_光路底_2"/>
          <p:cNvCxnSpPr/>
          <p:nvPr/>
        </p:nvCxnSpPr>
        <p:spPr>
          <a:xfrm flipV="1">
            <a:off x="7584948" y="5498091"/>
            <a:ext cx="495299" cy="2327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背景_光路亮线_2"/>
          <p:cNvCxnSpPr/>
          <p:nvPr/>
        </p:nvCxnSpPr>
        <p:spPr>
          <a:xfrm flipV="1">
            <a:off x="7584948" y="5498091"/>
            <a:ext cx="495299" cy="2327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背景_光路底_2"/>
          <p:cNvCxnSpPr/>
          <p:nvPr/>
        </p:nvCxnSpPr>
        <p:spPr>
          <a:xfrm flipV="1">
            <a:off x="8080247" y="5460777"/>
            <a:ext cx="495301" cy="37314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背景_光路亮线_2"/>
          <p:cNvCxnSpPr/>
          <p:nvPr/>
        </p:nvCxnSpPr>
        <p:spPr>
          <a:xfrm flipV="1">
            <a:off x="8080247" y="5460777"/>
            <a:ext cx="495301" cy="37314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背景_光路底_2"/>
          <p:cNvCxnSpPr/>
          <p:nvPr/>
        </p:nvCxnSpPr>
        <p:spPr>
          <a:xfrm flipV="1">
            <a:off x="8575548" y="5418255"/>
            <a:ext cx="495300" cy="42522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背景_光路亮线_2"/>
          <p:cNvCxnSpPr/>
          <p:nvPr/>
        </p:nvCxnSpPr>
        <p:spPr>
          <a:xfrm flipV="1">
            <a:off x="8575548" y="5418255"/>
            <a:ext cx="495300" cy="42522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背景_光路底_2"/>
          <p:cNvCxnSpPr/>
          <p:nvPr/>
        </p:nvCxnSpPr>
        <p:spPr>
          <a:xfrm flipV="1">
            <a:off x="9070848" y="5380789"/>
            <a:ext cx="495300" cy="37466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背景_光路亮线_2"/>
          <p:cNvCxnSpPr/>
          <p:nvPr/>
        </p:nvCxnSpPr>
        <p:spPr>
          <a:xfrm flipV="1">
            <a:off x="9070848" y="5380789"/>
            <a:ext cx="495300" cy="37466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背景_光路底_2"/>
          <p:cNvCxnSpPr/>
          <p:nvPr/>
        </p:nvCxnSpPr>
        <p:spPr>
          <a:xfrm flipV="1">
            <a:off x="9566148" y="5358322"/>
            <a:ext cx="495300" cy="2246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背景_光路亮线_2"/>
          <p:cNvCxnSpPr/>
          <p:nvPr/>
        </p:nvCxnSpPr>
        <p:spPr>
          <a:xfrm flipV="1">
            <a:off x="9566148" y="5358322"/>
            <a:ext cx="495300" cy="2246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背景_光路底_2"/>
          <p:cNvCxnSpPr/>
          <p:nvPr/>
        </p:nvCxnSpPr>
        <p:spPr>
          <a:xfrm>
            <a:off x="10061448" y="5358322"/>
            <a:ext cx="495300" cy="45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背景_光路亮线_2"/>
          <p:cNvCxnSpPr/>
          <p:nvPr/>
        </p:nvCxnSpPr>
        <p:spPr>
          <a:xfrm>
            <a:off x="10061448" y="5358322"/>
            <a:ext cx="495300" cy="45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背景_光路底_2"/>
          <p:cNvCxnSpPr/>
          <p:nvPr/>
        </p:nvCxnSpPr>
        <p:spPr>
          <a:xfrm>
            <a:off x="10556748" y="5358772"/>
            <a:ext cx="495300" cy="2791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背景_光路亮线_2"/>
          <p:cNvCxnSpPr/>
          <p:nvPr/>
        </p:nvCxnSpPr>
        <p:spPr>
          <a:xfrm>
            <a:off x="10556748" y="5358772"/>
            <a:ext cx="495300" cy="2791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背景_光路底_2"/>
          <p:cNvCxnSpPr/>
          <p:nvPr/>
        </p:nvCxnSpPr>
        <p:spPr>
          <a:xfrm>
            <a:off x="11052048" y="5386682"/>
            <a:ext cx="495300" cy="5575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背景_光路亮线_2"/>
          <p:cNvCxnSpPr/>
          <p:nvPr/>
        </p:nvCxnSpPr>
        <p:spPr>
          <a:xfrm>
            <a:off x="11052048" y="5386682"/>
            <a:ext cx="495300" cy="5575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背景_光路底_2"/>
          <p:cNvCxnSpPr/>
          <p:nvPr/>
        </p:nvCxnSpPr>
        <p:spPr>
          <a:xfrm>
            <a:off x="11547348" y="5442435"/>
            <a:ext cx="495300" cy="79762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背景_光路亮线_2"/>
          <p:cNvCxnSpPr/>
          <p:nvPr/>
        </p:nvCxnSpPr>
        <p:spPr>
          <a:xfrm>
            <a:off x="11547348" y="5442435"/>
            <a:ext cx="495300" cy="79762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4" name="背景_地平线光环"/>
          <p:cNvSpPr/>
          <p:nvPr/>
        </p:nvSpPr>
        <p:spPr>
          <a:xfrm>
            <a:off x="3721608" y="4140403"/>
            <a:ext cx="4754880" cy="1046073"/>
          </a:xfrm>
          <a:prstGeom prst="ellipse">
            <a:avLst/>
          </a:prstGeom>
          <a:noFill/>
          <a:ln w="11176">
            <a:solidFill>
              <a:srgbClr val="69E9FF">
                <a:alpha val="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背景_地平线光环"/>
          <p:cNvSpPr/>
          <p:nvPr/>
        </p:nvSpPr>
        <p:spPr>
          <a:xfrm>
            <a:off x="4315968" y="4271162"/>
            <a:ext cx="3566160" cy="784555"/>
          </a:xfrm>
          <a:prstGeom prst="ellipse">
            <a:avLst/>
          </a:prstGeom>
          <a:noFill/>
          <a:ln w="11176">
            <a:solidFill>
              <a:srgbClr val="69E9FF">
                <a:alpha val="1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背景_地平线光环"/>
          <p:cNvSpPr/>
          <p:nvPr/>
        </p:nvSpPr>
        <p:spPr>
          <a:xfrm>
            <a:off x="4910328" y="4401921"/>
            <a:ext cx="2377440" cy="523036"/>
          </a:xfrm>
          <a:prstGeom prst="ellipse">
            <a:avLst/>
          </a:prstGeom>
          <a:noFill/>
          <a:ln w="11176">
            <a:solidFill>
              <a:srgbClr val="69E9FF">
                <a:alpha val="14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母版黄标_S07_可编辑"/>
          <p:cNvSpPr/>
          <p:nvPr/>
        </p:nvSpPr>
        <p:spPr>
          <a:xfrm>
            <a:off x="438912" y="438912"/>
            <a:ext cx="932688" cy="292608"/>
          </a:xfrm>
          <a:prstGeom prst="roundRect">
            <a:avLst/>
          </a:prstGeom>
          <a:solidFill>
            <a:srgbClr val="FFC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19" b="1">
                <a:solidFill>
                  <a:srgbClr val="082944"/>
                </a:solidFill>
                <a:latin typeface="Arial"/>
              </a:rPr>
              <a:t>06 模型2</a:t>
            </a:r>
          </a:p>
        </p:txBody>
      </p:sp>
      <p:cxnSp>
        <p:nvCxnSpPr>
          <p:cNvPr id="217" name="S07_村级产能网络_连接"/>
          <p:cNvCxnSpPr/>
          <p:nvPr/>
        </p:nvCxnSpPr>
        <p:spPr>
          <a:xfrm flipV="1">
            <a:off x="1699631" y="3531273"/>
            <a:ext cx="151903" cy="169737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S07_村级产能网络_连接"/>
          <p:cNvCxnSpPr/>
          <p:nvPr/>
        </p:nvCxnSpPr>
        <p:spPr>
          <a:xfrm flipH="1">
            <a:off x="1467790" y="3701010"/>
            <a:ext cx="231841" cy="1603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S07_村级产能网络_连接"/>
          <p:cNvCxnSpPr/>
          <p:nvPr/>
        </p:nvCxnSpPr>
        <p:spPr>
          <a:xfrm flipV="1">
            <a:off x="3911742" y="3823646"/>
            <a:ext cx="103460" cy="271478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S07_村级产能网络_连接"/>
          <p:cNvCxnSpPr/>
          <p:nvPr/>
        </p:nvCxnSpPr>
        <p:spPr>
          <a:xfrm flipH="1" flipV="1">
            <a:off x="3774351" y="3667333"/>
            <a:ext cx="137391" cy="427791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S07_村级产能网络_连接"/>
          <p:cNvCxnSpPr/>
          <p:nvPr/>
        </p:nvCxnSpPr>
        <p:spPr>
          <a:xfrm>
            <a:off x="3774351" y="3667333"/>
            <a:ext cx="240851" cy="156313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S07_村级产能网络_连接"/>
          <p:cNvCxnSpPr/>
          <p:nvPr/>
        </p:nvCxnSpPr>
        <p:spPr>
          <a:xfrm>
            <a:off x="3774351" y="3667333"/>
            <a:ext cx="137391" cy="427791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S07_村级产能网络_连接"/>
          <p:cNvCxnSpPr/>
          <p:nvPr/>
        </p:nvCxnSpPr>
        <p:spPr>
          <a:xfrm flipH="1" flipV="1">
            <a:off x="3774351" y="3667333"/>
            <a:ext cx="240851" cy="156313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S07_村级产能网络_连接"/>
          <p:cNvCxnSpPr/>
          <p:nvPr/>
        </p:nvCxnSpPr>
        <p:spPr>
          <a:xfrm flipH="1">
            <a:off x="3911742" y="3823646"/>
            <a:ext cx="103460" cy="271478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S07_村级产能网络_连接"/>
          <p:cNvCxnSpPr/>
          <p:nvPr/>
        </p:nvCxnSpPr>
        <p:spPr>
          <a:xfrm flipV="1">
            <a:off x="1467790" y="3701010"/>
            <a:ext cx="231841" cy="1603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S07_村级产能网络_连接"/>
          <p:cNvCxnSpPr/>
          <p:nvPr/>
        </p:nvCxnSpPr>
        <p:spPr>
          <a:xfrm flipH="1" flipV="1">
            <a:off x="1204124" y="3607571"/>
            <a:ext cx="263666" cy="95042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S07_村级产能网络_连接"/>
          <p:cNvCxnSpPr/>
          <p:nvPr/>
        </p:nvCxnSpPr>
        <p:spPr>
          <a:xfrm>
            <a:off x="1353608" y="4452849"/>
            <a:ext cx="576624" cy="36391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S07_村级产能网络_连接"/>
          <p:cNvCxnSpPr/>
          <p:nvPr/>
        </p:nvCxnSpPr>
        <p:spPr>
          <a:xfrm flipV="1">
            <a:off x="1353608" y="3702613"/>
            <a:ext cx="114182" cy="750236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S07_村级产能网络_连接"/>
          <p:cNvCxnSpPr/>
          <p:nvPr/>
        </p:nvCxnSpPr>
        <p:spPr>
          <a:xfrm flipH="1" flipV="1">
            <a:off x="4078891" y="3237822"/>
            <a:ext cx="456708" cy="275122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S07_村级产能网络_连接"/>
          <p:cNvCxnSpPr/>
          <p:nvPr/>
        </p:nvCxnSpPr>
        <p:spPr>
          <a:xfrm flipH="1">
            <a:off x="4015202" y="3512944"/>
            <a:ext cx="520397" cy="310702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S07_村级产能网络_连接"/>
          <p:cNvCxnSpPr/>
          <p:nvPr/>
        </p:nvCxnSpPr>
        <p:spPr>
          <a:xfrm flipH="1">
            <a:off x="1930232" y="4193430"/>
            <a:ext cx="348819" cy="295810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S07_村级产能网络_连接"/>
          <p:cNvCxnSpPr/>
          <p:nvPr/>
        </p:nvCxnSpPr>
        <p:spPr>
          <a:xfrm flipH="1" flipV="1">
            <a:off x="1699631" y="3701010"/>
            <a:ext cx="579420" cy="492420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S07_村级产能网络_连接"/>
          <p:cNvCxnSpPr/>
          <p:nvPr/>
        </p:nvCxnSpPr>
        <p:spPr>
          <a:xfrm flipH="1">
            <a:off x="1851534" y="3266193"/>
            <a:ext cx="54052" cy="265080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S07_村级产能网络_连接"/>
          <p:cNvCxnSpPr/>
          <p:nvPr/>
        </p:nvCxnSpPr>
        <p:spPr>
          <a:xfrm flipH="1">
            <a:off x="1699631" y="3266193"/>
            <a:ext cx="205955" cy="434817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S07_村级产能网络_连接"/>
          <p:cNvCxnSpPr/>
          <p:nvPr/>
        </p:nvCxnSpPr>
        <p:spPr>
          <a:xfrm flipH="1">
            <a:off x="1699631" y="3531273"/>
            <a:ext cx="151903" cy="169737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S07_村级产能网络_连接"/>
          <p:cNvCxnSpPr/>
          <p:nvPr/>
        </p:nvCxnSpPr>
        <p:spPr>
          <a:xfrm flipV="1">
            <a:off x="1851534" y="3266193"/>
            <a:ext cx="54052" cy="265080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S07_村级产能网络_连接"/>
          <p:cNvCxnSpPr/>
          <p:nvPr/>
        </p:nvCxnSpPr>
        <p:spPr>
          <a:xfrm flipH="1" flipV="1">
            <a:off x="3149556" y="4402819"/>
            <a:ext cx="250973" cy="97769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S07_村级产能网络_连接"/>
          <p:cNvCxnSpPr/>
          <p:nvPr/>
        </p:nvCxnSpPr>
        <p:spPr>
          <a:xfrm flipV="1">
            <a:off x="3400529" y="4095124"/>
            <a:ext cx="511213" cy="405464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S07_村级产能网络_连接"/>
          <p:cNvCxnSpPr/>
          <p:nvPr/>
        </p:nvCxnSpPr>
        <p:spPr>
          <a:xfrm flipV="1">
            <a:off x="1930232" y="4193430"/>
            <a:ext cx="348819" cy="295810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S07_村级产能网络_连接"/>
          <p:cNvCxnSpPr/>
          <p:nvPr/>
        </p:nvCxnSpPr>
        <p:spPr>
          <a:xfrm flipH="1" flipV="1">
            <a:off x="1353608" y="4452849"/>
            <a:ext cx="576624" cy="36391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S07_村级产能网络_连接"/>
          <p:cNvCxnSpPr/>
          <p:nvPr/>
        </p:nvCxnSpPr>
        <p:spPr>
          <a:xfrm>
            <a:off x="3149556" y="4402819"/>
            <a:ext cx="250973" cy="97769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S07_村级产能网络_连接"/>
          <p:cNvCxnSpPr/>
          <p:nvPr/>
        </p:nvCxnSpPr>
        <p:spPr>
          <a:xfrm flipV="1">
            <a:off x="3149556" y="4095124"/>
            <a:ext cx="762186" cy="307695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S07_村级产能网络_连接"/>
          <p:cNvCxnSpPr/>
          <p:nvPr/>
        </p:nvCxnSpPr>
        <p:spPr>
          <a:xfrm flipH="1">
            <a:off x="3774351" y="3237822"/>
            <a:ext cx="304540" cy="429511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S07_村级产能网络_连接"/>
          <p:cNvCxnSpPr/>
          <p:nvPr/>
        </p:nvCxnSpPr>
        <p:spPr>
          <a:xfrm>
            <a:off x="4078891" y="3237822"/>
            <a:ext cx="456708" cy="275122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S07_村级产能网络_连接"/>
          <p:cNvCxnSpPr/>
          <p:nvPr/>
        </p:nvCxnSpPr>
        <p:spPr>
          <a:xfrm>
            <a:off x="3479164" y="3180685"/>
            <a:ext cx="295187" cy="486648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S07_村级产能网络_连接"/>
          <p:cNvCxnSpPr/>
          <p:nvPr/>
        </p:nvCxnSpPr>
        <p:spPr>
          <a:xfrm>
            <a:off x="3479164" y="3180685"/>
            <a:ext cx="599727" cy="57137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S07_村级产能网络_连接"/>
          <p:cNvCxnSpPr/>
          <p:nvPr/>
        </p:nvCxnSpPr>
        <p:spPr>
          <a:xfrm>
            <a:off x="1204124" y="3607571"/>
            <a:ext cx="263666" cy="95042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S07_村级产能网络_连接"/>
          <p:cNvCxnSpPr/>
          <p:nvPr/>
        </p:nvCxnSpPr>
        <p:spPr>
          <a:xfrm>
            <a:off x="1204124" y="3607571"/>
            <a:ext cx="495507" cy="93439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9" name="S07_村级产能网络_节点0"/>
          <p:cNvSpPr/>
          <p:nvPr/>
        </p:nvSpPr>
        <p:spPr>
          <a:xfrm>
            <a:off x="1667627" y="3669006"/>
            <a:ext cx="64008" cy="64008"/>
          </a:xfrm>
          <a:prstGeom prst="ellipse">
            <a:avLst/>
          </a:prstGeom>
          <a:solidFill>
            <a:srgbClr val="63ECFF">
              <a:alpha val="9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S07_村级产能网络_节点1"/>
          <p:cNvSpPr/>
          <p:nvPr/>
        </p:nvSpPr>
        <p:spPr>
          <a:xfrm>
            <a:off x="3879738" y="4063120"/>
            <a:ext cx="64008" cy="64008"/>
          </a:xfrm>
          <a:prstGeom prst="ellipse">
            <a:avLst/>
          </a:prstGeom>
          <a:solidFill>
            <a:srgbClr val="63ECFF">
              <a:alpha val="9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S07_村级产能网络_节点2"/>
          <p:cNvSpPr/>
          <p:nvPr/>
        </p:nvSpPr>
        <p:spPr>
          <a:xfrm>
            <a:off x="3742347" y="3635329"/>
            <a:ext cx="64008" cy="64008"/>
          </a:xfrm>
          <a:prstGeom prst="ellipse">
            <a:avLst/>
          </a:prstGeom>
          <a:solidFill>
            <a:srgbClr val="63ECFF">
              <a:alpha val="9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S07_村级产能网络_节点3"/>
          <p:cNvSpPr/>
          <p:nvPr/>
        </p:nvSpPr>
        <p:spPr>
          <a:xfrm>
            <a:off x="3983198" y="3791642"/>
            <a:ext cx="64008" cy="64008"/>
          </a:xfrm>
          <a:prstGeom prst="ellipse">
            <a:avLst/>
          </a:prstGeom>
          <a:solidFill>
            <a:srgbClr val="FFC928">
              <a:alpha val="9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S07_村级产能网络_节点4"/>
          <p:cNvSpPr/>
          <p:nvPr/>
        </p:nvSpPr>
        <p:spPr>
          <a:xfrm>
            <a:off x="1435786" y="3670609"/>
            <a:ext cx="64008" cy="64008"/>
          </a:xfrm>
          <a:prstGeom prst="ellipse">
            <a:avLst/>
          </a:prstGeom>
          <a:solidFill>
            <a:srgbClr val="63ECFF">
              <a:alpha val="9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S07_村级产能网络_节点5"/>
          <p:cNvSpPr/>
          <p:nvPr/>
        </p:nvSpPr>
        <p:spPr>
          <a:xfrm>
            <a:off x="1321604" y="4420845"/>
            <a:ext cx="64008" cy="64008"/>
          </a:xfrm>
          <a:prstGeom prst="ellipse">
            <a:avLst/>
          </a:prstGeom>
          <a:solidFill>
            <a:srgbClr val="63ECFF">
              <a:alpha val="9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S07_村级产能网络_节点6"/>
          <p:cNvSpPr/>
          <p:nvPr/>
        </p:nvSpPr>
        <p:spPr>
          <a:xfrm>
            <a:off x="4503595" y="3480940"/>
            <a:ext cx="64008" cy="64008"/>
          </a:xfrm>
          <a:prstGeom prst="ellipse">
            <a:avLst/>
          </a:prstGeom>
          <a:solidFill>
            <a:srgbClr val="63ECFF">
              <a:alpha val="9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S07_村级产能网络_节点7"/>
          <p:cNvSpPr/>
          <p:nvPr/>
        </p:nvSpPr>
        <p:spPr>
          <a:xfrm>
            <a:off x="2247047" y="4161426"/>
            <a:ext cx="64008" cy="64008"/>
          </a:xfrm>
          <a:prstGeom prst="ellipse">
            <a:avLst/>
          </a:prstGeom>
          <a:solidFill>
            <a:srgbClr val="63ECFF">
              <a:alpha val="9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S07_村级产能网络_节点8"/>
          <p:cNvSpPr/>
          <p:nvPr/>
        </p:nvSpPr>
        <p:spPr>
          <a:xfrm>
            <a:off x="1873582" y="3234189"/>
            <a:ext cx="64008" cy="64008"/>
          </a:xfrm>
          <a:prstGeom prst="ellipse">
            <a:avLst/>
          </a:prstGeom>
          <a:solidFill>
            <a:srgbClr val="63ECFF">
              <a:alpha val="9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S07_村级产能网络_节点9"/>
          <p:cNvSpPr/>
          <p:nvPr/>
        </p:nvSpPr>
        <p:spPr>
          <a:xfrm>
            <a:off x="1819530" y="3499269"/>
            <a:ext cx="64008" cy="64008"/>
          </a:xfrm>
          <a:prstGeom prst="ellipse">
            <a:avLst/>
          </a:prstGeom>
          <a:solidFill>
            <a:srgbClr val="FFC928">
              <a:alpha val="9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S07_村级产能网络_节点10"/>
          <p:cNvSpPr/>
          <p:nvPr/>
        </p:nvSpPr>
        <p:spPr>
          <a:xfrm>
            <a:off x="3368525" y="4468584"/>
            <a:ext cx="64008" cy="64008"/>
          </a:xfrm>
          <a:prstGeom prst="ellipse">
            <a:avLst/>
          </a:prstGeom>
          <a:solidFill>
            <a:srgbClr val="63ECFF">
              <a:alpha val="9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S07_村级产能网络_节点11"/>
          <p:cNvSpPr/>
          <p:nvPr/>
        </p:nvSpPr>
        <p:spPr>
          <a:xfrm>
            <a:off x="1898228" y="4457236"/>
            <a:ext cx="64008" cy="64008"/>
          </a:xfrm>
          <a:prstGeom prst="ellipse">
            <a:avLst/>
          </a:prstGeom>
          <a:solidFill>
            <a:srgbClr val="63ECFF">
              <a:alpha val="9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S07_村级产能网络_节点12"/>
          <p:cNvSpPr/>
          <p:nvPr/>
        </p:nvSpPr>
        <p:spPr>
          <a:xfrm>
            <a:off x="3117552" y="4370815"/>
            <a:ext cx="64008" cy="64008"/>
          </a:xfrm>
          <a:prstGeom prst="ellipse">
            <a:avLst/>
          </a:prstGeom>
          <a:solidFill>
            <a:srgbClr val="63ECFF">
              <a:alpha val="9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S07_村级产能网络_节点13"/>
          <p:cNvSpPr/>
          <p:nvPr/>
        </p:nvSpPr>
        <p:spPr>
          <a:xfrm>
            <a:off x="4046887" y="3205818"/>
            <a:ext cx="64008" cy="64008"/>
          </a:xfrm>
          <a:prstGeom prst="ellipse">
            <a:avLst/>
          </a:prstGeom>
          <a:solidFill>
            <a:srgbClr val="FFC928">
              <a:alpha val="9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S07_村级产能网络_节点14"/>
          <p:cNvSpPr/>
          <p:nvPr/>
        </p:nvSpPr>
        <p:spPr>
          <a:xfrm>
            <a:off x="3447160" y="3148681"/>
            <a:ext cx="64008" cy="64008"/>
          </a:xfrm>
          <a:prstGeom prst="ellipse">
            <a:avLst/>
          </a:prstGeom>
          <a:solidFill>
            <a:srgbClr val="63ECFF">
              <a:alpha val="9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S07_村级产能网络_节点15"/>
          <p:cNvSpPr/>
          <p:nvPr/>
        </p:nvSpPr>
        <p:spPr>
          <a:xfrm>
            <a:off x="1172120" y="3575567"/>
            <a:ext cx="64008" cy="64008"/>
          </a:xfrm>
          <a:prstGeom prst="ellipse">
            <a:avLst/>
          </a:prstGeom>
          <a:solidFill>
            <a:srgbClr val="63ECFF">
              <a:alpha val="9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S07_需求对比_柱1"/>
          <p:cNvSpPr/>
          <p:nvPr/>
        </p:nvSpPr>
        <p:spPr>
          <a:xfrm>
            <a:off x="5230368" y="3984498"/>
            <a:ext cx="214905" cy="496062"/>
          </a:xfrm>
          <a:prstGeom prst="rect">
            <a:avLst/>
          </a:prstGeom>
          <a:solidFill>
            <a:srgbClr val="63ECFF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S07_需求对比_柱2"/>
          <p:cNvSpPr/>
          <p:nvPr/>
        </p:nvSpPr>
        <p:spPr>
          <a:xfrm>
            <a:off x="5563470" y="3800246"/>
            <a:ext cx="214905" cy="680313"/>
          </a:xfrm>
          <a:prstGeom prst="rect">
            <a:avLst/>
          </a:prstGeom>
          <a:solidFill>
            <a:srgbClr val="63ECFF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S07_需求对比_柱3"/>
          <p:cNvSpPr/>
          <p:nvPr/>
        </p:nvSpPr>
        <p:spPr>
          <a:xfrm>
            <a:off x="5896573" y="3658514"/>
            <a:ext cx="214905" cy="822045"/>
          </a:xfrm>
          <a:prstGeom prst="rect">
            <a:avLst/>
          </a:prstGeom>
          <a:solidFill>
            <a:srgbClr val="63ECFF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S07_需求对比_柱4"/>
          <p:cNvSpPr/>
          <p:nvPr/>
        </p:nvSpPr>
        <p:spPr>
          <a:xfrm>
            <a:off x="6229676" y="3460089"/>
            <a:ext cx="214905" cy="1020470"/>
          </a:xfrm>
          <a:prstGeom prst="rect">
            <a:avLst/>
          </a:prstGeom>
          <a:solidFill>
            <a:srgbClr val="63ECFF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S07_需求对比_柱5"/>
          <p:cNvSpPr/>
          <p:nvPr/>
        </p:nvSpPr>
        <p:spPr>
          <a:xfrm>
            <a:off x="6562779" y="3261664"/>
            <a:ext cx="214905" cy="1218895"/>
          </a:xfrm>
          <a:prstGeom prst="rect">
            <a:avLst/>
          </a:prstGeom>
          <a:solidFill>
            <a:srgbClr val="FFC928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S07_需求对比_柱6"/>
          <p:cNvSpPr/>
          <p:nvPr/>
        </p:nvSpPr>
        <p:spPr>
          <a:xfrm>
            <a:off x="6895882" y="3375050"/>
            <a:ext cx="214905" cy="1105509"/>
          </a:xfrm>
          <a:prstGeom prst="rect">
            <a:avLst/>
          </a:prstGeom>
          <a:solidFill>
            <a:srgbClr val="63ECFF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S07_需求对比_柱7"/>
          <p:cNvSpPr/>
          <p:nvPr/>
        </p:nvSpPr>
        <p:spPr>
          <a:xfrm>
            <a:off x="7228985" y="3573475"/>
            <a:ext cx="214905" cy="907084"/>
          </a:xfrm>
          <a:prstGeom prst="rect">
            <a:avLst/>
          </a:prstGeom>
          <a:solidFill>
            <a:srgbClr val="63ECFF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2" name="S07_需求对比_基线"/>
          <p:cNvCxnSpPr/>
          <p:nvPr/>
        </p:nvCxnSpPr>
        <p:spPr>
          <a:xfrm>
            <a:off x="5184648" y="4480560"/>
            <a:ext cx="2377440" cy="0"/>
          </a:xfrm>
          <a:prstGeom prst="line">
            <a:avLst/>
          </a:prstGeom>
          <a:ln w="11176">
            <a:solidFill>
              <a:srgbClr val="6498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3" name="S07_先调剂_盘1"/>
          <p:cNvSpPr/>
          <p:nvPr/>
        </p:nvSpPr>
        <p:spPr>
          <a:xfrm>
            <a:off x="8319942" y="3595786"/>
            <a:ext cx="276514" cy="69128"/>
          </a:xfrm>
          <a:prstGeom prst="ellipse">
            <a:avLst/>
          </a:prstGeom>
          <a:solidFill>
            <a:srgbClr val="146C99"/>
          </a:solidFill>
          <a:ln w="13970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S07_先调剂_盘2"/>
          <p:cNvSpPr/>
          <p:nvPr/>
        </p:nvSpPr>
        <p:spPr>
          <a:xfrm>
            <a:off x="8319942" y="3672596"/>
            <a:ext cx="276514" cy="69128"/>
          </a:xfrm>
          <a:prstGeom prst="ellipse">
            <a:avLst/>
          </a:prstGeom>
          <a:solidFill>
            <a:srgbClr val="146C99"/>
          </a:solidFill>
          <a:ln w="13970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S07_先调剂_盘3"/>
          <p:cNvSpPr/>
          <p:nvPr/>
        </p:nvSpPr>
        <p:spPr>
          <a:xfrm>
            <a:off x="8319942" y="3749405"/>
            <a:ext cx="276514" cy="69128"/>
          </a:xfrm>
          <a:prstGeom prst="ellipse">
            <a:avLst/>
          </a:prstGeom>
          <a:solidFill>
            <a:srgbClr val="146C99"/>
          </a:solidFill>
          <a:ln w="13970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S07_先调剂_平台_光环1"/>
          <p:cNvSpPr/>
          <p:nvPr/>
        </p:nvSpPr>
        <p:spPr>
          <a:xfrm>
            <a:off x="8161020" y="3950208"/>
            <a:ext cx="594360" cy="146304"/>
          </a:xfrm>
          <a:prstGeom prst="ellipse">
            <a:avLst/>
          </a:prstGeom>
          <a:noFill/>
          <a:ln w="22352">
            <a:solidFill>
              <a:srgbClr val="63ECFF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S07_先调剂_平台_光环2"/>
          <p:cNvSpPr/>
          <p:nvPr/>
        </p:nvSpPr>
        <p:spPr>
          <a:xfrm>
            <a:off x="8232343" y="3967764"/>
            <a:ext cx="451713" cy="111191"/>
          </a:xfrm>
          <a:prstGeom prst="ellipse">
            <a:avLst/>
          </a:prstGeom>
          <a:noFill/>
          <a:ln w="13970">
            <a:solidFill>
              <a:srgbClr val="63ECFF">
                <a:alpha val="6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S07_先调剂_平台_光环3"/>
          <p:cNvSpPr/>
          <p:nvPr/>
        </p:nvSpPr>
        <p:spPr>
          <a:xfrm>
            <a:off x="8303666" y="3985320"/>
            <a:ext cx="309067" cy="76078"/>
          </a:xfrm>
          <a:prstGeom prst="ellipse">
            <a:avLst/>
          </a:prstGeom>
          <a:noFill/>
          <a:ln w="13970">
            <a:solidFill>
              <a:srgbClr val="63ECFF">
                <a:alpha val="49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9" name="S07_再维修_扳手柄"/>
          <p:cNvCxnSpPr/>
          <p:nvPr/>
        </p:nvCxnSpPr>
        <p:spPr>
          <a:xfrm flipV="1">
            <a:off x="9375343" y="3611148"/>
            <a:ext cx="203545" cy="199705"/>
          </a:xfrm>
          <a:prstGeom prst="line">
            <a:avLst/>
          </a:prstGeom>
          <a:ln w="50800">
            <a:solidFill>
              <a:srgbClr val="63E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0" name="S07_再维修_扳手头"/>
          <p:cNvSpPr/>
          <p:nvPr/>
        </p:nvSpPr>
        <p:spPr>
          <a:xfrm>
            <a:off x="9528962" y="3557381"/>
            <a:ext cx="119054" cy="119054"/>
          </a:xfrm>
          <a:prstGeom prst="ellipse">
            <a:avLst/>
          </a:prstGeom>
          <a:solidFill>
            <a:srgbClr val="062B49">
              <a:alpha val="100000"/>
            </a:srgbClr>
          </a:solidFill>
          <a:ln w="38100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S07_再维修_扳手尾"/>
          <p:cNvSpPr/>
          <p:nvPr/>
        </p:nvSpPr>
        <p:spPr>
          <a:xfrm>
            <a:off x="9344619" y="3772448"/>
            <a:ext cx="72969" cy="72969"/>
          </a:xfrm>
          <a:prstGeom prst="ellipse">
            <a:avLst/>
          </a:prstGeom>
          <a:solidFill>
            <a:srgbClr val="062B49">
              <a:alpha val="100000"/>
            </a:srgbClr>
          </a:solidFill>
          <a:ln w="27940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S07_再维修_齿轮"/>
          <p:cNvSpPr/>
          <p:nvPr/>
        </p:nvSpPr>
        <p:spPr>
          <a:xfrm>
            <a:off x="9528962" y="3711000"/>
            <a:ext cx="130576" cy="130576"/>
          </a:xfrm>
          <a:prstGeom prst="gear6">
            <a:avLst/>
          </a:prstGeom>
          <a:solidFill>
            <a:srgbClr val="63EC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S07_再维修_平台_光环1"/>
          <p:cNvSpPr/>
          <p:nvPr/>
        </p:nvSpPr>
        <p:spPr>
          <a:xfrm>
            <a:off x="9212580" y="3950208"/>
            <a:ext cx="594360" cy="146304"/>
          </a:xfrm>
          <a:prstGeom prst="ellipse">
            <a:avLst/>
          </a:prstGeom>
          <a:noFill/>
          <a:ln w="22352">
            <a:solidFill>
              <a:srgbClr val="63ECFF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S07_再维修_平台_光环2"/>
          <p:cNvSpPr/>
          <p:nvPr/>
        </p:nvSpPr>
        <p:spPr>
          <a:xfrm>
            <a:off x="9283903" y="3967764"/>
            <a:ext cx="451713" cy="111191"/>
          </a:xfrm>
          <a:prstGeom prst="ellipse">
            <a:avLst/>
          </a:prstGeom>
          <a:noFill/>
          <a:ln w="13970">
            <a:solidFill>
              <a:srgbClr val="63ECFF">
                <a:alpha val="6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S07_再维修_平台_光环3"/>
          <p:cNvSpPr/>
          <p:nvPr/>
        </p:nvSpPr>
        <p:spPr>
          <a:xfrm>
            <a:off x="9355226" y="3985320"/>
            <a:ext cx="309067" cy="76078"/>
          </a:xfrm>
          <a:prstGeom prst="ellipse">
            <a:avLst/>
          </a:prstGeom>
          <a:noFill/>
          <a:ln w="13970">
            <a:solidFill>
              <a:srgbClr val="63ECFF">
                <a:alpha val="49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S07_仍缺再建_屋顶"/>
          <p:cNvSpPr/>
          <p:nvPr/>
        </p:nvSpPr>
        <p:spPr>
          <a:xfrm>
            <a:off x="10376976" y="3503615"/>
            <a:ext cx="368686" cy="172821"/>
          </a:xfrm>
          <a:prstGeom prst="triangle">
            <a:avLst/>
          </a:prstGeom>
          <a:solidFill>
            <a:srgbClr val="F0FCFF"/>
          </a:solidFill>
          <a:ln w="16764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S07_仍缺再建_房体"/>
          <p:cNvSpPr/>
          <p:nvPr/>
        </p:nvSpPr>
        <p:spPr>
          <a:xfrm>
            <a:off x="10415381" y="3672596"/>
            <a:ext cx="291876" cy="207385"/>
          </a:xfrm>
          <a:prstGeom prst="rect">
            <a:avLst/>
          </a:prstGeom>
          <a:solidFill>
            <a:srgbClr val="146C99">
              <a:alpha val="100000"/>
            </a:srgbClr>
          </a:solidFill>
          <a:ln w="15367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S07_仍缺再建_门"/>
          <p:cNvSpPr/>
          <p:nvPr/>
        </p:nvSpPr>
        <p:spPr>
          <a:xfrm>
            <a:off x="10580522" y="3741724"/>
            <a:ext cx="61447" cy="130576"/>
          </a:xfrm>
          <a:prstGeom prst="rect">
            <a:avLst/>
          </a:prstGeom>
          <a:solidFill>
            <a:srgbClr val="062B49">
              <a:alpha val="100000"/>
            </a:srgbClr>
          </a:solidFill>
          <a:ln w="9779">
            <a:solidFill>
              <a:srgbClr val="B0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S07_仍缺再建_平台_光环1"/>
          <p:cNvSpPr/>
          <p:nvPr/>
        </p:nvSpPr>
        <p:spPr>
          <a:xfrm>
            <a:off x="10264140" y="3950208"/>
            <a:ext cx="594360" cy="146304"/>
          </a:xfrm>
          <a:prstGeom prst="ellipse">
            <a:avLst/>
          </a:prstGeom>
          <a:noFill/>
          <a:ln w="22352">
            <a:solidFill>
              <a:srgbClr val="63ECFF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S07_仍缺再建_平台_光环2"/>
          <p:cNvSpPr/>
          <p:nvPr/>
        </p:nvSpPr>
        <p:spPr>
          <a:xfrm>
            <a:off x="10335463" y="3967764"/>
            <a:ext cx="451713" cy="111191"/>
          </a:xfrm>
          <a:prstGeom prst="ellipse">
            <a:avLst/>
          </a:prstGeom>
          <a:noFill/>
          <a:ln w="13970">
            <a:solidFill>
              <a:srgbClr val="63ECFF">
                <a:alpha val="6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S07_仍缺再建_平台_光环3"/>
          <p:cNvSpPr/>
          <p:nvPr/>
        </p:nvSpPr>
        <p:spPr>
          <a:xfrm>
            <a:off x="10406786" y="3985320"/>
            <a:ext cx="309067" cy="76078"/>
          </a:xfrm>
          <a:prstGeom prst="ellipse">
            <a:avLst/>
          </a:prstGeom>
          <a:noFill/>
          <a:ln w="13970">
            <a:solidFill>
              <a:srgbClr val="63ECFF">
                <a:alpha val="49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原生可编辑文字_S07_001_双击编辑"/>
          <p:cNvSpPr txBox="1"/>
          <p:nvPr/>
        </p:nvSpPr>
        <p:spPr>
          <a:xfrm>
            <a:off x="1409700" y="381000"/>
            <a:ext cx="9433560" cy="76962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151">
                <a:solidFill>
                  <a:srgbClr val="F7FCFF"/>
                </a:solidFill>
                <a:latin typeface="Noto Serif CJK SC"/>
              </a:rPr>
              <a:t>模型② 千亩村发展导引：把缺口算出来</a:t>
            </a:r>
          </a:p>
        </p:txBody>
      </p:sp>
      <p:sp>
        <p:nvSpPr>
          <p:cNvPr id="9" name="原生可编辑文字_S07_002_双击编辑"/>
          <p:cNvSpPr txBox="1"/>
          <p:nvPr/>
        </p:nvSpPr>
        <p:spPr>
          <a:xfrm>
            <a:off x="2827020" y="1051560"/>
            <a:ext cx="6278880" cy="5181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800">
                <a:solidFill>
                  <a:srgbClr val="F7FCFF"/>
                </a:solidFill>
                <a:latin typeface="Noto Sans CJK SC"/>
              </a:rPr>
              <a:t>不是问“想建几栋”，而是先算有效烤能，再判断真实缺口</a:t>
            </a:r>
          </a:p>
        </p:txBody>
      </p:sp>
      <p:sp>
        <p:nvSpPr>
          <p:cNvPr id="11" name="原生可编辑文字_S07_003_双击编辑"/>
          <p:cNvSpPr txBox="1"/>
          <p:nvPr/>
        </p:nvSpPr>
        <p:spPr>
          <a:xfrm>
            <a:off x="1196340" y="1623060"/>
            <a:ext cx="861060" cy="66294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4176">
                <a:solidFill>
                  <a:srgbClr val="FFC928"/>
                </a:solidFill>
                <a:latin typeface="Noto Serif CJK SC"/>
              </a:rPr>
              <a:t>01</a:t>
            </a:r>
          </a:p>
        </p:txBody>
      </p:sp>
      <p:sp>
        <p:nvSpPr>
          <p:cNvPr id="13" name="原生可编辑文字_S07_004_双击编辑"/>
          <p:cNvSpPr txBox="1"/>
          <p:nvPr/>
        </p:nvSpPr>
        <p:spPr>
          <a:xfrm>
            <a:off x="5029200" y="1623060"/>
            <a:ext cx="922020" cy="66294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4176">
                <a:solidFill>
                  <a:srgbClr val="FFC928"/>
                </a:solidFill>
                <a:latin typeface="Noto Serif CJK SC"/>
              </a:rPr>
              <a:t>02</a:t>
            </a:r>
          </a:p>
        </p:txBody>
      </p:sp>
      <p:sp>
        <p:nvSpPr>
          <p:cNvPr id="15" name="原生可编辑文字_S07_005_双击编辑"/>
          <p:cNvSpPr txBox="1"/>
          <p:nvPr/>
        </p:nvSpPr>
        <p:spPr>
          <a:xfrm>
            <a:off x="8854440" y="1623060"/>
            <a:ext cx="929640" cy="68580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4320">
                <a:solidFill>
                  <a:srgbClr val="FFC928"/>
                </a:solidFill>
                <a:latin typeface="Noto Serif CJK SC"/>
              </a:rPr>
              <a:t>03</a:t>
            </a:r>
          </a:p>
        </p:txBody>
      </p:sp>
      <p:sp>
        <p:nvSpPr>
          <p:cNvPr id="17" name="原生可编辑文字_S07_006_双击编辑"/>
          <p:cNvSpPr txBox="1"/>
          <p:nvPr/>
        </p:nvSpPr>
        <p:spPr>
          <a:xfrm>
            <a:off x="1409700" y="2331720"/>
            <a:ext cx="1851660" cy="50292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692">
                <a:solidFill>
                  <a:srgbClr val="63ECFF"/>
                </a:solidFill>
                <a:latin typeface="Noto Serif CJK SC"/>
              </a:rPr>
              <a:t>算有效烤能</a:t>
            </a:r>
          </a:p>
        </p:txBody>
      </p:sp>
      <p:sp>
        <p:nvSpPr>
          <p:cNvPr id="19" name="原生可编辑文字_S07_007_双击编辑"/>
          <p:cNvSpPr txBox="1"/>
          <p:nvPr/>
        </p:nvSpPr>
        <p:spPr>
          <a:xfrm>
            <a:off x="5242560" y="2331720"/>
            <a:ext cx="1828800" cy="50292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692">
                <a:solidFill>
                  <a:srgbClr val="63ECFF"/>
                </a:solidFill>
                <a:latin typeface="Noto Serif CJK SC"/>
              </a:rPr>
              <a:t>判真实缺口</a:t>
            </a:r>
          </a:p>
        </p:txBody>
      </p:sp>
      <p:sp>
        <p:nvSpPr>
          <p:cNvPr id="21" name="原生可编辑文字_S07_008_双击编辑"/>
          <p:cNvSpPr txBox="1"/>
          <p:nvPr/>
        </p:nvSpPr>
        <p:spPr>
          <a:xfrm>
            <a:off x="952500" y="2720340"/>
            <a:ext cx="2804160" cy="4038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48">
                <a:solidFill>
                  <a:srgbClr val="F2F8FF"/>
                </a:solidFill>
                <a:latin typeface="Noto Sans CJK SC"/>
              </a:rPr>
              <a:t>可用烤房 / 健康折损 / 产能折算</a:t>
            </a:r>
          </a:p>
        </p:txBody>
      </p:sp>
      <p:sp>
        <p:nvSpPr>
          <p:cNvPr id="23" name="原生可编辑文字_S07_009_双击编辑"/>
          <p:cNvSpPr txBox="1"/>
          <p:nvPr/>
        </p:nvSpPr>
        <p:spPr>
          <a:xfrm>
            <a:off x="4777740" y="2735580"/>
            <a:ext cx="2735580" cy="38100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650">
                <a:solidFill>
                  <a:srgbClr val="F2F8FF"/>
                </a:solidFill>
                <a:latin typeface="Noto Sans CJK SC"/>
              </a:rPr>
              <a:t>烟叶需求 / 可用产能 / 缺口识别</a:t>
            </a:r>
          </a:p>
        </p:txBody>
      </p:sp>
      <p:sp>
        <p:nvSpPr>
          <p:cNvPr id="26" name="原生可编辑文字_S07_011_双击编辑"/>
          <p:cNvSpPr txBox="1"/>
          <p:nvPr/>
        </p:nvSpPr>
        <p:spPr>
          <a:xfrm>
            <a:off x="9227820" y="2331720"/>
            <a:ext cx="1775460" cy="50292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692">
                <a:solidFill>
                  <a:srgbClr val="63ECFF"/>
                </a:solidFill>
                <a:latin typeface="Noto Serif CJK SC"/>
              </a:rPr>
              <a:t>做建设推演</a:t>
            </a:r>
          </a:p>
        </p:txBody>
      </p:sp>
      <p:sp>
        <p:nvSpPr>
          <p:cNvPr id="28" name="原生可编辑文字_S07_012_双击编辑"/>
          <p:cNvSpPr txBox="1"/>
          <p:nvPr/>
        </p:nvSpPr>
        <p:spPr>
          <a:xfrm>
            <a:off x="8785860" y="2735580"/>
            <a:ext cx="2682240" cy="38100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650">
                <a:solidFill>
                  <a:srgbClr val="F2F8FF"/>
                </a:solidFill>
                <a:latin typeface="Noto Sans CJK SC"/>
              </a:rPr>
              <a:t>维修优先 / 调剂优先 / 新建情景</a:t>
            </a:r>
          </a:p>
        </p:txBody>
      </p:sp>
      <p:sp>
        <p:nvSpPr>
          <p:cNvPr id="30" name="原生可编辑文字_S07_013_双击编辑"/>
          <p:cNvSpPr txBox="1"/>
          <p:nvPr/>
        </p:nvSpPr>
        <p:spPr>
          <a:xfrm>
            <a:off x="3520440" y="3413760"/>
            <a:ext cx="731520" cy="3581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b="0" sz="1551">
                <a:solidFill>
                  <a:srgbClr val="F2F8FF"/>
                </a:solidFill>
                <a:latin typeface="Noto Sans CJK SC"/>
              </a:rPr>
              <a:t>调剂能力
168栋</a:t>
            </a:r>
          </a:p>
        </p:txBody>
      </p:sp>
      <p:sp>
        <p:nvSpPr>
          <p:cNvPr id="32" name="原生可编辑文字_S07_014_双击编辑"/>
          <p:cNvSpPr txBox="1"/>
          <p:nvPr/>
        </p:nvSpPr>
        <p:spPr>
          <a:xfrm>
            <a:off x="3573780" y="3604260"/>
            <a:ext cx="624840" cy="3429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b="0" sz="1485">
                <a:solidFill>
                  <a:srgbClr val="F2F8FF"/>
                </a:solidFill>
                <a:latin typeface="Noto Sans CJK SC"/>
              </a:rPr>
              <a:t>可用烤房
168栋</a:t>
            </a:r>
          </a:p>
        </p:txBody>
      </p:sp>
      <p:sp>
        <p:nvSpPr>
          <p:cNvPr id="34" name="原生可编辑文字_S07_015_双击编辑"/>
          <p:cNvSpPr txBox="1"/>
          <p:nvPr/>
        </p:nvSpPr>
        <p:spPr>
          <a:xfrm>
            <a:off x="5966459" y="3482340"/>
            <a:ext cx="1028700" cy="3276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419">
                <a:solidFill>
                  <a:srgbClr val="F2F8FF"/>
                </a:solidFill>
                <a:latin typeface="Noto Sans CJK SC"/>
              </a:rPr>
              <a:t>烟叶需求（吨）</a:t>
            </a:r>
          </a:p>
        </p:txBody>
      </p:sp>
      <p:sp>
        <p:nvSpPr>
          <p:cNvPr id="36" name="原生可编辑文字_S07_016_双击编辑"/>
          <p:cNvSpPr txBox="1"/>
          <p:nvPr/>
        </p:nvSpPr>
        <p:spPr>
          <a:xfrm>
            <a:off x="7185660" y="3482340"/>
            <a:ext cx="1051560" cy="35052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518">
                <a:solidFill>
                  <a:srgbClr val="F2F8FF"/>
                </a:solidFill>
                <a:latin typeface="Noto Sans CJK SC"/>
              </a:rPr>
              <a:t>可用产能（吨）</a:t>
            </a:r>
          </a:p>
        </p:txBody>
      </p:sp>
      <p:sp>
        <p:nvSpPr>
          <p:cNvPr id="38" name="原生可编辑文字_S07_017_双击编辑"/>
          <p:cNvSpPr txBox="1"/>
          <p:nvPr/>
        </p:nvSpPr>
        <p:spPr>
          <a:xfrm>
            <a:off x="967740" y="3604260"/>
            <a:ext cx="754380" cy="3505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b="0" sz="1518">
                <a:solidFill>
                  <a:srgbClr val="F2F8FF"/>
                </a:solidFill>
                <a:latin typeface="Noto Sans CJK SC"/>
              </a:rPr>
              <a:t>现有烤房
1,256栋</a:t>
            </a:r>
          </a:p>
        </p:txBody>
      </p:sp>
      <p:sp>
        <p:nvSpPr>
          <p:cNvPr id="40" name="原生可编辑文字_S07_018_双击编辑"/>
          <p:cNvSpPr txBox="1"/>
          <p:nvPr/>
        </p:nvSpPr>
        <p:spPr>
          <a:xfrm>
            <a:off x="982980" y="3802380"/>
            <a:ext cx="838200" cy="38100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650">
                <a:solidFill>
                  <a:srgbClr val="F2F8FF"/>
                </a:solidFill>
                <a:latin typeface="Noto Sans CJK SC"/>
              </a:rPr>
              <a:t>1,256栋</a:t>
            </a:r>
          </a:p>
        </p:txBody>
      </p:sp>
      <p:sp>
        <p:nvSpPr>
          <p:cNvPr id="42" name="原生可编辑文字_S07_019_双击编辑"/>
          <p:cNvSpPr txBox="1"/>
          <p:nvPr/>
        </p:nvSpPr>
        <p:spPr>
          <a:xfrm>
            <a:off x="9441180" y="3535680"/>
            <a:ext cx="1295400" cy="39624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16">
                <a:solidFill>
                  <a:srgbClr val="F2F8FF"/>
                </a:solidFill>
                <a:latin typeface="Noto Sans CJK SC"/>
              </a:rPr>
              <a:t>建设推演路径</a:t>
            </a:r>
          </a:p>
        </p:txBody>
      </p:sp>
      <p:sp>
        <p:nvSpPr>
          <p:cNvPr id="44" name="原生可编辑文字_S07_020_双击编辑"/>
          <p:cNvSpPr txBox="1"/>
          <p:nvPr/>
        </p:nvSpPr>
        <p:spPr>
          <a:xfrm>
            <a:off x="2194560" y="4084320"/>
            <a:ext cx="746760" cy="3505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b="0" sz="1518">
                <a:solidFill>
                  <a:srgbClr val="F2F8FF"/>
                </a:solidFill>
                <a:latin typeface="Noto Sans CJK SC"/>
              </a:rPr>
              <a:t>可用烤能
682栋</a:t>
            </a:r>
          </a:p>
        </p:txBody>
      </p:sp>
      <p:sp>
        <p:nvSpPr>
          <p:cNvPr id="46" name="原生可编辑文字_S07_021_双击编辑"/>
          <p:cNvSpPr txBox="1"/>
          <p:nvPr/>
        </p:nvSpPr>
        <p:spPr>
          <a:xfrm>
            <a:off x="2240280" y="4282440"/>
            <a:ext cx="662940" cy="34290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485">
                <a:solidFill>
                  <a:srgbClr val="F2F8FF"/>
                </a:solidFill>
                <a:latin typeface="Noto Sans CJK SC"/>
              </a:rPr>
              <a:t>682栋</a:t>
            </a:r>
          </a:p>
        </p:txBody>
      </p:sp>
      <p:sp>
        <p:nvSpPr>
          <p:cNvPr id="48" name="原生可编辑文字_S07_022_双击编辑"/>
          <p:cNvSpPr txBox="1"/>
          <p:nvPr/>
        </p:nvSpPr>
        <p:spPr>
          <a:xfrm>
            <a:off x="7810499" y="3992879"/>
            <a:ext cx="609600" cy="38100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1650">
                <a:solidFill>
                  <a:srgbClr val="FFC928"/>
                </a:solidFill>
                <a:latin typeface="Noto Sans CJK SC"/>
              </a:rPr>
              <a:t>缺口</a:t>
            </a:r>
          </a:p>
        </p:txBody>
      </p:sp>
      <p:sp>
        <p:nvSpPr>
          <p:cNvPr id="50" name="原生可编辑文字_S07_023_双击编辑"/>
          <p:cNvSpPr txBox="1"/>
          <p:nvPr/>
        </p:nvSpPr>
        <p:spPr>
          <a:xfrm>
            <a:off x="3040379" y="4617720"/>
            <a:ext cx="731520" cy="3429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b="0" sz="1485">
                <a:solidFill>
                  <a:srgbClr val="F2F8FF"/>
                </a:solidFill>
                <a:latin typeface="Noto Sans CJK SC"/>
              </a:rPr>
              <a:t>健康折损
213栋</a:t>
            </a:r>
          </a:p>
        </p:txBody>
      </p:sp>
      <p:sp>
        <p:nvSpPr>
          <p:cNvPr id="52" name="原生可编辑文字_S07_024_双击编辑"/>
          <p:cNvSpPr txBox="1"/>
          <p:nvPr/>
        </p:nvSpPr>
        <p:spPr>
          <a:xfrm>
            <a:off x="3093720" y="4808220"/>
            <a:ext cx="662940" cy="35052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518">
                <a:solidFill>
                  <a:srgbClr val="F2F8FF"/>
                </a:solidFill>
                <a:latin typeface="Noto Sans CJK SC"/>
              </a:rPr>
              <a:t>213栋</a:t>
            </a:r>
          </a:p>
        </p:txBody>
      </p:sp>
      <p:sp>
        <p:nvSpPr>
          <p:cNvPr id="54" name="原生可编辑文字_S07_025_双击编辑"/>
          <p:cNvSpPr txBox="1"/>
          <p:nvPr/>
        </p:nvSpPr>
        <p:spPr>
          <a:xfrm>
            <a:off x="5859780" y="5128260"/>
            <a:ext cx="502920" cy="3276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064">
                <a:solidFill>
                  <a:srgbClr val="F2F8FF"/>
                </a:solidFill>
                <a:latin typeface="Noto Serif CJK SC"/>
              </a:rPr>
              <a:t>2024</a:t>
            </a:r>
          </a:p>
        </p:txBody>
      </p:sp>
      <p:sp>
        <p:nvSpPr>
          <p:cNvPr id="56" name="原生可编辑文字_S07_026_双击编辑"/>
          <p:cNvSpPr txBox="1"/>
          <p:nvPr/>
        </p:nvSpPr>
        <p:spPr>
          <a:xfrm>
            <a:off x="6355080" y="5128260"/>
            <a:ext cx="502920" cy="3276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064">
                <a:solidFill>
                  <a:srgbClr val="F2F8FF"/>
                </a:solidFill>
                <a:latin typeface="Noto Serif CJK SC"/>
              </a:rPr>
              <a:t>2025</a:t>
            </a:r>
          </a:p>
        </p:txBody>
      </p:sp>
      <p:sp>
        <p:nvSpPr>
          <p:cNvPr id="58" name="原生可编辑文字_S07_027_双击编辑"/>
          <p:cNvSpPr txBox="1"/>
          <p:nvPr/>
        </p:nvSpPr>
        <p:spPr>
          <a:xfrm>
            <a:off x="6835140" y="5128260"/>
            <a:ext cx="502920" cy="3276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064">
                <a:solidFill>
                  <a:srgbClr val="F2F8FF"/>
                </a:solidFill>
                <a:latin typeface="Noto Serif CJK SC"/>
              </a:rPr>
              <a:t>2026</a:t>
            </a:r>
          </a:p>
        </p:txBody>
      </p:sp>
      <p:sp>
        <p:nvSpPr>
          <p:cNvPr id="60" name="原生可编辑文字_S07_028_双击编辑"/>
          <p:cNvSpPr txBox="1"/>
          <p:nvPr/>
        </p:nvSpPr>
        <p:spPr>
          <a:xfrm>
            <a:off x="7292340" y="5128260"/>
            <a:ext cx="502920" cy="31242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1968">
                <a:solidFill>
                  <a:srgbClr val="F2F8FF"/>
                </a:solidFill>
                <a:latin typeface="Noto Serif CJK SC"/>
              </a:rPr>
              <a:t>2027</a:t>
            </a:r>
          </a:p>
        </p:txBody>
      </p:sp>
      <p:sp>
        <p:nvSpPr>
          <p:cNvPr id="62" name="原生可编辑文字_S07_029_双击编辑"/>
          <p:cNvSpPr txBox="1"/>
          <p:nvPr/>
        </p:nvSpPr>
        <p:spPr>
          <a:xfrm>
            <a:off x="7772400" y="5128260"/>
            <a:ext cx="487680" cy="31242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1968">
                <a:solidFill>
                  <a:srgbClr val="F2F8FF"/>
                </a:solidFill>
                <a:latin typeface="Noto Serif CJK SC"/>
              </a:rPr>
              <a:t>2028</a:t>
            </a:r>
          </a:p>
        </p:txBody>
      </p:sp>
      <p:sp>
        <p:nvSpPr>
          <p:cNvPr id="64" name="原生可编辑文字_S07_030_双击编辑"/>
          <p:cNvSpPr txBox="1"/>
          <p:nvPr/>
        </p:nvSpPr>
        <p:spPr>
          <a:xfrm>
            <a:off x="8801100" y="4564380"/>
            <a:ext cx="678180" cy="4038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1748">
                <a:solidFill>
                  <a:srgbClr val="FFC928"/>
                </a:solidFill>
                <a:latin typeface="Noto Sans CJK SC"/>
              </a:rPr>
              <a:t>先调剂</a:t>
            </a:r>
          </a:p>
        </p:txBody>
      </p:sp>
      <p:sp>
        <p:nvSpPr>
          <p:cNvPr id="66" name="原生可编辑文字_S07_031_双击编辑"/>
          <p:cNvSpPr txBox="1"/>
          <p:nvPr/>
        </p:nvSpPr>
        <p:spPr>
          <a:xfrm>
            <a:off x="8778240" y="4899660"/>
            <a:ext cx="723900" cy="3505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b="0" sz="1518">
                <a:solidFill>
                  <a:srgbClr val="F2F8FF"/>
                </a:solidFill>
                <a:latin typeface="Noto Sans CJK SC"/>
              </a:rPr>
              <a:t>跨村调剂
统筹使用</a:t>
            </a:r>
          </a:p>
        </p:txBody>
      </p:sp>
      <p:sp>
        <p:nvSpPr>
          <p:cNvPr id="68" name="原生可编辑文字_S07_032_双击编辑"/>
          <p:cNvSpPr txBox="1"/>
          <p:nvPr/>
        </p:nvSpPr>
        <p:spPr>
          <a:xfrm>
            <a:off x="8778240" y="5090160"/>
            <a:ext cx="723900" cy="35814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551">
                <a:solidFill>
                  <a:srgbClr val="F2F8FF"/>
                </a:solidFill>
                <a:latin typeface="Noto Sans CJK SC"/>
              </a:rPr>
              <a:t>统筹使用</a:t>
            </a:r>
          </a:p>
        </p:txBody>
      </p:sp>
      <p:sp>
        <p:nvSpPr>
          <p:cNvPr id="70" name="原生可编辑文字_S07_033_双击编辑"/>
          <p:cNvSpPr txBox="1"/>
          <p:nvPr/>
        </p:nvSpPr>
        <p:spPr>
          <a:xfrm>
            <a:off x="9845040" y="4564380"/>
            <a:ext cx="701040" cy="4038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1748">
                <a:solidFill>
                  <a:srgbClr val="FFC928"/>
                </a:solidFill>
                <a:latin typeface="Noto Sans CJK SC"/>
              </a:rPr>
              <a:t>再修复</a:t>
            </a:r>
          </a:p>
        </p:txBody>
      </p:sp>
      <p:sp>
        <p:nvSpPr>
          <p:cNvPr id="72" name="原生可编辑文字_S07_034_双击编辑"/>
          <p:cNvSpPr txBox="1"/>
          <p:nvPr/>
        </p:nvSpPr>
        <p:spPr>
          <a:xfrm>
            <a:off x="9829800" y="4899660"/>
            <a:ext cx="731520" cy="3429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b="0" sz="1485">
                <a:solidFill>
                  <a:srgbClr val="F2F8FF"/>
                </a:solidFill>
                <a:latin typeface="Noto Sans CJK SC"/>
              </a:rPr>
              <a:t>优先维修
提升健康度</a:t>
            </a:r>
          </a:p>
        </p:txBody>
      </p:sp>
      <p:sp>
        <p:nvSpPr>
          <p:cNvPr id="74" name="原生可编辑文字_S07_035_双击编辑"/>
          <p:cNvSpPr txBox="1"/>
          <p:nvPr/>
        </p:nvSpPr>
        <p:spPr>
          <a:xfrm>
            <a:off x="9776460" y="5097780"/>
            <a:ext cx="853440" cy="34290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485">
                <a:solidFill>
                  <a:srgbClr val="F2F8FF"/>
                </a:solidFill>
                <a:latin typeface="Noto Sans CJK SC"/>
              </a:rPr>
              <a:t>提升健康度</a:t>
            </a:r>
          </a:p>
        </p:txBody>
      </p:sp>
      <p:sp>
        <p:nvSpPr>
          <p:cNvPr id="76" name="原生可编辑文字_S07_036_双击编辑"/>
          <p:cNvSpPr txBox="1"/>
          <p:nvPr/>
        </p:nvSpPr>
        <p:spPr>
          <a:xfrm>
            <a:off x="10660380" y="4579620"/>
            <a:ext cx="1264920" cy="3657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1584">
                <a:solidFill>
                  <a:srgbClr val="FFC928"/>
                </a:solidFill>
                <a:latin typeface="Noto Sans CJK SC"/>
              </a:rPr>
              <a:t>仍有结构性缺口</a:t>
            </a:r>
          </a:p>
        </p:txBody>
      </p:sp>
      <p:sp>
        <p:nvSpPr>
          <p:cNvPr id="78" name="原生可编辑文字_S07_037_双击编辑"/>
          <p:cNvSpPr txBox="1"/>
          <p:nvPr/>
        </p:nvSpPr>
        <p:spPr>
          <a:xfrm>
            <a:off x="10965180" y="4792980"/>
            <a:ext cx="678180" cy="3657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1584">
                <a:solidFill>
                  <a:srgbClr val="FFC928"/>
                </a:solidFill>
                <a:latin typeface="Noto Sans CJK SC"/>
              </a:rPr>
              <a:t>才新建</a:t>
            </a:r>
          </a:p>
        </p:txBody>
      </p:sp>
      <p:sp>
        <p:nvSpPr>
          <p:cNvPr id="80" name="原生可编辑文字_S07_038_双击编辑"/>
          <p:cNvSpPr txBox="1"/>
          <p:nvPr/>
        </p:nvSpPr>
        <p:spPr>
          <a:xfrm>
            <a:off x="10927080" y="5097780"/>
            <a:ext cx="731520" cy="3429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b="0" sz="1485">
                <a:solidFill>
                  <a:srgbClr val="F2F8FF"/>
                </a:solidFill>
                <a:latin typeface="Noto Sans CJK SC"/>
              </a:rPr>
              <a:t>按需新增
合理布局</a:t>
            </a:r>
          </a:p>
        </p:txBody>
      </p:sp>
      <p:sp>
        <p:nvSpPr>
          <p:cNvPr id="82" name="原生可编辑文字_S07_039_双击编辑"/>
          <p:cNvSpPr txBox="1"/>
          <p:nvPr/>
        </p:nvSpPr>
        <p:spPr>
          <a:xfrm>
            <a:off x="10942320" y="5273040"/>
            <a:ext cx="716280" cy="35052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518">
                <a:solidFill>
                  <a:srgbClr val="F2F8FF"/>
                </a:solidFill>
                <a:latin typeface="Noto Sans CJK SC"/>
              </a:rPr>
              <a:t>合理布局</a:t>
            </a:r>
          </a:p>
        </p:txBody>
      </p:sp>
      <p:sp>
        <p:nvSpPr>
          <p:cNvPr id="84" name="原生可编辑文字_S07_040_双击编辑"/>
          <p:cNvSpPr txBox="1"/>
          <p:nvPr/>
        </p:nvSpPr>
        <p:spPr>
          <a:xfrm>
            <a:off x="2788920" y="6126480"/>
            <a:ext cx="6583680" cy="60960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100">
                <a:solidFill>
                  <a:srgbClr val="F2F8FF"/>
                </a:solidFill>
                <a:latin typeface="Noto Serif CJK SC"/>
              </a:rPr>
              <a:t>把“有多少栋”改成“有多少有效烤能”，建设才有依据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_深蓝底_可编辑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B49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背景_左上光束_1"/>
          <p:cNvSpPr/>
          <p:nvPr/>
        </p:nvSpPr>
        <p:spPr>
          <a:xfrm>
            <a:off x="0" y="0"/>
            <a:ext cx="2423160" cy="1828800"/>
          </a:xfrm>
          <a:custGeom>
            <a:avLst/>
            <a:gdLst/>
            <a:ahLst/>
            <a:cxnLst/>
            <a:rect l="l" t="t" r="r" b="b"/>
            <a:pathLst>
              <a:path w="2423160" h="1828800">
                <a:moveTo>
                  <a:pt x="0" y="0"/>
                </a:moveTo>
                <a:lnTo>
                  <a:pt x="914400" y="0"/>
                </a:lnTo>
                <a:lnTo>
                  <a:pt x="2423160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8DEBFF">
              <a:alpha val="2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背景_左上光束_2"/>
          <p:cNvSpPr/>
          <p:nvPr/>
        </p:nvSpPr>
        <p:spPr>
          <a:xfrm>
            <a:off x="274320" y="0"/>
            <a:ext cx="2423159" cy="1828800"/>
          </a:xfrm>
          <a:custGeom>
            <a:avLst/>
            <a:gdLst/>
            <a:ahLst/>
            <a:cxnLst/>
            <a:rect l="l" t="t" r="r" b="b"/>
            <a:pathLst>
              <a:path w="2423159" h="1828800">
                <a:moveTo>
                  <a:pt x="0" y="0"/>
                </a:moveTo>
                <a:lnTo>
                  <a:pt x="914400" y="0"/>
                </a:lnTo>
                <a:lnTo>
                  <a:pt x="2423159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8DEBFF">
              <a:alpha val="2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背景_左上光束_3"/>
          <p:cNvSpPr/>
          <p:nvPr/>
        </p:nvSpPr>
        <p:spPr>
          <a:xfrm>
            <a:off x="640080" y="0"/>
            <a:ext cx="2423159" cy="1828800"/>
          </a:xfrm>
          <a:custGeom>
            <a:avLst/>
            <a:gdLst/>
            <a:ahLst/>
            <a:cxnLst/>
            <a:rect l="l" t="t" r="r" b="b"/>
            <a:pathLst>
              <a:path w="2423159" h="1828800">
                <a:moveTo>
                  <a:pt x="0" y="0"/>
                </a:moveTo>
                <a:lnTo>
                  <a:pt x="914400" y="0"/>
                </a:lnTo>
                <a:lnTo>
                  <a:pt x="2423159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8DEBFF">
              <a:alpha val="2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背景_星点_1"/>
          <p:cNvSpPr/>
          <p:nvPr/>
        </p:nvSpPr>
        <p:spPr>
          <a:xfrm>
            <a:off x="10457280" y="2433745"/>
            <a:ext cx="27432" cy="27432"/>
          </a:xfrm>
          <a:prstGeom prst="ellipse">
            <a:avLst/>
          </a:prstGeom>
          <a:solidFill>
            <a:srgbClr val="E8FDFF">
              <a:alpha val="68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背景_星点_2"/>
          <p:cNvSpPr/>
          <p:nvPr/>
        </p:nvSpPr>
        <p:spPr>
          <a:xfrm>
            <a:off x="939183" y="3228594"/>
            <a:ext cx="27432" cy="27432"/>
          </a:xfrm>
          <a:prstGeom prst="ellipse">
            <a:avLst/>
          </a:prstGeom>
          <a:solidFill>
            <a:srgbClr val="E8FDFF">
              <a:alpha val="5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背景_星点_3"/>
          <p:cNvSpPr/>
          <p:nvPr/>
        </p:nvSpPr>
        <p:spPr>
          <a:xfrm>
            <a:off x="10708416" y="3425505"/>
            <a:ext cx="22860" cy="22860"/>
          </a:xfrm>
          <a:prstGeom prst="ellipse">
            <a:avLst/>
          </a:prstGeom>
          <a:solidFill>
            <a:srgbClr val="E8FDFF">
              <a:alpha val="46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背景_星点_4"/>
          <p:cNvSpPr/>
          <p:nvPr/>
        </p:nvSpPr>
        <p:spPr>
          <a:xfrm>
            <a:off x="3015954" y="3066309"/>
            <a:ext cx="36576" cy="36576"/>
          </a:xfrm>
          <a:prstGeom prst="ellipse">
            <a:avLst/>
          </a:prstGeom>
          <a:solidFill>
            <a:srgbClr val="E8FDFF">
              <a:alpha val="53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背景_星点_5"/>
          <p:cNvSpPr/>
          <p:nvPr/>
        </p:nvSpPr>
        <p:spPr>
          <a:xfrm>
            <a:off x="6771773" y="3365873"/>
            <a:ext cx="22860" cy="22860"/>
          </a:xfrm>
          <a:prstGeom prst="ellipse">
            <a:avLst/>
          </a:prstGeom>
          <a:solidFill>
            <a:srgbClr val="E8FDFF">
              <a:alpha val="66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背景_星点_6"/>
          <p:cNvSpPr/>
          <p:nvPr/>
        </p:nvSpPr>
        <p:spPr>
          <a:xfrm>
            <a:off x="5186583" y="2522675"/>
            <a:ext cx="36576" cy="36576"/>
          </a:xfrm>
          <a:prstGeom prst="ellipse">
            <a:avLst/>
          </a:prstGeom>
          <a:solidFill>
            <a:srgbClr val="E8FDFF">
              <a:alpha val="31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背景_星点_7"/>
          <p:cNvSpPr/>
          <p:nvPr/>
        </p:nvSpPr>
        <p:spPr>
          <a:xfrm>
            <a:off x="7359732" y="2735058"/>
            <a:ext cx="18288" cy="18288"/>
          </a:xfrm>
          <a:prstGeom prst="ellipse">
            <a:avLst/>
          </a:prstGeom>
          <a:solidFill>
            <a:srgbClr val="E8FDFF">
              <a:alpha val="34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背景_星点_8"/>
          <p:cNvSpPr/>
          <p:nvPr/>
        </p:nvSpPr>
        <p:spPr>
          <a:xfrm>
            <a:off x="5004945" y="1327556"/>
            <a:ext cx="27432" cy="27432"/>
          </a:xfrm>
          <a:prstGeom prst="ellipse">
            <a:avLst/>
          </a:prstGeom>
          <a:solidFill>
            <a:srgbClr val="E8FDFF">
              <a:alpha val="59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背景_星点_9"/>
          <p:cNvSpPr/>
          <p:nvPr/>
        </p:nvSpPr>
        <p:spPr>
          <a:xfrm>
            <a:off x="7493879" y="4088704"/>
            <a:ext cx="22860" cy="22860"/>
          </a:xfrm>
          <a:prstGeom prst="ellipse">
            <a:avLst/>
          </a:prstGeom>
          <a:solidFill>
            <a:srgbClr val="E8FDFF">
              <a:alpha val="74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背景_星点_10"/>
          <p:cNvSpPr/>
          <p:nvPr/>
        </p:nvSpPr>
        <p:spPr>
          <a:xfrm>
            <a:off x="10101963" y="1345992"/>
            <a:ext cx="36576" cy="36576"/>
          </a:xfrm>
          <a:prstGeom prst="ellipse">
            <a:avLst/>
          </a:prstGeom>
          <a:solidFill>
            <a:srgbClr val="E8FDFF">
              <a:alpha val="7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背景_星点_11"/>
          <p:cNvSpPr/>
          <p:nvPr/>
        </p:nvSpPr>
        <p:spPr>
          <a:xfrm>
            <a:off x="1827158" y="3397252"/>
            <a:ext cx="27432" cy="27432"/>
          </a:xfrm>
          <a:prstGeom prst="ellipse">
            <a:avLst/>
          </a:prstGeom>
          <a:solidFill>
            <a:srgbClr val="E8FDFF">
              <a:alpha val="4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背景_星点_12"/>
          <p:cNvSpPr/>
          <p:nvPr/>
        </p:nvSpPr>
        <p:spPr>
          <a:xfrm>
            <a:off x="8373197" y="461027"/>
            <a:ext cx="22860" cy="22860"/>
          </a:xfrm>
          <a:prstGeom prst="ellipse">
            <a:avLst/>
          </a:prstGeom>
          <a:solidFill>
            <a:srgbClr val="E8FDFF">
              <a:alpha val="41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背景_星点_13"/>
          <p:cNvSpPr/>
          <p:nvPr/>
        </p:nvSpPr>
        <p:spPr>
          <a:xfrm>
            <a:off x="9506472" y="391425"/>
            <a:ext cx="18288" cy="18288"/>
          </a:xfrm>
          <a:prstGeom prst="ellipse">
            <a:avLst/>
          </a:prstGeom>
          <a:solidFill>
            <a:srgbClr val="E8FDFF">
              <a:alpha val="68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背景_星点_14"/>
          <p:cNvSpPr/>
          <p:nvPr/>
        </p:nvSpPr>
        <p:spPr>
          <a:xfrm>
            <a:off x="3959812" y="486102"/>
            <a:ext cx="13716" cy="13716"/>
          </a:xfrm>
          <a:prstGeom prst="ellipse">
            <a:avLst/>
          </a:prstGeom>
          <a:solidFill>
            <a:srgbClr val="E8FDFF">
              <a:alpha val="71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背景_星点_15"/>
          <p:cNvSpPr/>
          <p:nvPr/>
        </p:nvSpPr>
        <p:spPr>
          <a:xfrm>
            <a:off x="2993245" y="3747201"/>
            <a:ext cx="22860" cy="22860"/>
          </a:xfrm>
          <a:prstGeom prst="ellipse">
            <a:avLst/>
          </a:prstGeom>
          <a:solidFill>
            <a:srgbClr val="E8FDFF">
              <a:alpha val="3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背景_星点_16"/>
          <p:cNvSpPr/>
          <p:nvPr/>
        </p:nvSpPr>
        <p:spPr>
          <a:xfrm>
            <a:off x="10272678" y="371211"/>
            <a:ext cx="22860" cy="22860"/>
          </a:xfrm>
          <a:prstGeom prst="ellipse">
            <a:avLst/>
          </a:prstGeom>
          <a:solidFill>
            <a:srgbClr val="E8FDFF">
              <a:alpha val="3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背景_星点_17"/>
          <p:cNvSpPr/>
          <p:nvPr/>
        </p:nvSpPr>
        <p:spPr>
          <a:xfrm>
            <a:off x="11630554" y="1463189"/>
            <a:ext cx="27432" cy="27432"/>
          </a:xfrm>
          <a:prstGeom prst="ellipse">
            <a:avLst/>
          </a:prstGeom>
          <a:solidFill>
            <a:srgbClr val="E8FDFF">
              <a:alpha val="7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背景_星点_18"/>
          <p:cNvSpPr/>
          <p:nvPr/>
        </p:nvSpPr>
        <p:spPr>
          <a:xfrm>
            <a:off x="7709546" y="1709439"/>
            <a:ext cx="27432" cy="27432"/>
          </a:xfrm>
          <a:prstGeom prst="ellipse">
            <a:avLst/>
          </a:prstGeom>
          <a:solidFill>
            <a:srgbClr val="E8FDFF">
              <a:alpha val="63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背景_星点_19"/>
          <p:cNvSpPr/>
          <p:nvPr/>
        </p:nvSpPr>
        <p:spPr>
          <a:xfrm>
            <a:off x="5741531" y="3498456"/>
            <a:ext cx="18288" cy="18288"/>
          </a:xfrm>
          <a:prstGeom prst="ellipse">
            <a:avLst/>
          </a:prstGeom>
          <a:solidFill>
            <a:srgbClr val="E8FDFF">
              <a:alpha val="7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背景_星点_20"/>
          <p:cNvSpPr/>
          <p:nvPr/>
        </p:nvSpPr>
        <p:spPr>
          <a:xfrm>
            <a:off x="3688976" y="416654"/>
            <a:ext cx="13716" cy="13716"/>
          </a:xfrm>
          <a:prstGeom prst="ellipse">
            <a:avLst/>
          </a:prstGeom>
          <a:solidFill>
            <a:srgbClr val="E8FDFF">
              <a:alpha val="49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背景_星点_21"/>
          <p:cNvSpPr/>
          <p:nvPr/>
        </p:nvSpPr>
        <p:spPr>
          <a:xfrm>
            <a:off x="445080" y="554662"/>
            <a:ext cx="13716" cy="13716"/>
          </a:xfrm>
          <a:prstGeom prst="ellipse">
            <a:avLst/>
          </a:prstGeom>
          <a:solidFill>
            <a:srgbClr val="E8FDFF">
              <a:alpha val="44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背景_星点_22"/>
          <p:cNvSpPr/>
          <p:nvPr/>
        </p:nvSpPr>
        <p:spPr>
          <a:xfrm>
            <a:off x="10436050" y="1707362"/>
            <a:ext cx="18288" cy="18288"/>
          </a:xfrm>
          <a:prstGeom prst="ellipse">
            <a:avLst/>
          </a:prstGeom>
          <a:solidFill>
            <a:srgbClr val="E8FDFF">
              <a:alpha val="6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背景_星点_23"/>
          <p:cNvSpPr/>
          <p:nvPr/>
        </p:nvSpPr>
        <p:spPr>
          <a:xfrm>
            <a:off x="3826830" y="3648020"/>
            <a:ext cx="36576" cy="36576"/>
          </a:xfrm>
          <a:prstGeom prst="ellipse">
            <a:avLst/>
          </a:prstGeom>
          <a:solidFill>
            <a:srgbClr val="E8FDFF">
              <a:alpha val="36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背景_星点_24"/>
          <p:cNvSpPr/>
          <p:nvPr/>
        </p:nvSpPr>
        <p:spPr>
          <a:xfrm>
            <a:off x="4301818" y="899350"/>
            <a:ext cx="22860" cy="22860"/>
          </a:xfrm>
          <a:prstGeom prst="ellipse">
            <a:avLst/>
          </a:prstGeom>
          <a:solidFill>
            <a:srgbClr val="E8FDFF">
              <a:alpha val="4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背景_星点_25"/>
          <p:cNvSpPr/>
          <p:nvPr/>
        </p:nvSpPr>
        <p:spPr>
          <a:xfrm>
            <a:off x="1021734" y="1394585"/>
            <a:ext cx="27432" cy="27432"/>
          </a:xfrm>
          <a:prstGeom prst="ellipse">
            <a:avLst/>
          </a:prstGeom>
          <a:solidFill>
            <a:srgbClr val="E8FDFF">
              <a:alpha val="68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背景_星点_26"/>
          <p:cNvSpPr/>
          <p:nvPr/>
        </p:nvSpPr>
        <p:spPr>
          <a:xfrm>
            <a:off x="9071188" y="2521785"/>
            <a:ext cx="27432" cy="27432"/>
          </a:xfrm>
          <a:prstGeom prst="ellipse">
            <a:avLst/>
          </a:prstGeom>
          <a:solidFill>
            <a:srgbClr val="E8FDFF">
              <a:alpha val="51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背景_星点_27"/>
          <p:cNvSpPr/>
          <p:nvPr/>
        </p:nvSpPr>
        <p:spPr>
          <a:xfrm>
            <a:off x="2425907" y="3139457"/>
            <a:ext cx="27432" cy="27432"/>
          </a:xfrm>
          <a:prstGeom prst="ellipse">
            <a:avLst/>
          </a:prstGeom>
          <a:solidFill>
            <a:srgbClr val="E8FDFF">
              <a:alpha val="5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背景_星点_28"/>
          <p:cNvSpPr/>
          <p:nvPr/>
        </p:nvSpPr>
        <p:spPr>
          <a:xfrm>
            <a:off x="10670324" y="3629465"/>
            <a:ext cx="18288" cy="18288"/>
          </a:xfrm>
          <a:prstGeom prst="ellipse">
            <a:avLst/>
          </a:prstGeom>
          <a:solidFill>
            <a:srgbClr val="E8FDFF">
              <a:alpha val="6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背景_星点_29"/>
          <p:cNvSpPr/>
          <p:nvPr/>
        </p:nvSpPr>
        <p:spPr>
          <a:xfrm>
            <a:off x="5932371" y="1429981"/>
            <a:ext cx="18288" cy="18288"/>
          </a:xfrm>
          <a:prstGeom prst="ellipse">
            <a:avLst/>
          </a:prstGeom>
          <a:solidFill>
            <a:srgbClr val="E8FDFF">
              <a:alpha val="56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背景_星点_30"/>
          <p:cNvSpPr/>
          <p:nvPr/>
        </p:nvSpPr>
        <p:spPr>
          <a:xfrm>
            <a:off x="7956873" y="2768744"/>
            <a:ext cx="22860" cy="22860"/>
          </a:xfrm>
          <a:prstGeom prst="ellipse">
            <a:avLst/>
          </a:prstGeom>
          <a:solidFill>
            <a:srgbClr val="E8FDFF">
              <a:alpha val="68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背景_星点_31"/>
          <p:cNvSpPr/>
          <p:nvPr/>
        </p:nvSpPr>
        <p:spPr>
          <a:xfrm>
            <a:off x="8910178" y="1677861"/>
            <a:ext cx="13716" cy="13716"/>
          </a:xfrm>
          <a:prstGeom prst="ellipse">
            <a:avLst/>
          </a:prstGeom>
          <a:solidFill>
            <a:srgbClr val="E8FDFF">
              <a:alpha val="5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背景_星点_32"/>
          <p:cNvSpPr/>
          <p:nvPr/>
        </p:nvSpPr>
        <p:spPr>
          <a:xfrm>
            <a:off x="10010565" y="3351905"/>
            <a:ext cx="27432" cy="27432"/>
          </a:xfrm>
          <a:prstGeom prst="ellipse">
            <a:avLst/>
          </a:prstGeom>
          <a:solidFill>
            <a:srgbClr val="E8FDFF">
              <a:alpha val="53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背景_星点_33"/>
          <p:cNvSpPr/>
          <p:nvPr/>
        </p:nvSpPr>
        <p:spPr>
          <a:xfrm>
            <a:off x="10185047" y="3966426"/>
            <a:ext cx="22860" cy="22860"/>
          </a:xfrm>
          <a:prstGeom prst="ellipse">
            <a:avLst/>
          </a:prstGeom>
          <a:solidFill>
            <a:srgbClr val="E8FDFF">
              <a:alpha val="68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背景_星点_34"/>
          <p:cNvSpPr/>
          <p:nvPr/>
        </p:nvSpPr>
        <p:spPr>
          <a:xfrm>
            <a:off x="7665316" y="2921761"/>
            <a:ext cx="22860" cy="22860"/>
          </a:xfrm>
          <a:prstGeom prst="ellipse">
            <a:avLst/>
          </a:prstGeom>
          <a:solidFill>
            <a:srgbClr val="E8FDFF">
              <a:alpha val="41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背景_星点_35"/>
          <p:cNvSpPr/>
          <p:nvPr/>
        </p:nvSpPr>
        <p:spPr>
          <a:xfrm>
            <a:off x="5195789" y="3026717"/>
            <a:ext cx="36576" cy="36576"/>
          </a:xfrm>
          <a:prstGeom prst="ellipse">
            <a:avLst/>
          </a:prstGeom>
          <a:solidFill>
            <a:srgbClr val="E8FDFF">
              <a:alpha val="49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背景_星点_36"/>
          <p:cNvSpPr/>
          <p:nvPr/>
        </p:nvSpPr>
        <p:spPr>
          <a:xfrm>
            <a:off x="9055555" y="596176"/>
            <a:ext cx="22860" cy="22860"/>
          </a:xfrm>
          <a:prstGeom prst="ellipse">
            <a:avLst/>
          </a:prstGeom>
          <a:solidFill>
            <a:srgbClr val="E8FDFF">
              <a:alpha val="3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背景_星点_37"/>
          <p:cNvSpPr/>
          <p:nvPr/>
        </p:nvSpPr>
        <p:spPr>
          <a:xfrm>
            <a:off x="10100291" y="860381"/>
            <a:ext cx="13716" cy="13716"/>
          </a:xfrm>
          <a:prstGeom prst="ellipse">
            <a:avLst/>
          </a:prstGeom>
          <a:solidFill>
            <a:srgbClr val="E8FDFF">
              <a:alpha val="3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背景_星点_38"/>
          <p:cNvSpPr/>
          <p:nvPr/>
        </p:nvSpPr>
        <p:spPr>
          <a:xfrm>
            <a:off x="6131938" y="1110668"/>
            <a:ext cx="18288" cy="18288"/>
          </a:xfrm>
          <a:prstGeom prst="ellipse">
            <a:avLst/>
          </a:prstGeom>
          <a:solidFill>
            <a:srgbClr val="E8FDFF">
              <a:alpha val="58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背景_星点_39"/>
          <p:cNvSpPr/>
          <p:nvPr/>
        </p:nvSpPr>
        <p:spPr>
          <a:xfrm>
            <a:off x="1805763" y="3463616"/>
            <a:ext cx="18288" cy="18288"/>
          </a:xfrm>
          <a:prstGeom prst="ellipse">
            <a:avLst/>
          </a:prstGeom>
          <a:solidFill>
            <a:srgbClr val="E8FDFF">
              <a:alpha val="38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背景_星点_40"/>
          <p:cNvSpPr/>
          <p:nvPr/>
        </p:nvSpPr>
        <p:spPr>
          <a:xfrm>
            <a:off x="10161946" y="2462937"/>
            <a:ext cx="36576" cy="36576"/>
          </a:xfrm>
          <a:prstGeom prst="ellipse">
            <a:avLst/>
          </a:prstGeom>
          <a:solidFill>
            <a:srgbClr val="E8FDFF">
              <a:alpha val="56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背景_星点_41"/>
          <p:cNvSpPr/>
          <p:nvPr/>
        </p:nvSpPr>
        <p:spPr>
          <a:xfrm>
            <a:off x="4516023" y="2097711"/>
            <a:ext cx="18288" cy="18288"/>
          </a:xfrm>
          <a:prstGeom prst="ellipse">
            <a:avLst/>
          </a:prstGeom>
          <a:solidFill>
            <a:srgbClr val="E8FDFF">
              <a:alpha val="46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背景_星点_42"/>
          <p:cNvSpPr/>
          <p:nvPr/>
        </p:nvSpPr>
        <p:spPr>
          <a:xfrm>
            <a:off x="9796818" y="2427606"/>
            <a:ext cx="22860" cy="22860"/>
          </a:xfrm>
          <a:prstGeom prst="ellipse">
            <a:avLst/>
          </a:prstGeom>
          <a:solidFill>
            <a:srgbClr val="E8FDFF">
              <a:alpha val="5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背景_星点_43"/>
          <p:cNvSpPr/>
          <p:nvPr/>
        </p:nvSpPr>
        <p:spPr>
          <a:xfrm>
            <a:off x="1102125" y="1604060"/>
            <a:ext cx="27432" cy="27432"/>
          </a:xfrm>
          <a:prstGeom prst="ellipse">
            <a:avLst/>
          </a:prstGeom>
          <a:solidFill>
            <a:srgbClr val="E8FDFF">
              <a:alpha val="46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背景_星点_44"/>
          <p:cNvSpPr/>
          <p:nvPr/>
        </p:nvSpPr>
        <p:spPr>
          <a:xfrm>
            <a:off x="9514245" y="1270120"/>
            <a:ext cx="13716" cy="13716"/>
          </a:xfrm>
          <a:prstGeom prst="ellipse">
            <a:avLst/>
          </a:prstGeom>
          <a:solidFill>
            <a:srgbClr val="E8FDFF">
              <a:alpha val="39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背景_星点_45"/>
          <p:cNvSpPr/>
          <p:nvPr/>
        </p:nvSpPr>
        <p:spPr>
          <a:xfrm>
            <a:off x="7689706" y="3122926"/>
            <a:ext cx="36576" cy="36576"/>
          </a:xfrm>
          <a:prstGeom prst="ellipse">
            <a:avLst/>
          </a:prstGeom>
          <a:solidFill>
            <a:srgbClr val="E8FDFF">
              <a:alpha val="71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背景_云雾_1"/>
          <p:cNvSpPr/>
          <p:nvPr/>
        </p:nvSpPr>
        <p:spPr>
          <a:xfrm>
            <a:off x="-914400" y="3246120"/>
            <a:ext cx="5943600" cy="1005840"/>
          </a:xfrm>
          <a:prstGeom prst="ellipse">
            <a:avLst/>
          </a:prstGeom>
          <a:solidFill>
            <a:srgbClr val="DDF9FF">
              <a:alpha val="2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背景_云雾_2"/>
          <p:cNvSpPr/>
          <p:nvPr/>
        </p:nvSpPr>
        <p:spPr>
          <a:xfrm>
            <a:off x="3108960" y="3383280"/>
            <a:ext cx="5852160" cy="914400"/>
          </a:xfrm>
          <a:prstGeom prst="ellipse">
            <a:avLst/>
          </a:prstGeom>
          <a:solidFill>
            <a:srgbClr val="DDF9FF">
              <a:alpha val="2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背景_云雾_3"/>
          <p:cNvSpPr/>
          <p:nvPr/>
        </p:nvSpPr>
        <p:spPr>
          <a:xfrm>
            <a:off x="7498079" y="3246120"/>
            <a:ext cx="5669280" cy="1005840"/>
          </a:xfrm>
          <a:prstGeom prst="ellipse">
            <a:avLst/>
          </a:prstGeom>
          <a:solidFill>
            <a:srgbClr val="DDF9FF">
              <a:alpha val="2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背景_山体层_1"/>
          <p:cNvSpPr/>
          <p:nvPr/>
        </p:nvSpPr>
        <p:spPr>
          <a:xfrm>
            <a:off x="0" y="3278587"/>
            <a:ext cx="12191695" cy="3579413"/>
          </a:xfrm>
          <a:custGeom>
            <a:avLst/>
            <a:gdLst/>
            <a:ahLst/>
            <a:cxnLst/>
            <a:rect l="l" t="t" r="r" b="b"/>
            <a:pathLst>
              <a:path w="12191695" h="3579413">
                <a:moveTo>
                  <a:pt x="0" y="3579413"/>
                </a:moveTo>
                <a:lnTo>
                  <a:pt x="0" y="424733"/>
                </a:lnTo>
                <a:lnTo>
                  <a:pt x="502920" y="30004"/>
                </a:lnTo>
                <a:lnTo>
                  <a:pt x="1005840" y="181354"/>
                </a:lnTo>
                <a:lnTo>
                  <a:pt x="1417320" y="210741"/>
                </a:lnTo>
                <a:lnTo>
                  <a:pt x="1828800" y="412610"/>
                </a:lnTo>
                <a:lnTo>
                  <a:pt x="2194560" y="383182"/>
                </a:lnTo>
                <a:lnTo>
                  <a:pt x="2651760" y="343382"/>
                </a:lnTo>
                <a:lnTo>
                  <a:pt x="3063240" y="771301"/>
                </a:lnTo>
                <a:lnTo>
                  <a:pt x="3520440" y="844634"/>
                </a:lnTo>
                <a:lnTo>
                  <a:pt x="3931920" y="676338"/>
                </a:lnTo>
                <a:lnTo>
                  <a:pt x="4389120" y="423216"/>
                </a:lnTo>
                <a:lnTo>
                  <a:pt x="4892040" y="62364"/>
                </a:lnTo>
                <a:lnTo>
                  <a:pt x="5394960" y="342126"/>
                </a:lnTo>
                <a:lnTo>
                  <a:pt x="5852160" y="221530"/>
                </a:lnTo>
                <a:lnTo>
                  <a:pt x="6309360" y="176290"/>
                </a:lnTo>
                <a:lnTo>
                  <a:pt x="6858000" y="357716"/>
                </a:lnTo>
                <a:lnTo>
                  <a:pt x="7406640" y="743055"/>
                </a:lnTo>
                <a:lnTo>
                  <a:pt x="8001000" y="838585"/>
                </a:lnTo>
                <a:lnTo>
                  <a:pt x="8549640" y="418765"/>
                </a:lnTo>
                <a:lnTo>
                  <a:pt x="9052560" y="369638"/>
                </a:lnTo>
                <a:lnTo>
                  <a:pt x="9601200" y="269916"/>
                </a:lnTo>
                <a:lnTo>
                  <a:pt x="10149840" y="257250"/>
                </a:lnTo>
                <a:lnTo>
                  <a:pt x="10744200" y="0"/>
                </a:lnTo>
                <a:lnTo>
                  <a:pt x="11338560" y="568225"/>
                </a:lnTo>
                <a:lnTo>
                  <a:pt x="12188952" y="837003"/>
                </a:lnTo>
                <a:lnTo>
                  <a:pt x="12191695" y="3579413"/>
                </a:lnTo>
                <a:close/>
              </a:path>
            </a:pathLst>
          </a:custGeom>
          <a:solidFill>
            <a:srgbClr val="124D72">
              <a:alpha val="7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背景_山体层_2"/>
          <p:cNvSpPr/>
          <p:nvPr/>
        </p:nvSpPr>
        <p:spPr>
          <a:xfrm>
            <a:off x="0" y="3514638"/>
            <a:ext cx="12191695" cy="3343362"/>
          </a:xfrm>
          <a:custGeom>
            <a:avLst/>
            <a:gdLst/>
            <a:ahLst/>
            <a:cxnLst/>
            <a:rect l="l" t="t" r="r" b="b"/>
            <a:pathLst>
              <a:path w="12191695" h="3343362">
                <a:moveTo>
                  <a:pt x="0" y="3343362"/>
                </a:moveTo>
                <a:lnTo>
                  <a:pt x="0" y="89872"/>
                </a:lnTo>
                <a:lnTo>
                  <a:pt x="438912" y="0"/>
                </a:lnTo>
                <a:lnTo>
                  <a:pt x="914400" y="381022"/>
                </a:lnTo>
                <a:lnTo>
                  <a:pt x="1298448" y="393165"/>
                </a:lnTo>
                <a:lnTo>
                  <a:pt x="1737360" y="509037"/>
                </a:lnTo>
                <a:lnTo>
                  <a:pt x="2121408" y="549549"/>
                </a:lnTo>
                <a:lnTo>
                  <a:pt x="2487168" y="531820"/>
                </a:lnTo>
                <a:lnTo>
                  <a:pt x="2944368" y="900942"/>
                </a:lnTo>
                <a:lnTo>
                  <a:pt x="3429000" y="788411"/>
                </a:lnTo>
                <a:lnTo>
                  <a:pt x="3840480" y="398583"/>
                </a:lnTo>
                <a:lnTo>
                  <a:pt x="4315968" y="227901"/>
                </a:lnTo>
                <a:lnTo>
                  <a:pt x="4754880" y="80478"/>
                </a:lnTo>
                <a:lnTo>
                  <a:pt x="5212080" y="364102"/>
                </a:lnTo>
                <a:lnTo>
                  <a:pt x="5623560" y="394692"/>
                </a:lnTo>
                <a:lnTo>
                  <a:pt x="6053328" y="226250"/>
                </a:lnTo>
                <a:lnTo>
                  <a:pt x="6446520" y="495236"/>
                </a:lnTo>
                <a:lnTo>
                  <a:pt x="6949440" y="735339"/>
                </a:lnTo>
                <a:lnTo>
                  <a:pt x="7452360" y="925475"/>
                </a:lnTo>
                <a:lnTo>
                  <a:pt x="7955279" y="629255"/>
                </a:lnTo>
                <a:lnTo>
                  <a:pt x="8458200" y="222317"/>
                </a:lnTo>
                <a:lnTo>
                  <a:pt x="8915400" y="358180"/>
                </a:lnTo>
                <a:lnTo>
                  <a:pt x="9436608" y="236701"/>
                </a:lnTo>
                <a:lnTo>
                  <a:pt x="9921240" y="290787"/>
                </a:lnTo>
                <a:lnTo>
                  <a:pt x="10424160" y="149577"/>
                </a:lnTo>
                <a:lnTo>
                  <a:pt x="10972800" y="646414"/>
                </a:lnTo>
                <a:lnTo>
                  <a:pt x="11475720" y="892971"/>
                </a:lnTo>
                <a:lnTo>
                  <a:pt x="12188952" y="688790"/>
                </a:lnTo>
                <a:lnTo>
                  <a:pt x="12191695" y="3343362"/>
                </a:lnTo>
                <a:close/>
              </a:path>
            </a:pathLst>
          </a:custGeom>
          <a:solidFill>
            <a:srgbClr val="0F4165">
              <a:alpha val="8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背景_山体层_3"/>
          <p:cNvSpPr/>
          <p:nvPr/>
        </p:nvSpPr>
        <p:spPr>
          <a:xfrm>
            <a:off x="0" y="3810785"/>
            <a:ext cx="12191695" cy="3047215"/>
          </a:xfrm>
          <a:custGeom>
            <a:avLst/>
            <a:gdLst/>
            <a:ahLst/>
            <a:cxnLst/>
            <a:rect l="l" t="t" r="r" b="b"/>
            <a:pathLst>
              <a:path w="12191695" h="3047215">
                <a:moveTo>
                  <a:pt x="0" y="3047215"/>
                </a:moveTo>
                <a:lnTo>
                  <a:pt x="0" y="0"/>
                </a:lnTo>
                <a:lnTo>
                  <a:pt x="384048" y="183268"/>
                </a:lnTo>
                <a:lnTo>
                  <a:pt x="804672" y="615808"/>
                </a:lnTo>
                <a:lnTo>
                  <a:pt x="1188720" y="569560"/>
                </a:lnTo>
                <a:lnTo>
                  <a:pt x="1572768" y="550615"/>
                </a:lnTo>
                <a:lnTo>
                  <a:pt x="1965960" y="697285"/>
                </a:lnTo>
                <a:lnTo>
                  <a:pt x="2377440" y="690214"/>
                </a:lnTo>
                <a:lnTo>
                  <a:pt x="2788920" y="841443"/>
                </a:lnTo>
                <a:lnTo>
                  <a:pt x="3154680" y="781352"/>
                </a:lnTo>
                <a:lnTo>
                  <a:pt x="3611880" y="210878"/>
                </a:lnTo>
                <a:lnTo>
                  <a:pt x="4041648" y="121860"/>
                </a:lnTo>
                <a:lnTo>
                  <a:pt x="4443984" y="207229"/>
                </a:lnTo>
                <a:lnTo>
                  <a:pt x="4846320" y="285864"/>
                </a:lnTo>
                <a:lnTo>
                  <a:pt x="5303520" y="545930"/>
                </a:lnTo>
                <a:lnTo>
                  <a:pt x="5724144" y="414374"/>
                </a:lnTo>
                <a:lnTo>
                  <a:pt x="6144768" y="498172"/>
                </a:lnTo>
                <a:lnTo>
                  <a:pt x="6565392" y="890948"/>
                </a:lnTo>
                <a:lnTo>
                  <a:pt x="6967728" y="864269"/>
                </a:lnTo>
                <a:lnTo>
                  <a:pt x="7388352" y="739645"/>
                </a:lnTo>
                <a:lnTo>
                  <a:pt x="7790688" y="472346"/>
                </a:lnTo>
                <a:lnTo>
                  <a:pt x="8211312" y="97453"/>
                </a:lnTo>
                <a:lnTo>
                  <a:pt x="8641080" y="290337"/>
                </a:lnTo>
                <a:lnTo>
                  <a:pt x="9070848" y="377208"/>
                </a:lnTo>
                <a:lnTo>
                  <a:pt x="9491472" y="240901"/>
                </a:lnTo>
                <a:lnTo>
                  <a:pt x="9930384" y="374971"/>
                </a:lnTo>
                <a:lnTo>
                  <a:pt x="10387584" y="445894"/>
                </a:lnTo>
                <a:lnTo>
                  <a:pt x="10808208" y="811393"/>
                </a:lnTo>
                <a:lnTo>
                  <a:pt x="11292840" y="898375"/>
                </a:lnTo>
                <a:lnTo>
                  <a:pt x="12188952" y="459186"/>
                </a:lnTo>
                <a:lnTo>
                  <a:pt x="12191695" y="3047215"/>
                </a:lnTo>
                <a:close/>
              </a:path>
            </a:pathLst>
          </a:custGeom>
          <a:solidFill>
            <a:srgbClr val="0A3456">
              <a:alpha val="9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背景_数据光柱_1"/>
          <p:cNvCxnSpPr/>
          <p:nvPr/>
        </p:nvCxnSpPr>
        <p:spPr>
          <a:xfrm>
            <a:off x="502920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背景_光柱节点_1"/>
          <p:cNvSpPr/>
          <p:nvPr/>
        </p:nvSpPr>
        <p:spPr>
          <a:xfrm>
            <a:off x="480060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背景_数据光柱_2"/>
          <p:cNvCxnSpPr/>
          <p:nvPr/>
        </p:nvCxnSpPr>
        <p:spPr>
          <a:xfrm>
            <a:off x="749808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背景_光柱节点_2"/>
          <p:cNvSpPr/>
          <p:nvPr/>
        </p:nvSpPr>
        <p:spPr>
          <a:xfrm>
            <a:off x="726947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背景_数据光柱_3"/>
          <p:cNvCxnSpPr/>
          <p:nvPr/>
        </p:nvCxnSpPr>
        <p:spPr>
          <a:xfrm>
            <a:off x="969264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背景_光柱节点_3"/>
          <p:cNvSpPr/>
          <p:nvPr/>
        </p:nvSpPr>
        <p:spPr>
          <a:xfrm>
            <a:off x="946404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背景_数据光柱_4"/>
          <p:cNvCxnSpPr/>
          <p:nvPr/>
        </p:nvCxnSpPr>
        <p:spPr>
          <a:xfrm>
            <a:off x="10954512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背景_光柱节点_4"/>
          <p:cNvSpPr/>
          <p:nvPr/>
        </p:nvSpPr>
        <p:spPr>
          <a:xfrm>
            <a:off x="10931652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背景_数据光柱_5"/>
          <p:cNvCxnSpPr/>
          <p:nvPr/>
        </p:nvCxnSpPr>
        <p:spPr>
          <a:xfrm>
            <a:off x="11201400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背景_光柱节点_5"/>
          <p:cNvSpPr/>
          <p:nvPr/>
        </p:nvSpPr>
        <p:spPr>
          <a:xfrm>
            <a:off x="11178540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背景_数据光柱_6"/>
          <p:cNvCxnSpPr/>
          <p:nvPr/>
        </p:nvCxnSpPr>
        <p:spPr>
          <a:xfrm>
            <a:off x="11475720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背景_光柱节点_6"/>
          <p:cNvSpPr/>
          <p:nvPr/>
        </p:nvSpPr>
        <p:spPr>
          <a:xfrm>
            <a:off x="11452860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背景_地面暗层"/>
          <p:cNvSpPr/>
          <p:nvPr/>
        </p:nvSpPr>
        <p:spPr>
          <a:xfrm>
            <a:off x="0" y="4617720"/>
            <a:ext cx="12191695" cy="2240280"/>
          </a:xfrm>
          <a:prstGeom prst="rect">
            <a:avLst/>
          </a:prstGeom>
          <a:solidFill>
            <a:srgbClr val="062742">
              <a:alpha val="9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背景_光路底_0"/>
          <p:cNvCxnSpPr/>
          <p:nvPr/>
        </p:nvCxnSpPr>
        <p:spPr>
          <a:xfrm>
            <a:off x="155447" y="5500116"/>
            <a:ext cx="495301" cy="2269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背景_光路亮线_0"/>
          <p:cNvCxnSpPr/>
          <p:nvPr/>
        </p:nvCxnSpPr>
        <p:spPr>
          <a:xfrm>
            <a:off x="155447" y="5500116"/>
            <a:ext cx="495301" cy="2269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背景_光路底_0"/>
          <p:cNvCxnSpPr/>
          <p:nvPr/>
        </p:nvCxnSpPr>
        <p:spPr>
          <a:xfrm>
            <a:off x="650748" y="5522814"/>
            <a:ext cx="495299" cy="15742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背景_光路亮线_0"/>
          <p:cNvCxnSpPr/>
          <p:nvPr/>
        </p:nvCxnSpPr>
        <p:spPr>
          <a:xfrm>
            <a:off x="650748" y="5522814"/>
            <a:ext cx="495299" cy="15742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背景_光路底_0"/>
          <p:cNvCxnSpPr/>
          <p:nvPr/>
        </p:nvCxnSpPr>
        <p:spPr>
          <a:xfrm>
            <a:off x="1146047" y="5538556"/>
            <a:ext cx="495301" cy="38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背景_光路亮线_0"/>
          <p:cNvCxnSpPr/>
          <p:nvPr/>
        </p:nvCxnSpPr>
        <p:spPr>
          <a:xfrm>
            <a:off x="1146047" y="5538556"/>
            <a:ext cx="495301" cy="38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背景_光路底_0"/>
          <p:cNvCxnSpPr/>
          <p:nvPr/>
        </p:nvCxnSpPr>
        <p:spPr>
          <a:xfrm flipV="1">
            <a:off x="1641348" y="5518748"/>
            <a:ext cx="495299" cy="2019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背景_光路亮线_0"/>
          <p:cNvCxnSpPr/>
          <p:nvPr/>
        </p:nvCxnSpPr>
        <p:spPr>
          <a:xfrm flipV="1">
            <a:off x="1641348" y="5518748"/>
            <a:ext cx="495299" cy="2019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背景_光路底_0"/>
          <p:cNvCxnSpPr/>
          <p:nvPr/>
        </p:nvCxnSpPr>
        <p:spPr>
          <a:xfrm flipV="1">
            <a:off x="2136647" y="5476807"/>
            <a:ext cx="495301" cy="4194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背景_光路亮线_0"/>
          <p:cNvCxnSpPr/>
          <p:nvPr/>
        </p:nvCxnSpPr>
        <p:spPr>
          <a:xfrm flipV="1">
            <a:off x="2136647" y="5476807"/>
            <a:ext cx="495301" cy="4194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背景_光路底_0"/>
          <p:cNvCxnSpPr/>
          <p:nvPr/>
        </p:nvCxnSpPr>
        <p:spPr>
          <a:xfrm flipV="1">
            <a:off x="2631948" y="5416224"/>
            <a:ext cx="495300" cy="6058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背景_光路亮线_0"/>
          <p:cNvCxnSpPr/>
          <p:nvPr/>
        </p:nvCxnSpPr>
        <p:spPr>
          <a:xfrm flipV="1">
            <a:off x="2631948" y="5416224"/>
            <a:ext cx="495300" cy="6058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背景_光路底_0"/>
          <p:cNvCxnSpPr/>
          <p:nvPr/>
        </p:nvCxnSpPr>
        <p:spPr>
          <a:xfrm flipV="1">
            <a:off x="3127248" y="5343834"/>
            <a:ext cx="495300" cy="7239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背景_光路亮线_0"/>
          <p:cNvCxnSpPr/>
          <p:nvPr/>
        </p:nvCxnSpPr>
        <p:spPr>
          <a:xfrm flipV="1">
            <a:off x="3127248" y="5343834"/>
            <a:ext cx="495300" cy="7239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背景_光路底_0"/>
          <p:cNvCxnSpPr/>
          <p:nvPr/>
        </p:nvCxnSpPr>
        <p:spPr>
          <a:xfrm flipV="1">
            <a:off x="3622548" y="5269035"/>
            <a:ext cx="495299" cy="74799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背景_光路亮线_0"/>
          <p:cNvCxnSpPr/>
          <p:nvPr/>
        </p:nvCxnSpPr>
        <p:spPr>
          <a:xfrm flipV="1">
            <a:off x="3622548" y="5269035"/>
            <a:ext cx="495299" cy="74799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背景_光路底_0"/>
          <p:cNvCxnSpPr/>
          <p:nvPr/>
        </p:nvCxnSpPr>
        <p:spPr>
          <a:xfrm flipV="1">
            <a:off x="4117847" y="5202181"/>
            <a:ext cx="495301" cy="66854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背景_光路亮线_0"/>
          <p:cNvCxnSpPr/>
          <p:nvPr/>
        </p:nvCxnSpPr>
        <p:spPr>
          <a:xfrm flipV="1">
            <a:off x="4117847" y="5202181"/>
            <a:ext cx="495301" cy="66854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背景_光路底_0"/>
          <p:cNvCxnSpPr/>
          <p:nvPr/>
        </p:nvCxnSpPr>
        <p:spPr>
          <a:xfrm flipV="1">
            <a:off x="4613148" y="5152812"/>
            <a:ext cx="495300" cy="49369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背景_光路亮线_0"/>
          <p:cNvCxnSpPr/>
          <p:nvPr/>
        </p:nvCxnSpPr>
        <p:spPr>
          <a:xfrm flipV="1">
            <a:off x="4613148" y="5152812"/>
            <a:ext cx="495300" cy="49369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背景_光路底_0"/>
          <p:cNvCxnSpPr/>
          <p:nvPr/>
        </p:nvCxnSpPr>
        <p:spPr>
          <a:xfrm flipV="1">
            <a:off x="5108448" y="5128016"/>
            <a:ext cx="495300" cy="24796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背景_光路亮线_0"/>
          <p:cNvCxnSpPr/>
          <p:nvPr/>
        </p:nvCxnSpPr>
        <p:spPr>
          <a:xfrm flipV="1">
            <a:off x="5108448" y="5128016"/>
            <a:ext cx="495300" cy="24796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背景_光路底_0"/>
          <p:cNvCxnSpPr/>
          <p:nvPr/>
        </p:nvCxnSpPr>
        <p:spPr>
          <a:xfrm>
            <a:off x="5603748" y="5128016"/>
            <a:ext cx="495300" cy="320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背景_光路亮线_0"/>
          <p:cNvCxnSpPr/>
          <p:nvPr/>
        </p:nvCxnSpPr>
        <p:spPr>
          <a:xfrm>
            <a:off x="5603748" y="5128016"/>
            <a:ext cx="495300" cy="320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背景_光路底_0"/>
          <p:cNvCxnSpPr/>
          <p:nvPr/>
        </p:nvCxnSpPr>
        <p:spPr>
          <a:xfrm>
            <a:off x="6099048" y="5131221"/>
            <a:ext cx="495299" cy="3038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背景_光路亮线_0"/>
          <p:cNvCxnSpPr/>
          <p:nvPr/>
        </p:nvCxnSpPr>
        <p:spPr>
          <a:xfrm>
            <a:off x="6099048" y="5131221"/>
            <a:ext cx="495299" cy="3038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背景_光路底_0"/>
          <p:cNvCxnSpPr/>
          <p:nvPr/>
        </p:nvCxnSpPr>
        <p:spPr>
          <a:xfrm>
            <a:off x="6594347" y="5161608"/>
            <a:ext cx="495301" cy="5264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背景_光路亮线_0"/>
          <p:cNvCxnSpPr/>
          <p:nvPr/>
        </p:nvCxnSpPr>
        <p:spPr>
          <a:xfrm>
            <a:off x="6594347" y="5161608"/>
            <a:ext cx="495301" cy="5264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背景_光路底_0"/>
          <p:cNvCxnSpPr/>
          <p:nvPr/>
        </p:nvCxnSpPr>
        <p:spPr>
          <a:xfrm>
            <a:off x="7089648" y="5214248"/>
            <a:ext cx="495300" cy="6670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背景_光路亮线_0"/>
          <p:cNvCxnSpPr/>
          <p:nvPr/>
        </p:nvCxnSpPr>
        <p:spPr>
          <a:xfrm>
            <a:off x="7089648" y="5214248"/>
            <a:ext cx="495300" cy="6670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背景_光路底_0"/>
          <p:cNvCxnSpPr/>
          <p:nvPr/>
        </p:nvCxnSpPr>
        <p:spPr>
          <a:xfrm>
            <a:off x="7584948" y="5280949"/>
            <a:ext cx="495299" cy="70706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背景_光路亮线_0"/>
          <p:cNvCxnSpPr/>
          <p:nvPr/>
        </p:nvCxnSpPr>
        <p:spPr>
          <a:xfrm>
            <a:off x="7584948" y="5280949"/>
            <a:ext cx="495299" cy="70706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背景_光路底_0"/>
          <p:cNvCxnSpPr/>
          <p:nvPr/>
        </p:nvCxnSpPr>
        <p:spPr>
          <a:xfrm>
            <a:off x="8080247" y="5351655"/>
            <a:ext cx="495301" cy="6451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背景_光路亮线_0"/>
          <p:cNvCxnSpPr/>
          <p:nvPr/>
        </p:nvCxnSpPr>
        <p:spPr>
          <a:xfrm>
            <a:off x="8080247" y="5351655"/>
            <a:ext cx="495301" cy="6451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背景_光路底_0"/>
          <p:cNvCxnSpPr/>
          <p:nvPr/>
        </p:nvCxnSpPr>
        <p:spPr>
          <a:xfrm>
            <a:off x="8575548" y="5416170"/>
            <a:ext cx="495300" cy="49729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背景_光路亮线_0"/>
          <p:cNvCxnSpPr/>
          <p:nvPr/>
        </p:nvCxnSpPr>
        <p:spPr>
          <a:xfrm>
            <a:off x="8575548" y="5416170"/>
            <a:ext cx="495300" cy="49729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背景_光路底_0"/>
          <p:cNvCxnSpPr/>
          <p:nvPr/>
        </p:nvCxnSpPr>
        <p:spPr>
          <a:xfrm>
            <a:off x="9070848" y="5465899"/>
            <a:ext cx="495300" cy="2942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背景_光路亮线_0"/>
          <p:cNvCxnSpPr/>
          <p:nvPr/>
        </p:nvCxnSpPr>
        <p:spPr>
          <a:xfrm>
            <a:off x="9070848" y="5465899"/>
            <a:ext cx="495300" cy="2942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背景_光路底_0"/>
          <p:cNvCxnSpPr/>
          <p:nvPr/>
        </p:nvCxnSpPr>
        <p:spPr>
          <a:xfrm>
            <a:off x="9566148" y="5495320"/>
            <a:ext cx="495300" cy="761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背景_光路亮线_0"/>
          <p:cNvCxnSpPr/>
          <p:nvPr/>
        </p:nvCxnSpPr>
        <p:spPr>
          <a:xfrm>
            <a:off x="9566148" y="5495320"/>
            <a:ext cx="495300" cy="761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背景_光路底_0"/>
          <p:cNvCxnSpPr/>
          <p:nvPr/>
        </p:nvCxnSpPr>
        <p:spPr>
          <a:xfrm flipV="1">
            <a:off x="10061448" y="5491503"/>
            <a:ext cx="495300" cy="1142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背景_光路亮线_0"/>
          <p:cNvCxnSpPr/>
          <p:nvPr/>
        </p:nvCxnSpPr>
        <p:spPr>
          <a:xfrm flipV="1">
            <a:off x="10061448" y="5491503"/>
            <a:ext cx="495300" cy="1142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背景_光路底_0"/>
          <p:cNvCxnSpPr/>
          <p:nvPr/>
        </p:nvCxnSpPr>
        <p:spPr>
          <a:xfrm flipV="1">
            <a:off x="10556748" y="5467610"/>
            <a:ext cx="495300" cy="2389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背景_光路亮线_0"/>
          <p:cNvCxnSpPr/>
          <p:nvPr/>
        </p:nvCxnSpPr>
        <p:spPr>
          <a:xfrm flipV="1">
            <a:off x="10556748" y="5467610"/>
            <a:ext cx="495300" cy="2389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背景_光路底_0"/>
          <p:cNvCxnSpPr/>
          <p:nvPr/>
        </p:nvCxnSpPr>
        <p:spPr>
          <a:xfrm flipV="1">
            <a:off x="11052048" y="5440503"/>
            <a:ext cx="495300" cy="2710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背景_光路亮线_0"/>
          <p:cNvCxnSpPr/>
          <p:nvPr/>
        </p:nvCxnSpPr>
        <p:spPr>
          <a:xfrm flipV="1">
            <a:off x="11052048" y="5440503"/>
            <a:ext cx="495300" cy="2710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背景_光路底_0"/>
          <p:cNvCxnSpPr/>
          <p:nvPr/>
        </p:nvCxnSpPr>
        <p:spPr>
          <a:xfrm flipV="1">
            <a:off x="11547348" y="5420523"/>
            <a:ext cx="495300" cy="1998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背景_光路亮线_0"/>
          <p:cNvCxnSpPr/>
          <p:nvPr/>
        </p:nvCxnSpPr>
        <p:spPr>
          <a:xfrm flipV="1">
            <a:off x="11547348" y="5420523"/>
            <a:ext cx="495300" cy="1998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背景_光路底_1"/>
          <p:cNvCxnSpPr/>
          <p:nvPr/>
        </p:nvCxnSpPr>
        <p:spPr>
          <a:xfrm flipV="1">
            <a:off x="155447" y="5658465"/>
            <a:ext cx="495301" cy="1505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背景_光路亮线_1"/>
          <p:cNvCxnSpPr/>
          <p:nvPr/>
        </p:nvCxnSpPr>
        <p:spPr>
          <a:xfrm flipV="1">
            <a:off x="155447" y="5658465"/>
            <a:ext cx="495301" cy="1505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背景_光路底_1"/>
          <p:cNvCxnSpPr/>
          <p:nvPr/>
        </p:nvCxnSpPr>
        <p:spPr>
          <a:xfrm flipV="1">
            <a:off x="650748" y="5621848"/>
            <a:ext cx="495299" cy="3661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背景_光路亮线_1"/>
          <p:cNvCxnSpPr/>
          <p:nvPr/>
        </p:nvCxnSpPr>
        <p:spPr>
          <a:xfrm flipV="1">
            <a:off x="650748" y="5621848"/>
            <a:ext cx="495299" cy="3661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背景_光路底_1"/>
          <p:cNvCxnSpPr/>
          <p:nvPr/>
        </p:nvCxnSpPr>
        <p:spPr>
          <a:xfrm flipV="1">
            <a:off x="1146047" y="5564230"/>
            <a:ext cx="495301" cy="5761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背景_光路亮线_1"/>
          <p:cNvCxnSpPr/>
          <p:nvPr/>
        </p:nvCxnSpPr>
        <p:spPr>
          <a:xfrm flipV="1">
            <a:off x="1146047" y="5564230"/>
            <a:ext cx="495301" cy="5761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背景_光路底_1"/>
          <p:cNvCxnSpPr/>
          <p:nvPr/>
        </p:nvCxnSpPr>
        <p:spPr>
          <a:xfrm flipV="1">
            <a:off x="1641348" y="5490308"/>
            <a:ext cx="495299" cy="73922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背景_光路亮线_1"/>
          <p:cNvCxnSpPr/>
          <p:nvPr/>
        </p:nvCxnSpPr>
        <p:spPr>
          <a:xfrm flipV="1">
            <a:off x="1641348" y="5490308"/>
            <a:ext cx="495299" cy="73922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背景_光路底_1"/>
          <p:cNvCxnSpPr/>
          <p:nvPr/>
        </p:nvCxnSpPr>
        <p:spPr>
          <a:xfrm flipV="1">
            <a:off x="2136647" y="5408114"/>
            <a:ext cx="495301" cy="82194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背景_光路亮线_1"/>
          <p:cNvCxnSpPr/>
          <p:nvPr/>
        </p:nvCxnSpPr>
        <p:spPr>
          <a:xfrm flipV="1">
            <a:off x="2136647" y="5408114"/>
            <a:ext cx="495301" cy="82194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背景_光路底_1"/>
          <p:cNvCxnSpPr/>
          <p:nvPr/>
        </p:nvCxnSpPr>
        <p:spPr>
          <a:xfrm flipV="1">
            <a:off x="2631948" y="5327637"/>
            <a:ext cx="495300" cy="8047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背景_光路亮线_1"/>
          <p:cNvCxnSpPr/>
          <p:nvPr/>
        </p:nvCxnSpPr>
        <p:spPr>
          <a:xfrm flipV="1">
            <a:off x="2631948" y="5327637"/>
            <a:ext cx="495300" cy="8047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背景_光路底_1"/>
          <p:cNvCxnSpPr/>
          <p:nvPr/>
        </p:nvCxnSpPr>
        <p:spPr>
          <a:xfrm flipV="1">
            <a:off x="3127248" y="5259116"/>
            <a:ext cx="495300" cy="6852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背景_光路亮线_1"/>
          <p:cNvCxnSpPr/>
          <p:nvPr/>
        </p:nvCxnSpPr>
        <p:spPr>
          <a:xfrm flipV="1">
            <a:off x="3127248" y="5259116"/>
            <a:ext cx="495300" cy="6852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背景_光路底_1"/>
          <p:cNvCxnSpPr/>
          <p:nvPr/>
        </p:nvCxnSpPr>
        <p:spPr>
          <a:xfrm flipV="1">
            <a:off x="3622548" y="5211289"/>
            <a:ext cx="495299" cy="4782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背景_光路亮线_1"/>
          <p:cNvCxnSpPr/>
          <p:nvPr/>
        </p:nvCxnSpPr>
        <p:spPr>
          <a:xfrm flipV="1">
            <a:off x="3622548" y="5211289"/>
            <a:ext cx="495299" cy="4782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背景_光路底_1"/>
          <p:cNvCxnSpPr/>
          <p:nvPr/>
        </p:nvCxnSpPr>
        <p:spPr>
          <a:xfrm flipV="1">
            <a:off x="4117847" y="5189894"/>
            <a:ext cx="495301" cy="2139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背景_光路亮线_1"/>
          <p:cNvCxnSpPr/>
          <p:nvPr/>
        </p:nvCxnSpPr>
        <p:spPr>
          <a:xfrm flipV="1">
            <a:off x="4117847" y="5189894"/>
            <a:ext cx="495301" cy="2139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背景_光路底_1"/>
          <p:cNvCxnSpPr/>
          <p:nvPr/>
        </p:nvCxnSpPr>
        <p:spPr>
          <a:xfrm>
            <a:off x="4613148" y="5189894"/>
            <a:ext cx="495300" cy="679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背景_光路亮线_1"/>
          <p:cNvCxnSpPr/>
          <p:nvPr/>
        </p:nvCxnSpPr>
        <p:spPr>
          <a:xfrm>
            <a:off x="4613148" y="5189894"/>
            <a:ext cx="495300" cy="679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背景_光路底_1"/>
          <p:cNvCxnSpPr/>
          <p:nvPr/>
        </p:nvCxnSpPr>
        <p:spPr>
          <a:xfrm>
            <a:off x="5108448" y="5196692"/>
            <a:ext cx="495300" cy="3246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背景_光路亮线_1"/>
          <p:cNvCxnSpPr/>
          <p:nvPr/>
        </p:nvCxnSpPr>
        <p:spPr>
          <a:xfrm>
            <a:off x="5108448" y="5196692"/>
            <a:ext cx="495300" cy="3246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背景_光路底_1"/>
          <p:cNvCxnSpPr/>
          <p:nvPr/>
        </p:nvCxnSpPr>
        <p:spPr>
          <a:xfrm>
            <a:off x="5603748" y="5229160"/>
            <a:ext cx="495300" cy="5176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背景_光路亮线_1"/>
          <p:cNvCxnSpPr/>
          <p:nvPr/>
        </p:nvCxnSpPr>
        <p:spPr>
          <a:xfrm>
            <a:off x="5603748" y="5229160"/>
            <a:ext cx="495300" cy="5176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背景_光路底_1"/>
          <p:cNvCxnSpPr/>
          <p:nvPr/>
        </p:nvCxnSpPr>
        <p:spPr>
          <a:xfrm>
            <a:off x="6099048" y="5280928"/>
            <a:ext cx="495299" cy="6193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背景_光路亮线_1"/>
          <p:cNvCxnSpPr/>
          <p:nvPr/>
        </p:nvCxnSpPr>
        <p:spPr>
          <a:xfrm>
            <a:off x="6099048" y="5280928"/>
            <a:ext cx="495299" cy="6193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背景_光路底_1"/>
          <p:cNvCxnSpPr/>
          <p:nvPr/>
        </p:nvCxnSpPr>
        <p:spPr>
          <a:xfrm>
            <a:off x="6594347" y="5342866"/>
            <a:ext cx="495301" cy="6178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背景_光路亮线_1"/>
          <p:cNvCxnSpPr/>
          <p:nvPr/>
        </p:nvCxnSpPr>
        <p:spPr>
          <a:xfrm>
            <a:off x="6594347" y="5342866"/>
            <a:ext cx="495301" cy="6178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背景_光路底_1"/>
          <p:cNvCxnSpPr/>
          <p:nvPr/>
        </p:nvCxnSpPr>
        <p:spPr>
          <a:xfrm>
            <a:off x="7089648" y="5404647"/>
            <a:ext cx="495300" cy="5186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背景_光路亮线_1"/>
          <p:cNvCxnSpPr/>
          <p:nvPr/>
        </p:nvCxnSpPr>
        <p:spPr>
          <a:xfrm>
            <a:off x="7089648" y="5404647"/>
            <a:ext cx="495300" cy="5186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背景_光路底_1"/>
          <p:cNvCxnSpPr/>
          <p:nvPr/>
        </p:nvCxnSpPr>
        <p:spPr>
          <a:xfrm>
            <a:off x="7584948" y="5456515"/>
            <a:ext cx="495299" cy="3443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背景_光路亮线_1"/>
          <p:cNvCxnSpPr/>
          <p:nvPr/>
        </p:nvCxnSpPr>
        <p:spPr>
          <a:xfrm>
            <a:off x="7584948" y="5456515"/>
            <a:ext cx="495299" cy="3443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背景_光路底_1"/>
          <p:cNvCxnSpPr/>
          <p:nvPr/>
        </p:nvCxnSpPr>
        <p:spPr>
          <a:xfrm>
            <a:off x="8080247" y="5490952"/>
            <a:ext cx="495301" cy="13016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背景_光路亮线_1"/>
          <p:cNvCxnSpPr/>
          <p:nvPr/>
        </p:nvCxnSpPr>
        <p:spPr>
          <a:xfrm>
            <a:off x="8080247" y="5490952"/>
            <a:ext cx="495301" cy="13016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背景_光路底_1"/>
          <p:cNvCxnSpPr/>
          <p:nvPr/>
        </p:nvCxnSpPr>
        <p:spPr>
          <a:xfrm flipV="1">
            <a:off x="8575548" y="5495779"/>
            <a:ext cx="495300" cy="8189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背景_光路亮线_1"/>
          <p:cNvCxnSpPr/>
          <p:nvPr/>
        </p:nvCxnSpPr>
        <p:spPr>
          <a:xfrm flipV="1">
            <a:off x="8575548" y="5495779"/>
            <a:ext cx="495300" cy="8189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背景_光路底_1"/>
          <p:cNvCxnSpPr/>
          <p:nvPr/>
        </p:nvCxnSpPr>
        <p:spPr>
          <a:xfrm flipV="1">
            <a:off x="9070848" y="5470776"/>
            <a:ext cx="495300" cy="2500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背景_光路亮线_1"/>
          <p:cNvCxnSpPr/>
          <p:nvPr/>
        </p:nvCxnSpPr>
        <p:spPr>
          <a:xfrm flipV="1">
            <a:off x="9070848" y="5470776"/>
            <a:ext cx="495300" cy="2500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背景_光路底_1"/>
          <p:cNvCxnSpPr/>
          <p:nvPr/>
        </p:nvCxnSpPr>
        <p:spPr>
          <a:xfrm flipV="1">
            <a:off x="9566148" y="5436768"/>
            <a:ext cx="495300" cy="3400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背景_光路亮线_1"/>
          <p:cNvCxnSpPr/>
          <p:nvPr/>
        </p:nvCxnSpPr>
        <p:spPr>
          <a:xfrm flipV="1">
            <a:off x="9566148" y="5436768"/>
            <a:ext cx="495300" cy="3400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背景_光路底_1"/>
          <p:cNvCxnSpPr/>
          <p:nvPr/>
        </p:nvCxnSpPr>
        <p:spPr>
          <a:xfrm flipV="1">
            <a:off x="10061448" y="5403648"/>
            <a:ext cx="495300" cy="3312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背景_光路亮线_1"/>
          <p:cNvCxnSpPr/>
          <p:nvPr/>
        </p:nvCxnSpPr>
        <p:spPr>
          <a:xfrm flipV="1">
            <a:off x="10061448" y="5403648"/>
            <a:ext cx="495300" cy="3312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背景_光路底_1"/>
          <p:cNvCxnSpPr/>
          <p:nvPr/>
        </p:nvCxnSpPr>
        <p:spPr>
          <a:xfrm flipV="1">
            <a:off x="10556748" y="5381703"/>
            <a:ext cx="495300" cy="2194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背景_光路亮线_1"/>
          <p:cNvCxnSpPr/>
          <p:nvPr/>
        </p:nvCxnSpPr>
        <p:spPr>
          <a:xfrm flipV="1">
            <a:off x="10556748" y="5381703"/>
            <a:ext cx="495300" cy="2194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背景_光路底_1"/>
          <p:cNvCxnSpPr/>
          <p:nvPr/>
        </p:nvCxnSpPr>
        <p:spPr>
          <a:xfrm flipV="1">
            <a:off x="11052048" y="5379848"/>
            <a:ext cx="495300" cy="185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背景_光路亮线_1"/>
          <p:cNvCxnSpPr/>
          <p:nvPr/>
        </p:nvCxnSpPr>
        <p:spPr>
          <a:xfrm flipV="1">
            <a:off x="11052048" y="5379848"/>
            <a:ext cx="495300" cy="185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背景_光路底_1"/>
          <p:cNvCxnSpPr/>
          <p:nvPr/>
        </p:nvCxnSpPr>
        <p:spPr>
          <a:xfrm>
            <a:off x="11547348" y="5379848"/>
            <a:ext cx="495300" cy="2425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背景_光路亮线_1"/>
          <p:cNvCxnSpPr/>
          <p:nvPr/>
        </p:nvCxnSpPr>
        <p:spPr>
          <a:xfrm>
            <a:off x="11547348" y="5379848"/>
            <a:ext cx="495300" cy="2425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背景_光路底_2"/>
          <p:cNvCxnSpPr/>
          <p:nvPr/>
        </p:nvCxnSpPr>
        <p:spPr>
          <a:xfrm flipV="1">
            <a:off x="155447" y="5661198"/>
            <a:ext cx="495301" cy="7253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背景_光路亮线_2"/>
          <p:cNvCxnSpPr/>
          <p:nvPr/>
        </p:nvCxnSpPr>
        <p:spPr>
          <a:xfrm flipV="1">
            <a:off x="155447" y="5661198"/>
            <a:ext cx="495301" cy="7253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背景_光路底_2"/>
          <p:cNvCxnSpPr/>
          <p:nvPr/>
        </p:nvCxnSpPr>
        <p:spPr>
          <a:xfrm flipV="1">
            <a:off x="650748" y="5575238"/>
            <a:ext cx="495299" cy="8596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背景_光路亮线_2"/>
          <p:cNvCxnSpPr/>
          <p:nvPr/>
        </p:nvCxnSpPr>
        <p:spPr>
          <a:xfrm flipV="1">
            <a:off x="650748" y="5575238"/>
            <a:ext cx="495299" cy="8596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背景_光路底_2"/>
          <p:cNvCxnSpPr/>
          <p:nvPr/>
        </p:nvCxnSpPr>
        <p:spPr>
          <a:xfrm flipV="1">
            <a:off x="1146047" y="5484858"/>
            <a:ext cx="495301" cy="9038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背景_光路亮线_2"/>
          <p:cNvCxnSpPr/>
          <p:nvPr/>
        </p:nvCxnSpPr>
        <p:spPr>
          <a:xfrm flipV="1">
            <a:off x="1146047" y="5484858"/>
            <a:ext cx="495301" cy="9038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背景_光路底_2"/>
          <p:cNvCxnSpPr/>
          <p:nvPr/>
        </p:nvCxnSpPr>
        <p:spPr>
          <a:xfrm flipV="1">
            <a:off x="1641348" y="5400361"/>
            <a:ext cx="495299" cy="8449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背景_光路亮线_2"/>
          <p:cNvCxnSpPr/>
          <p:nvPr/>
        </p:nvCxnSpPr>
        <p:spPr>
          <a:xfrm flipV="1">
            <a:off x="1641348" y="5400361"/>
            <a:ext cx="495299" cy="8449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背景_光路底_2"/>
          <p:cNvCxnSpPr/>
          <p:nvPr/>
        </p:nvCxnSpPr>
        <p:spPr>
          <a:xfrm flipV="1">
            <a:off x="2136647" y="5331588"/>
            <a:ext cx="495301" cy="6877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背景_光路亮线_2"/>
          <p:cNvCxnSpPr/>
          <p:nvPr/>
        </p:nvCxnSpPr>
        <p:spPr>
          <a:xfrm flipV="1">
            <a:off x="2136647" y="5331588"/>
            <a:ext cx="495301" cy="6877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背景_光路底_2"/>
          <p:cNvCxnSpPr/>
          <p:nvPr/>
        </p:nvCxnSpPr>
        <p:spPr>
          <a:xfrm flipV="1">
            <a:off x="2631948" y="5286233"/>
            <a:ext cx="495300" cy="4535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背景_光路亮线_2"/>
          <p:cNvCxnSpPr/>
          <p:nvPr/>
        </p:nvCxnSpPr>
        <p:spPr>
          <a:xfrm flipV="1">
            <a:off x="2631948" y="5286233"/>
            <a:ext cx="495300" cy="4535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背景_光路底_2"/>
          <p:cNvCxnSpPr/>
          <p:nvPr/>
        </p:nvCxnSpPr>
        <p:spPr>
          <a:xfrm flipV="1">
            <a:off x="3127248" y="5268525"/>
            <a:ext cx="495300" cy="1770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背景_光路亮线_2"/>
          <p:cNvCxnSpPr/>
          <p:nvPr/>
        </p:nvCxnSpPr>
        <p:spPr>
          <a:xfrm flipV="1">
            <a:off x="3127248" y="5268525"/>
            <a:ext cx="495300" cy="1770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背景_光路底_2"/>
          <p:cNvCxnSpPr/>
          <p:nvPr/>
        </p:nvCxnSpPr>
        <p:spPr>
          <a:xfrm>
            <a:off x="3622548" y="5268525"/>
            <a:ext cx="495299" cy="998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背景_光路亮线_2"/>
          <p:cNvCxnSpPr/>
          <p:nvPr/>
        </p:nvCxnSpPr>
        <p:spPr>
          <a:xfrm>
            <a:off x="3622548" y="5268525"/>
            <a:ext cx="495299" cy="998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背景_光路底_2"/>
          <p:cNvCxnSpPr/>
          <p:nvPr/>
        </p:nvCxnSpPr>
        <p:spPr>
          <a:xfrm>
            <a:off x="4117847" y="5278506"/>
            <a:ext cx="495301" cy="3351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背景_光路亮线_2"/>
          <p:cNvCxnSpPr/>
          <p:nvPr/>
        </p:nvCxnSpPr>
        <p:spPr>
          <a:xfrm>
            <a:off x="4117847" y="5278506"/>
            <a:ext cx="495301" cy="3351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背景_光路底_2"/>
          <p:cNvCxnSpPr/>
          <p:nvPr/>
        </p:nvCxnSpPr>
        <p:spPr>
          <a:xfrm>
            <a:off x="4613148" y="5312024"/>
            <a:ext cx="495300" cy="4941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背景_光路亮线_2"/>
          <p:cNvCxnSpPr/>
          <p:nvPr/>
        </p:nvCxnSpPr>
        <p:spPr>
          <a:xfrm>
            <a:off x="4613148" y="5312024"/>
            <a:ext cx="495300" cy="4941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背景_光路底_2"/>
          <p:cNvCxnSpPr/>
          <p:nvPr/>
        </p:nvCxnSpPr>
        <p:spPr>
          <a:xfrm>
            <a:off x="5108448" y="5361441"/>
            <a:ext cx="495300" cy="55502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背景_光路亮线_2"/>
          <p:cNvCxnSpPr/>
          <p:nvPr/>
        </p:nvCxnSpPr>
        <p:spPr>
          <a:xfrm>
            <a:off x="5108448" y="5361441"/>
            <a:ext cx="495300" cy="55502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背景_光路底_2"/>
          <p:cNvCxnSpPr/>
          <p:nvPr/>
        </p:nvCxnSpPr>
        <p:spPr>
          <a:xfrm>
            <a:off x="5603748" y="5416943"/>
            <a:ext cx="495300" cy="51276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背景_光路亮线_2"/>
          <p:cNvCxnSpPr/>
          <p:nvPr/>
        </p:nvCxnSpPr>
        <p:spPr>
          <a:xfrm>
            <a:off x="5603748" y="5416943"/>
            <a:ext cx="495300" cy="51276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背景_光路底_2"/>
          <p:cNvCxnSpPr/>
          <p:nvPr/>
        </p:nvCxnSpPr>
        <p:spPr>
          <a:xfrm>
            <a:off x="6099048" y="5468219"/>
            <a:ext cx="495299" cy="38004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背景_光路亮线_2"/>
          <p:cNvCxnSpPr/>
          <p:nvPr/>
        </p:nvCxnSpPr>
        <p:spPr>
          <a:xfrm>
            <a:off x="6099048" y="5468219"/>
            <a:ext cx="495299" cy="38004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背景_光路底_2"/>
          <p:cNvCxnSpPr/>
          <p:nvPr/>
        </p:nvCxnSpPr>
        <p:spPr>
          <a:xfrm>
            <a:off x="6594347" y="5506223"/>
            <a:ext cx="495301" cy="18499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背景_光路亮线_2"/>
          <p:cNvCxnSpPr/>
          <p:nvPr/>
        </p:nvCxnSpPr>
        <p:spPr>
          <a:xfrm>
            <a:off x="6594347" y="5506223"/>
            <a:ext cx="495301" cy="18499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背景_光路底_2"/>
          <p:cNvCxnSpPr/>
          <p:nvPr/>
        </p:nvCxnSpPr>
        <p:spPr>
          <a:xfrm flipV="1">
            <a:off x="7089648" y="5521368"/>
            <a:ext cx="495300" cy="3354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背景_光路亮线_2"/>
          <p:cNvCxnSpPr/>
          <p:nvPr/>
        </p:nvCxnSpPr>
        <p:spPr>
          <a:xfrm flipV="1">
            <a:off x="7089648" y="5521368"/>
            <a:ext cx="495300" cy="3354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背景_光路底_2"/>
          <p:cNvCxnSpPr/>
          <p:nvPr/>
        </p:nvCxnSpPr>
        <p:spPr>
          <a:xfrm flipV="1">
            <a:off x="7584948" y="5498091"/>
            <a:ext cx="495299" cy="2327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背景_光路亮线_2"/>
          <p:cNvCxnSpPr/>
          <p:nvPr/>
        </p:nvCxnSpPr>
        <p:spPr>
          <a:xfrm flipV="1">
            <a:off x="7584948" y="5498091"/>
            <a:ext cx="495299" cy="2327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背景_光路底_2"/>
          <p:cNvCxnSpPr/>
          <p:nvPr/>
        </p:nvCxnSpPr>
        <p:spPr>
          <a:xfrm flipV="1">
            <a:off x="8080247" y="5460777"/>
            <a:ext cx="495301" cy="37314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背景_光路亮线_2"/>
          <p:cNvCxnSpPr/>
          <p:nvPr/>
        </p:nvCxnSpPr>
        <p:spPr>
          <a:xfrm flipV="1">
            <a:off x="8080247" y="5460777"/>
            <a:ext cx="495301" cy="37314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背景_光路底_2"/>
          <p:cNvCxnSpPr/>
          <p:nvPr/>
        </p:nvCxnSpPr>
        <p:spPr>
          <a:xfrm flipV="1">
            <a:off x="8575548" y="5418255"/>
            <a:ext cx="495300" cy="42522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背景_光路亮线_2"/>
          <p:cNvCxnSpPr/>
          <p:nvPr/>
        </p:nvCxnSpPr>
        <p:spPr>
          <a:xfrm flipV="1">
            <a:off x="8575548" y="5418255"/>
            <a:ext cx="495300" cy="42522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背景_光路底_2"/>
          <p:cNvCxnSpPr/>
          <p:nvPr/>
        </p:nvCxnSpPr>
        <p:spPr>
          <a:xfrm flipV="1">
            <a:off x="9070848" y="5380789"/>
            <a:ext cx="495300" cy="37466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背景_光路亮线_2"/>
          <p:cNvCxnSpPr/>
          <p:nvPr/>
        </p:nvCxnSpPr>
        <p:spPr>
          <a:xfrm flipV="1">
            <a:off x="9070848" y="5380789"/>
            <a:ext cx="495300" cy="37466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背景_光路底_2"/>
          <p:cNvCxnSpPr/>
          <p:nvPr/>
        </p:nvCxnSpPr>
        <p:spPr>
          <a:xfrm flipV="1">
            <a:off x="9566148" y="5358322"/>
            <a:ext cx="495300" cy="2246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背景_光路亮线_2"/>
          <p:cNvCxnSpPr/>
          <p:nvPr/>
        </p:nvCxnSpPr>
        <p:spPr>
          <a:xfrm flipV="1">
            <a:off x="9566148" y="5358322"/>
            <a:ext cx="495300" cy="2246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背景_光路底_2"/>
          <p:cNvCxnSpPr/>
          <p:nvPr/>
        </p:nvCxnSpPr>
        <p:spPr>
          <a:xfrm>
            <a:off x="10061448" y="5358322"/>
            <a:ext cx="495300" cy="45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背景_光路亮线_2"/>
          <p:cNvCxnSpPr/>
          <p:nvPr/>
        </p:nvCxnSpPr>
        <p:spPr>
          <a:xfrm>
            <a:off x="10061448" y="5358322"/>
            <a:ext cx="495300" cy="45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背景_光路底_2"/>
          <p:cNvCxnSpPr/>
          <p:nvPr/>
        </p:nvCxnSpPr>
        <p:spPr>
          <a:xfrm>
            <a:off x="10556748" y="5358772"/>
            <a:ext cx="495300" cy="2791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背景_光路亮线_2"/>
          <p:cNvCxnSpPr/>
          <p:nvPr/>
        </p:nvCxnSpPr>
        <p:spPr>
          <a:xfrm>
            <a:off x="10556748" y="5358772"/>
            <a:ext cx="495300" cy="2791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背景_光路底_2"/>
          <p:cNvCxnSpPr/>
          <p:nvPr/>
        </p:nvCxnSpPr>
        <p:spPr>
          <a:xfrm>
            <a:off x="11052048" y="5386682"/>
            <a:ext cx="495300" cy="5575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背景_光路亮线_2"/>
          <p:cNvCxnSpPr/>
          <p:nvPr/>
        </p:nvCxnSpPr>
        <p:spPr>
          <a:xfrm>
            <a:off x="11052048" y="5386682"/>
            <a:ext cx="495300" cy="5575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背景_光路底_2"/>
          <p:cNvCxnSpPr/>
          <p:nvPr/>
        </p:nvCxnSpPr>
        <p:spPr>
          <a:xfrm>
            <a:off x="11547348" y="5442435"/>
            <a:ext cx="495300" cy="79762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背景_光路亮线_2"/>
          <p:cNvCxnSpPr/>
          <p:nvPr/>
        </p:nvCxnSpPr>
        <p:spPr>
          <a:xfrm>
            <a:off x="11547348" y="5442435"/>
            <a:ext cx="495300" cy="79762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4" name="背景_地平线光环"/>
          <p:cNvSpPr/>
          <p:nvPr/>
        </p:nvSpPr>
        <p:spPr>
          <a:xfrm>
            <a:off x="3721608" y="4140403"/>
            <a:ext cx="4754880" cy="1046073"/>
          </a:xfrm>
          <a:prstGeom prst="ellipse">
            <a:avLst/>
          </a:prstGeom>
          <a:noFill/>
          <a:ln w="11176">
            <a:solidFill>
              <a:srgbClr val="69E9FF">
                <a:alpha val="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背景_地平线光环"/>
          <p:cNvSpPr/>
          <p:nvPr/>
        </p:nvSpPr>
        <p:spPr>
          <a:xfrm>
            <a:off x="4315968" y="4271162"/>
            <a:ext cx="3566160" cy="784555"/>
          </a:xfrm>
          <a:prstGeom prst="ellipse">
            <a:avLst/>
          </a:prstGeom>
          <a:noFill/>
          <a:ln w="11176">
            <a:solidFill>
              <a:srgbClr val="69E9FF">
                <a:alpha val="1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背景_地平线光环"/>
          <p:cNvSpPr/>
          <p:nvPr/>
        </p:nvSpPr>
        <p:spPr>
          <a:xfrm>
            <a:off x="4910328" y="4401921"/>
            <a:ext cx="2377440" cy="523036"/>
          </a:xfrm>
          <a:prstGeom prst="ellipse">
            <a:avLst/>
          </a:prstGeom>
          <a:noFill/>
          <a:ln w="11176">
            <a:solidFill>
              <a:srgbClr val="69E9FF">
                <a:alpha val="14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母版黄标_S08_可编辑"/>
          <p:cNvSpPr/>
          <p:nvPr/>
        </p:nvSpPr>
        <p:spPr>
          <a:xfrm>
            <a:off x="438912" y="438912"/>
            <a:ext cx="932688" cy="292608"/>
          </a:xfrm>
          <a:prstGeom prst="roundRect">
            <a:avLst/>
          </a:prstGeom>
          <a:solidFill>
            <a:srgbClr val="FFC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19" b="1">
                <a:solidFill>
                  <a:srgbClr val="082944"/>
                </a:solidFill>
                <a:latin typeface="Arial"/>
              </a:rPr>
              <a:t>07 双模</a:t>
            </a:r>
          </a:p>
        </p:txBody>
      </p:sp>
      <p:sp>
        <p:nvSpPr>
          <p:cNvPr id="217" name="S08_模型1_能力柱_柱1"/>
          <p:cNvSpPr/>
          <p:nvPr/>
        </p:nvSpPr>
        <p:spPr>
          <a:xfrm>
            <a:off x="1874519" y="3563874"/>
            <a:ext cx="126414" cy="368046"/>
          </a:xfrm>
          <a:prstGeom prst="rect">
            <a:avLst/>
          </a:prstGeom>
          <a:solidFill>
            <a:srgbClr val="63ECFF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S08_模型1_能力柱_柱2"/>
          <p:cNvSpPr/>
          <p:nvPr/>
        </p:nvSpPr>
        <p:spPr>
          <a:xfrm>
            <a:off x="2070462" y="3427171"/>
            <a:ext cx="126414" cy="504748"/>
          </a:xfrm>
          <a:prstGeom prst="rect">
            <a:avLst/>
          </a:prstGeom>
          <a:solidFill>
            <a:srgbClr val="63ECFF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S08_模型1_能力柱_柱3"/>
          <p:cNvSpPr/>
          <p:nvPr/>
        </p:nvSpPr>
        <p:spPr>
          <a:xfrm>
            <a:off x="2266405" y="3322015"/>
            <a:ext cx="126414" cy="609904"/>
          </a:xfrm>
          <a:prstGeom prst="rect">
            <a:avLst/>
          </a:prstGeom>
          <a:solidFill>
            <a:srgbClr val="63ECFF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S08_模型1_能力柱_柱4"/>
          <p:cNvSpPr/>
          <p:nvPr/>
        </p:nvSpPr>
        <p:spPr>
          <a:xfrm>
            <a:off x="2462348" y="3174796"/>
            <a:ext cx="126414" cy="757123"/>
          </a:xfrm>
          <a:prstGeom prst="rect">
            <a:avLst/>
          </a:prstGeom>
          <a:solidFill>
            <a:srgbClr val="63ECFF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S08_模型1_能力柱_柱5"/>
          <p:cNvSpPr/>
          <p:nvPr/>
        </p:nvSpPr>
        <p:spPr>
          <a:xfrm>
            <a:off x="2658291" y="3027578"/>
            <a:ext cx="126414" cy="904341"/>
          </a:xfrm>
          <a:prstGeom prst="rect">
            <a:avLst/>
          </a:prstGeom>
          <a:solidFill>
            <a:srgbClr val="FFC928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S08_模型1_能力柱_柱6"/>
          <p:cNvSpPr/>
          <p:nvPr/>
        </p:nvSpPr>
        <p:spPr>
          <a:xfrm>
            <a:off x="2854234" y="3111703"/>
            <a:ext cx="126414" cy="820216"/>
          </a:xfrm>
          <a:prstGeom prst="rect">
            <a:avLst/>
          </a:prstGeom>
          <a:solidFill>
            <a:srgbClr val="63ECFF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S08_模型1_能力柱_柱7"/>
          <p:cNvSpPr/>
          <p:nvPr/>
        </p:nvSpPr>
        <p:spPr>
          <a:xfrm>
            <a:off x="3050177" y="3258921"/>
            <a:ext cx="126414" cy="672998"/>
          </a:xfrm>
          <a:prstGeom prst="rect">
            <a:avLst/>
          </a:prstGeom>
          <a:solidFill>
            <a:srgbClr val="63ECFF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4" name="S08_模型1_能力柱_基线"/>
          <p:cNvCxnSpPr/>
          <p:nvPr/>
        </p:nvCxnSpPr>
        <p:spPr>
          <a:xfrm>
            <a:off x="1828799" y="3931920"/>
            <a:ext cx="1417321" cy="0"/>
          </a:xfrm>
          <a:prstGeom prst="line">
            <a:avLst/>
          </a:prstGeom>
          <a:ln w="11176">
            <a:solidFill>
              <a:srgbClr val="6498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5" name="S08_模型1_子图标1_盘1"/>
          <p:cNvSpPr/>
          <p:nvPr/>
        </p:nvSpPr>
        <p:spPr>
          <a:xfrm>
            <a:off x="1527413" y="3473988"/>
            <a:ext cx="237012" cy="59253"/>
          </a:xfrm>
          <a:prstGeom prst="ellipse">
            <a:avLst/>
          </a:prstGeom>
          <a:solidFill>
            <a:srgbClr val="146C99"/>
          </a:solidFill>
          <a:ln w="13970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S08_模型1_子图标1_盘2"/>
          <p:cNvSpPr/>
          <p:nvPr/>
        </p:nvSpPr>
        <p:spPr>
          <a:xfrm>
            <a:off x="1527413" y="3539825"/>
            <a:ext cx="237012" cy="59253"/>
          </a:xfrm>
          <a:prstGeom prst="ellipse">
            <a:avLst/>
          </a:prstGeom>
          <a:solidFill>
            <a:srgbClr val="146C99"/>
          </a:solidFill>
          <a:ln w="13970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S08_模型1_子图标1_盘3"/>
          <p:cNvSpPr/>
          <p:nvPr/>
        </p:nvSpPr>
        <p:spPr>
          <a:xfrm>
            <a:off x="1527413" y="3605662"/>
            <a:ext cx="237012" cy="59253"/>
          </a:xfrm>
          <a:prstGeom prst="ellipse">
            <a:avLst/>
          </a:prstGeom>
          <a:solidFill>
            <a:srgbClr val="146C99"/>
          </a:solidFill>
          <a:ln w="13970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8" name="S08_模型1_连接1"/>
          <p:cNvCxnSpPr/>
          <p:nvPr/>
        </p:nvCxnSpPr>
        <p:spPr>
          <a:xfrm flipH="1">
            <a:off x="1645919" y="3291840"/>
            <a:ext cx="914401" cy="274320"/>
          </a:xfrm>
          <a:prstGeom prst="line">
            <a:avLst/>
          </a:prstGeom>
          <a:ln w="9779">
            <a:solidFill>
              <a:srgbClr val="63ECFF">
                <a:alpha val="8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9" name="S08_模型1_子图标2_屋顶"/>
          <p:cNvSpPr/>
          <p:nvPr/>
        </p:nvSpPr>
        <p:spPr>
          <a:xfrm>
            <a:off x="3316711" y="3394984"/>
            <a:ext cx="316016" cy="148132"/>
          </a:xfrm>
          <a:prstGeom prst="triangle">
            <a:avLst/>
          </a:prstGeom>
          <a:solidFill>
            <a:srgbClr val="F0FCFF"/>
          </a:solidFill>
          <a:ln w="16764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S08_模型1_子图标2_房体"/>
          <p:cNvSpPr/>
          <p:nvPr/>
        </p:nvSpPr>
        <p:spPr>
          <a:xfrm>
            <a:off x="3349630" y="3539825"/>
            <a:ext cx="250179" cy="177759"/>
          </a:xfrm>
          <a:prstGeom prst="rect">
            <a:avLst/>
          </a:prstGeom>
          <a:solidFill>
            <a:srgbClr val="146C99">
              <a:alpha val="100000"/>
            </a:srgbClr>
          </a:solidFill>
          <a:ln w="15367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S08_模型1_子图标2_门"/>
          <p:cNvSpPr/>
          <p:nvPr/>
        </p:nvSpPr>
        <p:spPr>
          <a:xfrm>
            <a:off x="3491179" y="3599078"/>
            <a:ext cx="52669" cy="111922"/>
          </a:xfrm>
          <a:prstGeom prst="rect">
            <a:avLst/>
          </a:prstGeom>
          <a:solidFill>
            <a:srgbClr val="062B49">
              <a:alpha val="100000"/>
            </a:srgbClr>
          </a:solidFill>
          <a:ln w="9779">
            <a:solidFill>
              <a:srgbClr val="B0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2" name="S08_模型1_连接2"/>
          <p:cNvCxnSpPr/>
          <p:nvPr/>
        </p:nvCxnSpPr>
        <p:spPr>
          <a:xfrm>
            <a:off x="2560320" y="3291840"/>
            <a:ext cx="914400" cy="274320"/>
          </a:xfrm>
          <a:prstGeom prst="line">
            <a:avLst/>
          </a:prstGeom>
          <a:ln w="9779">
            <a:solidFill>
              <a:srgbClr val="63ECFF">
                <a:alpha val="8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3" name="S08_模型1_子图标3_盾"/>
          <p:cNvSpPr/>
          <p:nvPr/>
        </p:nvSpPr>
        <p:spPr>
          <a:xfrm>
            <a:off x="1847453" y="2382926"/>
            <a:ext cx="237012" cy="263347"/>
          </a:xfrm>
          <a:prstGeom prst="hexagon">
            <a:avLst/>
          </a:prstGeom>
          <a:solidFill>
            <a:srgbClr val="13668F"/>
          </a:solidFill>
          <a:ln w="13970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4" name="S08_模型1_子图标3_勾1"/>
          <p:cNvCxnSpPr/>
          <p:nvPr/>
        </p:nvCxnSpPr>
        <p:spPr>
          <a:xfrm>
            <a:off x="1919874" y="2514600"/>
            <a:ext cx="46086" cy="42793"/>
          </a:xfrm>
          <a:prstGeom prst="line">
            <a:avLst/>
          </a:prstGeom>
          <a:ln w="20955">
            <a:solidFill>
              <a:srgbClr val="FFC9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S08_模型1_子图标3_勾2"/>
          <p:cNvCxnSpPr/>
          <p:nvPr/>
        </p:nvCxnSpPr>
        <p:spPr>
          <a:xfrm flipV="1">
            <a:off x="1965960" y="2468514"/>
            <a:ext cx="62544" cy="88879"/>
          </a:xfrm>
          <a:prstGeom prst="line">
            <a:avLst/>
          </a:prstGeom>
          <a:ln w="20955">
            <a:solidFill>
              <a:srgbClr val="FFC9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S08_模型1_连接3"/>
          <p:cNvCxnSpPr/>
          <p:nvPr/>
        </p:nvCxnSpPr>
        <p:spPr>
          <a:xfrm flipH="1" flipV="1">
            <a:off x="1965960" y="2514600"/>
            <a:ext cx="594360" cy="777240"/>
          </a:xfrm>
          <a:prstGeom prst="line">
            <a:avLst/>
          </a:prstGeom>
          <a:ln w="9779">
            <a:solidFill>
              <a:srgbClr val="63ECFF">
                <a:alpha val="8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7" name="S08_模型1_子图标4_纸张"/>
          <p:cNvSpPr/>
          <p:nvPr/>
        </p:nvSpPr>
        <p:spPr>
          <a:xfrm>
            <a:off x="3101644" y="2382926"/>
            <a:ext cx="197510" cy="263347"/>
          </a:xfrm>
          <a:prstGeom prst="roundRect">
            <a:avLst/>
          </a:prstGeom>
          <a:solidFill>
            <a:srgbClr val="125E86">
              <a:alpha val="100000"/>
            </a:srgbClr>
          </a:solidFill>
          <a:ln w="13970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8" name="S08_模型1_子图标4_文本1"/>
          <p:cNvCxnSpPr/>
          <p:nvPr/>
        </p:nvCxnSpPr>
        <p:spPr>
          <a:xfrm>
            <a:off x="3141146" y="2455346"/>
            <a:ext cx="118507" cy="0"/>
          </a:xfrm>
          <a:prstGeom prst="line">
            <a:avLst/>
          </a:prstGeom>
          <a:ln w="10160">
            <a:solidFill>
              <a:srgbClr val="DDF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S08_模型1_子图标4_文本2"/>
          <p:cNvCxnSpPr/>
          <p:nvPr/>
        </p:nvCxnSpPr>
        <p:spPr>
          <a:xfrm>
            <a:off x="3141146" y="2514600"/>
            <a:ext cx="118507" cy="0"/>
          </a:xfrm>
          <a:prstGeom prst="line">
            <a:avLst/>
          </a:prstGeom>
          <a:ln w="10160">
            <a:solidFill>
              <a:srgbClr val="DDF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S08_模型1_子图标4_文本3"/>
          <p:cNvCxnSpPr/>
          <p:nvPr/>
        </p:nvCxnSpPr>
        <p:spPr>
          <a:xfrm>
            <a:off x="3141146" y="2573853"/>
            <a:ext cx="118507" cy="0"/>
          </a:xfrm>
          <a:prstGeom prst="line">
            <a:avLst/>
          </a:prstGeom>
          <a:ln w="10160">
            <a:solidFill>
              <a:srgbClr val="DDF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S08_模型1_连接4"/>
          <p:cNvCxnSpPr/>
          <p:nvPr/>
        </p:nvCxnSpPr>
        <p:spPr>
          <a:xfrm flipV="1">
            <a:off x="2560320" y="2514600"/>
            <a:ext cx="640080" cy="777240"/>
          </a:xfrm>
          <a:prstGeom prst="line">
            <a:avLst/>
          </a:prstGeom>
          <a:ln w="9779">
            <a:solidFill>
              <a:srgbClr val="63ECFF">
                <a:alpha val="8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2" name="S08_模型2_能力柱_柱1"/>
          <p:cNvSpPr/>
          <p:nvPr/>
        </p:nvSpPr>
        <p:spPr>
          <a:xfrm>
            <a:off x="8092440" y="3563874"/>
            <a:ext cx="126414" cy="368046"/>
          </a:xfrm>
          <a:prstGeom prst="rect">
            <a:avLst/>
          </a:prstGeom>
          <a:solidFill>
            <a:srgbClr val="63ECFF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S08_模型2_能力柱_柱2"/>
          <p:cNvSpPr/>
          <p:nvPr/>
        </p:nvSpPr>
        <p:spPr>
          <a:xfrm>
            <a:off x="8288382" y="3427171"/>
            <a:ext cx="126414" cy="504748"/>
          </a:xfrm>
          <a:prstGeom prst="rect">
            <a:avLst/>
          </a:prstGeom>
          <a:solidFill>
            <a:srgbClr val="63ECFF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S08_模型2_能力柱_柱3"/>
          <p:cNvSpPr/>
          <p:nvPr/>
        </p:nvSpPr>
        <p:spPr>
          <a:xfrm>
            <a:off x="8484325" y="3322015"/>
            <a:ext cx="126414" cy="609904"/>
          </a:xfrm>
          <a:prstGeom prst="rect">
            <a:avLst/>
          </a:prstGeom>
          <a:solidFill>
            <a:srgbClr val="63ECFF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S08_模型2_能力柱_柱4"/>
          <p:cNvSpPr/>
          <p:nvPr/>
        </p:nvSpPr>
        <p:spPr>
          <a:xfrm>
            <a:off x="8680268" y="3174796"/>
            <a:ext cx="126414" cy="757123"/>
          </a:xfrm>
          <a:prstGeom prst="rect">
            <a:avLst/>
          </a:prstGeom>
          <a:solidFill>
            <a:srgbClr val="63ECFF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S08_模型2_能力柱_柱5"/>
          <p:cNvSpPr/>
          <p:nvPr/>
        </p:nvSpPr>
        <p:spPr>
          <a:xfrm>
            <a:off x="8876211" y="3027578"/>
            <a:ext cx="126414" cy="904341"/>
          </a:xfrm>
          <a:prstGeom prst="rect">
            <a:avLst/>
          </a:prstGeom>
          <a:solidFill>
            <a:srgbClr val="FFC928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S08_模型2_能力柱_柱6"/>
          <p:cNvSpPr/>
          <p:nvPr/>
        </p:nvSpPr>
        <p:spPr>
          <a:xfrm>
            <a:off x="9072154" y="3111703"/>
            <a:ext cx="126414" cy="820216"/>
          </a:xfrm>
          <a:prstGeom prst="rect">
            <a:avLst/>
          </a:prstGeom>
          <a:solidFill>
            <a:srgbClr val="63ECFF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S08_模型2_能力柱_柱7"/>
          <p:cNvSpPr/>
          <p:nvPr/>
        </p:nvSpPr>
        <p:spPr>
          <a:xfrm>
            <a:off x="9268097" y="3258921"/>
            <a:ext cx="126414" cy="672998"/>
          </a:xfrm>
          <a:prstGeom prst="rect">
            <a:avLst/>
          </a:prstGeom>
          <a:solidFill>
            <a:srgbClr val="63ECFF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9" name="S08_模型2_能力柱_基线"/>
          <p:cNvCxnSpPr/>
          <p:nvPr/>
        </p:nvCxnSpPr>
        <p:spPr>
          <a:xfrm>
            <a:off x="8046719" y="3931920"/>
            <a:ext cx="1417321" cy="0"/>
          </a:xfrm>
          <a:prstGeom prst="line">
            <a:avLst/>
          </a:prstGeom>
          <a:ln w="11176">
            <a:solidFill>
              <a:srgbClr val="6498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0" name="S08_模型2_子图标1_盘1"/>
          <p:cNvSpPr/>
          <p:nvPr/>
        </p:nvSpPr>
        <p:spPr>
          <a:xfrm>
            <a:off x="7745333" y="3473988"/>
            <a:ext cx="237012" cy="59253"/>
          </a:xfrm>
          <a:prstGeom prst="ellipse">
            <a:avLst/>
          </a:prstGeom>
          <a:solidFill>
            <a:srgbClr val="146C99"/>
          </a:solidFill>
          <a:ln w="13970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S08_模型2_子图标1_盘2"/>
          <p:cNvSpPr/>
          <p:nvPr/>
        </p:nvSpPr>
        <p:spPr>
          <a:xfrm>
            <a:off x="7745333" y="3539825"/>
            <a:ext cx="237012" cy="59253"/>
          </a:xfrm>
          <a:prstGeom prst="ellipse">
            <a:avLst/>
          </a:prstGeom>
          <a:solidFill>
            <a:srgbClr val="146C99"/>
          </a:solidFill>
          <a:ln w="13970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S08_模型2_子图标1_盘3"/>
          <p:cNvSpPr/>
          <p:nvPr/>
        </p:nvSpPr>
        <p:spPr>
          <a:xfrm>
            <a:off x="7745333" y="3605662"/>
            <a:ext cx="237012" cy="59253"/>
          </a:xfrm>
          <a:prstGeom prst="ellipse">
            <a:avLst/>
          </a:prstGeom>
          <a:solidFill>
            <a:srgbClr val="146C99"/>
          </a:solidFill>
          <a:ln w="13970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3" name="S08_模型2_连接1"/>
          <p:cNvCxnSpPr/>
          <p:nvPr/>
        </p:nvCxnSpPr>
        <p:spPr>
          <a:xfrm flipH="1">
            <a:off x="7863840" y="3291840"/>
            <a:ext cx="914400" cy="274320"/>
          </a:xfrm>
          <a:prstGeom prst="line">
            <a:avLst/>
          </a:prstGeom>
          <a:ln w="9779">
            <a:solidFill>
              <a:srgbClr val="63ECFF">
                <a:alpha val="8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4" name="S08_模型2_子图标2_屋顶"/>
          <p:cNvSpPr/>
          <p:nvPr/>
        </p:nvSpPr>
        <p:spPr>
          <a:xfrm>
            <a:off x="9534631" y="3394984"/>
            <a:ext cx="316016" cy="148132"/>
          </a:xfrm>
          <a:prstGeom prst="triangle">
            <a:avLst/>
          </a:prstGeom>
          <a:solidFill>
            <a:srgbClr val="F0FCFF"/>
          </a:solidFill>
          <a:ln w="16764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S08_模型2_子图标2_房体"/>
          <p:cNvSpPr/>
          <p:nvPr/>
        </p:nvSpPr>
        <p:spPr>
          <a:xfrm>
            <a:off x="9567550" y="3539825"/>
            <a:ext cx="250179" cy="177759"/>
          </a:xfrm>
          <a:prstGeom prst="rect">
            <a:avLst/>
          </a:prstGeom>
          <a:solidFill>
            <a:srgbClr val="146C99">
              <a:alpha val="100000"/>
            </a:srgbClr>
          </a:solidFill>
          <a:ln w="15367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S08_模型2_子图标2_门"/>
          <p:cNvSpPr/>
          <p:nvPr/>
        </p:nvSpPr>
        <p:spPr>
          <a:xfrm>
            <a:off x="9709099" y="3599078"/>
            <a:ext cx="52669" cy="111922"/>
          </a:xfrm>
          <a:prstGeom prst="rect">
            <a:avLst/>
          </a:prstGeom>
          <a:solidFill>
            <a:srgbClr val="062B49">
              <a:alpha val="100000"/>
            </a:srgbClr>
          </a:solidFill>
          <a:ln w="9779">
            <a:solidFill>
              <a:srgbClr val="B0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7" name="S08_模型2_连接2"/>
          <p:cNvCxnSpPr/>
          <p:nvPr/>
        </p:nvCxnSpPr>
        <p:spPr>
          <a:xfrm>
            <a:off x="8778240" y="3291840"/>
            <a:ext cx="914400" cy="274320"/>
          </a:xfrm>
          <a:prstGeom prst="line">
            <a:avLst/>
          </a:prstGeom>
          <a:ln w="9779">
            <a:solidFill>
              <a:srgbClr val="63ECFF">
                <a:alpha val="8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S08_模型2_子图标3_盾"/>
          <p:cNvSpPr/>
          <p:nvPr/>
        </p:nvSpPr>
        <p:spPr>
          <a:xfrm>
            <a:off x="8065373" y="2382926"/>
            <a:ext cx="237012" cy="263347"/>
          </a:xfrm>
          <a:prstGeom prst="hexagon">
            <a:avLst/>
          </a:prstGeom>
          <a:solidFill>
            <a:srgbClr val="13668F"/>
          </a:solidFill>
          <a:ln w="13970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9" name="S08_模型2_子图标3_勾1"/>
          <p:cNvCxnSpPr/>
          <p:nvPr/>
        </p:nvCxnSpPr>
        <p:spPr>
          <a:xfrm>
            <a:off x="8137794" y="2514600"/>
            <a:ext cx="46085" cy="42793"/>
          </a:xfrm>
          <a:prstGeom prst="line">
            <a:avLst/>
          </a:prstGeom>
          <a:ln w="20955">
            <a:solidFill>
              <a:srgbClr val="FFC9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S08_模型2_子图标3_勾2"/>
          <p:cNvCxnSpPr/>
          <p:nvPr/>
        </p:nvCxnSpPr>
        <p:spPr>
          <a:xfrm flipV="1">
            <a:off x="8183879" y="2468514"/>
            <a:ext cx="62545" cy="88879"/>
          </a:xfrm>
          <a:prstGeom prst="line">
            <a:avLst/>
          </a:prstGeom>
          <a:ln w="20955">
            <a:solidFill>
              <a:srgbClr val="FFC9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S08_模型2_连接3"/>
          <p:cNvCxnSpPr/>
          <p:nvPr/>
        </p:nvCxnSpPr>
        <p:spPr>
          <a:xfrm flipH="1" flipV="1">
            <a:off x="8183879" y="2514600"/>
            <a:ext cx="594361" cy="777240"/>
          </a:xfrm>
          <a:prstGeom prst="line">
            <a:avLst/>
          </a:prstGeom>
          <a:ln w="9779">
            <a:solidFill>
              <a:srgbClr val="63ECFF">
                <a:alpha val="8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2" name="S08_模型2_子图标4_纸张"/>
          <p:cNvSpPr/>
          <p:nvPr/>
        </p:nvSpPr>
        <p:spPr>
          <a:xfrm>
            <a:off x="9319564" y="2382926"/>
            <a:ext cx="197510" cy="263347"/>
          </a:xfrm>
          <a:prstGeom prst="roundRect">
            <a:avLst/>
          </a:prstGeom>
          <a:solidFill>
            <a:srgbClr val="125E86">
              <a:alpha val="100000"/>
            </a:srgbClr>
          </a:solidFill>
          <a:ln w="13970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3" name="S08_模型2_子图标4_文本1"/>
          <p:cNvCxnSpPr/>
          <p:nvPr/>
        </p:nvCxnSpPr>
        <p:spPr>
          <a:xfrm>
            <a:off x="9359066" y="2455346"/>
            <a:ext cx="118507" cy="0"/>
          </a:xfrm>
          <a:prstGeom prst="line">
            <a:avLst/>
          </a:prstGeom>
          <a:ln w="10160">
            <a:solidFill>
              <a:srgbClr val="DDF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S08_模型2_子图标4_文本2"/>
          <p:cNvCxnSpPr/>
          <p:nvPr/>
        </p:nvCxnSpPr>
        <p:spPr>
          <a:xfrm>
            <a:off x="9359066" y="2514600"/>
            <a:ext cx="118507" cy="0"/>
          </a:xfrm>
          <a:prstGeom prst="line">
            <a:avLst/>
          </a:prstGeom>
          <a:ln w="10160">
            <a:solidFill>
              <a:srgbClr val="DDF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S08_模型2_子图标4_文本3"/>
          <p:cNvCxnSpPr/>
          <p:nvPr/>
        </p:nvCxnSpPr>
        <p:spPr>
          <a:xfrm>
            <a:off x="9359066" y="2573853"/>
            <a:ext cx="118507" cy="0"/>
          </a:xfrm>
          <a:prstGeom prst="line">
            <a:avLst/>
          </a:prstGeom>
          <a:ln w="10160">
            <a:solidFill>
              <a:srgbClr val="DDF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S08_模型2_连接4"/>
          <p:cNvCxnSpPr/>
          <p:nvPr/>
        </p:nvCxnSpPr>
        <p:spPr>
          <a:xfrm flipV="1">
            <a:off x="8778240" y="2514600"/>
            <a:ext cx="640079" cy="777240"/>
          </a:xfrm>
          <a:prstGeom prst="line">
            <a:avLst/>
          </a:prstGeom>
          <a:ln w="9779">
            <a:solidFill>
              <a:srgbClr val="63ECFF">
                <a:alpha val="8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7" name="S08_双模耦合输出"/>
          <p:cNvSpPr/>
          <p:nvPr/>
        </p:nvSpPr>
        <p:spPr>
          <a:xfrm>
            <a:off x="4983480" y="3154680"/>
            <a:ext cx="2286000" cy="749808"/>
          </a:xfrm>
          <a:prstGeom prst="ellipse">
            <a:avLst/>
          </a:prstGeom>
          <a:solidFill>
            <a:srgbClr val="063352">
              <a:alpha val="82000"/>
            </a:srgbClr>
          </a:solidFill>
          <a:ln w="15367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8" name="S08_输入线1"/>
          <p:cNvCxnSpPr/>
          <p:nvPr/>
        </p:nvCxnSpPr>
        <p:spPr>
          <a:xfrm>
            <a:off x="3749039" y="3474720"/>
            <a:ext cx="1207009" cy="0"/>
          </a:xfrm>
          <a:prstGeom prst="line">
            <a:avLst/>
          </a:prstGeom>
          <a:ln w="13970">
            <a:solidFill>
              <a:srgbClr val="63E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S08_输入线2"/>
          <p:cNvCxnSpPr/>
          <p:nvPr/>
        </p:nvCxnSpPr>
        <p:spPr>
          <a:xfrm>
            <a:off x="7296912" y="3474720"/>
            <a:ext cx="1042415" cy="0"/>
          </a:xfrm>
          <a:prstGeom prst="line">
            <a:avLst/>
          </a:prstGeom>
          <a:ln w="13970">
            <a:solidFill>
              <a:srgbClr val="63E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原生可编辑文字_S08_001_双击编辑"/>
          <p:cNvSpPr txBox="1"/>
          <p:nvPr/>
        </p:nvSpPr>
        <p:spPr>
          <a:xfrm>
            <a:off x="2042160" y="304800"/>
            <a:ext cx="8153399" cy="845819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463">
                <a:solidFill>
                  <a:srgbClr val="F7FCFF"/>
                </a:solidFill>
                <a:latin typeface="Noto Serif CJK SC"/>
              </a:rPr>
              <a:t>双模决策：存量评估 + 增量推演</a:t>
            </a:r>
          </a:p>
        </p:txBody>
      </p:sp>
      <p:sp>
        <p:nvSpPr>
          <p:cNvPr id="10" name="原生可编辑文字_S08_002_双击编辑"/>
          <p:cNvSpPr txBox="1"/>
          <p:nvPr/>
        </p:nvSpPr>
        <p:spPr>
          <a:xfrm>
            <a:off x="4213860" y="1036320"/>
            <a:ext cx="3649980" cy="45720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800">
                <a:solidFill>
                  <a:srgbClr val="F2F8FF"/>
                </a:solidFill>
                <a:latin typeface="Noto Sans CJK SC"/>
              </a:rPr>
              <a:t>把“经验判断”变成“量化决策”</a:t>
            </a:r>
          </a:p>
        </p:txBody>
      </p:sp>
      <p:sp>
        <p:nvSpPr>
          <p:cNvPr id="12" name="原生可编辑文字_S08_003_双击编辑"/>
          <p:cNvSpPr txBox="1"/>
          <p:nvPr/>
        </p:nvSpPr>
        <p:spPr>
          <a:xfrm>
            <a:off x="1623060" y="1676400"/>
            <a:ext cx="746760" cy="43434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325">
                <a:solidFill>
                  <a:srgbClr val="F2F8FF"/>
                </a:solidFill>
                <a:latin typeface="Noto Serif CJK SC"/>
              </a:rPr>
              <a:t>模型1</a:t>
            </a:r>
          </a:p>
        </p:txBody>
      </p:sp>
      <p:sp>
        <p:nvSpPr>
          <p:cNvPr id="14" name="原生可编辑文字_S08_004_双击编辑"/>
          <p:cNvSpPr txBox="1"/>
          <p:nvPr/>
        </p:nvSpPr>
        <p:spPr>
          <a:xfrm>
            <a:off x="2842260" y="1638300"/>
            <a:ext cx="1531620" cy="51054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733">
                <a:solidFill>
                  <a:srgbClr val="63ECFF"/>
                </a:solidFill>
                <a:latin typeface="Noto Serif CJK SC"/>
              </a:rPr>
              <a:t>健康评估</a:t>
            </a:r>
          </a:p>
        </p:txBody>
      </p:sp>
      <p:sp>
        <p:nvSpPr>
          <p:cNvPr id="16" name="原生可编辑文字_S08_005_双击编辑"/>
          <p:cNvSpPr txBox="1"/>
          <p:nvPr/>
        </p:nvSpPr>
        <p:spPr>
          <a:xfrm>
            <a:off x="8054340" y="1623060"/>
            <a:ext cx="1181100" cy="54102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896">
                <a:solidFill>
                  <a:srgbClr val="F2F8FF"/>
                </a:solidFill>
                <a:latin typeface="Noto Serif CJK SC"/>
              </a:rPr>
              <a:t>模型2</a:t>
            </a:r>
          </a:p>
        </p:txBody>
      </p:sp>
      <p:sp>
        <p:nvSpPr>
          <p:cNvPr id="18" name="原生可编辑文字_S08_006_双击编辑"/>
          <p:cNvSpPr txBox="1"/>
          <p:nvPr/>
        </p:nvSpPr>
        <p:spPr>
          <a:xfrm>
            <a:off x="9204960" y="1638300"/>
            <a:ext cx="1501140" cy="51054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733">
                <a:solidFill>
                  <a:srgbClr val="63ECFF"/>
                </a:solidFill>
                <a:latin typeface="Noto Serif CJK SC"/>
              </a:rPr>
              <a:t>供需推演</a:t>
            </a:r>
          </a:p>
        </p:txBody>
      </p:sp>
      <p:sp>
        <p:nvSpPr>
          <p:cNvPr id="20" name="原生可编辑文字_S08_007_双击编辑"/>
          <p:cNvSpPr txBox="1"/>
          <p:nvPr/>
        </p:nvSpPr>
        <p:spPr>
          <a:xfrm>
            <a:off x="876300" y="3284220"/>
            <a:ext cx="914400" cy="4038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48">
                <a:solidFill>
                  <a:srgbClr val="F2F8FF"/>
                </a:solidFill>
                <a:latin typeface="Noto Sans CJK SC"/>
              </a:rPr>
              <a:t>部件体检</a:t>
            </a:r>
          </a:p>
        </p:txBody>
      </p:sp>
      <p:sp>
        <p:nvSpPr>
          <p:cNvPr id="22" name="原生可编辑文字_S08_008_双击编辑"/>
          <p:cNvSpPr txBox="1"/>
          <p:nvPr/>
        </p:nvSpPr>
        <p:spPr>
          <a:xfrm>
            <a:off x="967740" y="3589020"/>
            <a:ext cx="716280" cy="3505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b="0" sz="1518">
                <a:solidFill>
                  <a:srgbClr val="F2F8FF"/>
                </a:solidFill>
                <a:latin typeface="Noto Sans CJK SC"/>
              </a:rPr>
              <a:t>发现隐患
量化评分</a:t>
            </a:r>
          </a:p>
        </p:txBody>
      </p:sp>
      <p:sp>
        <p:nvSpPr>
          <p:cNvPr id="24" name="原生可编辑文字_S08_009_双击编辑"/>
          <p:cNvSpPr txBox="1"/>
          <p:nvPr/>
        </p:nvSpPr>
        <p:spPr>
          <a:xfrm>
            <a:off x="967740" y="3764279"/>
            <a:ext cx="716280" cy="35052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518">
                <a:solidFill>
                  <a:srgbClr val="F2F8FF"/>
                </a:solidFill>
                <a:latin typeface="Noto Sans CJK SC"/>
              </a:rPr>
              <a:t>量化评分</a:t>
            </a:r>
          </a:p>
        </p:txBody>
      </p:sp>
      <p:sp>
        <p:nvSpPr>
          <p:cNvPr id="26" name="原生可编辑文字_S08_010_双击编辑"/>
          <p:cNvSpPr txBox="1"/>
          <p:nvPr/>
        </p:nvSpPr>
        <p:spPr>
          <a:xfrm>
            <a:off x="2293620" y="3390900"/>
            <a:ext cx="891540" cy="38100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650">
                <a:solidFill>
                  <a:srgbClr val="F2F8FF"/>
                </a:solidFill>
                <a:latin typeface="Noto Sans CJK SC"/>
              </a:rPr>
              <a:t>寿命预测</a:t>
            </a:r>
          </a:p>
        </p:txBody>
      </p:sp>
      <p:sp>
        <p:nvSpPr>
          <p:cNvPr id="28" name="原生可编辑文字_S08_011_双击编辑"/>
          <p:cNvSpPr txBox="1"/>
          <p:nvPr/>
        </p:nvSpPr>
        <p:spPr>
          <a:xfrm>
            <a:off x="2369820" y="3733799"/>
            <a:ext cx="731520" cy="34290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485">
                <a:solidFill>
                  <a:srgbClr val="F2F8FF"/>
                </a:solidFill>
                <a:latin typeface="Noto Sans CJK SC"/>
              </a:rPr>
              <a:t>剩余寿命</a:t>
            </a:r>
          </a:p>
        </p:txBody>
      </p:sp>
      <p:sp>
        <p:nvSpPr>
          <p:cNvPr id="30" name="原生可编辑文字_S08_012_双击编辑"/>
          <p:cNvSpPr txBox="1"/>
          <p:nvPr/>
        </p:nvSpPr>
        <p:spPr>
          <a:xfrm>
            <a:off x="2385060" y="3909060"/>
            <a:ext cx="716280" cy="34290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485">
                <a:solidFill>
                  <a:srgbClr val="F2F8FF"/>
                </a:solidFill>
                <a:latin typeface="Noto Sans CJK SC"/>
              </a:rPr>
              <a:t>风险预警</a:t>
            </a:r>
          </a:p>
        </p:txBody>
      </p:sp>
      <p:sp>
        <p:nvSpPr>
          <p:cNvPr id="32" name="原生可编辑文字_S08_013_双击编辑"/>
          <p:cNvSpPr txBox="1"/>
          <p:nvPr/>
        </p:nvSpPr>
        <p:spPr>
          <a:xfrm>
            <a:off x="3627120" y="3284220"/>
            <a:ext cx="1066800" cy="4038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48">
                <a:solidFill>
                  <a:srgbClr val="F2F8FF"/>
                </a:solidFill>
                <a:latin typeface="Noto Sans CJK SC"/>
              </a:rPr>
              <a:t>维修优先序</a:t>
            </a:r>
          </a:p>
        </p:txBody>
      </p:sp>
      <p:sp>
        <p:nvSpPr>
          <p:cNvPr id="34" name="原生可编辑文字_S08_014_双击编辑"/>
          <p:cNvSpPr txBox="1"/>
          <p:nvPr/>
        </p:nvSpPr>
        <p:spPr>
          <a:xfrm>
            <a:off x="3787140" y="3604260"/>
            <a:ext cx="716280" cy="3352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b="0" sz="1452">
                <a:solidFill>
                  <a:srgbClr val="F2F8FF"/>
                </a:solidFill>
                <a:latin typeface="Noto Sans CJK SC"/>
              </a:rPr>
              <a:t>轻重缓急
科学排序</a:t>
            </a:r>
          </a:p>
        </p:txBody>
      </p:sp>
      <p:sp>
        <p:nvSpPr>
          <p:cNvPr id="36" name="原生可编辑文字_S08_015_双击编辑"/>
          <p:cNvSpPr txBox="1"/>
          <p:nvPr/>
        </p:nvSpPr>
        <p:spPr>
          <a:xfrm>
            <a:off x="3787140" y="3779519"/>
            <a:ext cx="731520" cy="35052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518">
                <a:solidFill>
                  <a:srgbClr val="F2F8FF"/>
                </a:solidFill>
                <a:latin typeface="Noto Sans CJK SC"/>
              </a:rPr>
              <a:t>科学排序</a:t>
            </a:r>
          </a:p>
        </p:txBody>
      </p:sp>
      <p:sp>
        <p:nvSpPr>
          <p:cNvPr id="38" name="原生可编辑文字_S08_016_双击编辑"/>
          <p:cNvSpPr txBox="1"/>
          <p:nvPr/>
        </p:nvSpPr>
        <p:spPr>
          <a:xfrm>
            <a:off x="7627620" y="3284220"/>
            <a:ext cx="914400" cy="4038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48">
                <a:solidFill>
                  <a:srgbClr val="F2F8FF"/>
                </a:solidFill>
                <a:latin typeface="Noto Sans CJK SC"/>
              </a:rPr>
              <a:t>有效烤能</a:t>
            </a:r>
          </a:p>
        </p:txBody>
      </p:sp>
      <p:sp>
        <p:nvSpPr>
          <p:cNvPr id="40" name="原生可编辑文字_S08_017_双击编辑"/>
          <p:cNvSpPr txBox="1"/>
          <p:nvPr/>
        </p:nvSpPr>
        <p:spPr>
          <a:xfrm>
            <a:off x="7703820" y="3589020"/>
            <a:ext cx="716280" cy="35052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518">
                <a:solidFill>
                  <a:srgbClr val="F2F8FF"/>
                </a:solidFill>
                <a:latin typeface="Noto Sans CJK SC"/>
              </a:rPr>
              <a:t>可用产能</a:t>
            </a:r>
          </a:p>
        </p:txBody>
      </p:sp>
      <p:sp>
        <p:nvSpPr>
          <p:cNvPr id="42" name="原生可编辑文字_S08_018_双击编辑"/>
          <p:cNvSpPr txBox="1"/>
          <p:nvPr/>
        </p:nvSpPr>
        <p:spPr>
          <a:xfrm>
            <a:off x="7703820" y="3787140"/>
            <a:ext cx="716280" cy="34290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485">
                <a:solidFill>
                  <a:srgbClr val="F2F8FF"/>
                </a:solidFill>
                <a:latin typeface="Noto Sans CJK SC"/>
              </a:rPr>
              <a:t>动态测算</a:t>
            </a:r>
          </a:p>
        </p:txBody>
      </p:sp>
      <p:sp>
        <p:nvSpPr>
          <p:cNvPr id="44" name="原生可编辑文字_S08_019_双击编辑"/>
          <p:cNvSpPr txBox="1"/>
          <p:nvPr/>
        </p:nvSpPr>
        <p:spPr>
          <a:xfrm>
            <a:off x="5044440" y="3832860"/>
            <a:ext cx="2164080" cy="51054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733">
                <a:solidFill>
                  <a:srgbClr val="63ECFF"/>
                </a:solidFill>
                <a:latin typeface="Noto Serif CJK SC"/>
              </a:rPr>
              <a:t>双模耦合输出</a:t>
            </a:r>
          </a:p>
        </p:txBody>
      </p:sp>
      <p:sp>
        <p:nvSpPr>
          <p:cNvPr id="46" name="原生可编辑文字_S08_020_双击编辑"/>
          <p:cNvSpPr txBox="1"/>
          <p:nvPr/>
        </p:nvSpPr>
        <p:spPr>
          <a:xfrm>
            <a:off x="9029700" y="3398520"/>
            <a:ext cx="891540" cy="37338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617">
                <a:solidFill>
                  <a:srgbClr val="F2F8FF"/>
                </a:solidFill>
                <a:latin typeface="Noto Sans CJK SC"/>
              </a:rPr>
              <a:t>真实缺口</a:t>
            </a:r>
          </a:p>
        </p:txBody>
      </p:sp>
      <p:sp>
        <p:nvSpPr>
          <p:cNvPr id="48" name="原生可编辑文字_S08_021_双击编辑"/>
          <p:cNvSpPr txBox="1"/>
          <p:nvPr/>
        </p:nvSpPr>
        <p:spPr>
          <a:xfrm>
            <a:off x="9098280" y="3733799"/>
            <a:ext cx="739140" cy="34290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485">
                <a:solidFill>
                  <a:srgbClr val="F2F8FF"/>
                </a:solidFill>
                <a:latin typeface="Noto Sans CJK SC"/>
              </a:rPr>
              <a:t>需求对比</a:t>
            </a:r>
          </a:p>
        </p:txBody>
      </p:sp>
      <p:sp>
        <p:nvSpPr>
          <p:cNvPr id="50" name="原生可编辑文字_S08_022_双击编辑"/>
          <p:cNvSpPr txBox="1"/>
          <p:nvPr/>
        </p:nvSpPr>
        <p:spPr>
          <a:xfrm>
            <a:off x="9121140" y="3909060"/>
            <a:ext cx="716280" cy="34290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1485">
                <a:solidFill>
                  <a:srgbClr val="63ECFF"/>
                </a:solidFill>
                <a:latin typeface="Noto Sans CJK SC"/>
              </a:rPr>
              <a:t>缺口识别</a:t>
            </a:r>
          </a:p>
        </p:txBody>
      </p:sp>
      <p:sp>
        <p:nvSpPr>
          <p:cNvPr id="52" name="原生可编辑文字_S08_023_双击编辑"/>
          <p:cNvSpPr txBox="1"/>
          <p:nvPr/>
        </p:nvSpPr>
        <p:spPr>
          <a:xfrm>
            <a:off x="10340340" y="3291840"/>
            <a:ext cx="1196340" cy="39624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16">
                <a:solidFill>
                  <a:srgbClr val="F2F8FF"/>
                </a:solidFill>
                <a:latin typeface="Noto Sans CJK SC"/>
              </a:rPr>
              <a:t>建设情景模拟</a:t>
            </a:r>
          </a:p>
        </p:txBody>
      </p:sp>
      <p:sp>
        <p:nvSpPr>
          <p:cNvPr id="54" name="原生可编辑文字_S08_024_双击编辑"/>
          <p:cNvSpPr txBox="1"/>
          <p:nvPr/>
        </p:nvSpPr>
        <p:spPr>
          <a:xfrm>
            <a:off x="10523220" y="3604260"/>
            <a:ext cx="868680" cy="34290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485">
                <a:solidFill>
                  <a:srgbClr val="F2F8FF"/>
                </a:solidFill>
                <a:latin typeface="Noto Sans CJK SC"/>
              </a:rPr>
              <a:t>多情景推演</a:t>
            </a:r>
          </a:p>
        </p:txBody>
      </p:sp>
      <p:sp>
        <p:nvSpPr>
          <p:cNvPr id="56" name="原生可编辑文字_S08_025_双击编辑"/>
          <p:cNvSpPr txBox="1"/>
          <p:nvPr/>
        </p:nvSpPr>
        <p:spPr>
          <a:xfrm>
            <a:off x="10447020" y="3787140"/>
            <a:ext cx="998219" cy="34290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485">
                <a:solidFill>
                  <a:srgbClr val="F2F8FF"/>
                </a:solidFill>
                <a:latin typeface="Noto Sans CJK SC"/>
              </a:rPr>
              <a:t>投入产出评估</a:t>
            </a:r>
          </a:p>
        </p:txBody>
      </p:sp>
      <p:sp>
        <p:nvSpPr>
          <p:cNvPr id="58" name="原生可编辑文字_S08_026_双击编辑"/>
          <p:cNvSpPr txBox="1"/>
          <p:nvPr/>
        </p:nvSpPr>
        <p:spPr>
          <a:xfrm>
            <a:off x="3863339" y="5394960"/>
            <a:ext cx="998219" cy="43434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325">
                <a:solidFill>
                  <a:srgbClr val="FFC928"/>
                </a:solidFill>
                <a:latin typeface="Noto Serif CJK SC"/>
              </a:rPr>
              <a:t>该修哪栋</a:t>
            </a:r>
          </a:p>
        </p:txBody>
      </p:sp>
      <p:sp>
        <p:nvSpPr>
          <p:cNvPr id="60" name="原生可编辑文字_S08_027_双击编辑"/>
          <p:cNvSpPr txBox="1"/>
          <p:nvPr/>
        </p:nvSpPr>
        <p:spPr>
          <a:xfrm>
            <a:off x="5608320" y="5394960"/>
            <a:ext cx="982980" cy="39624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1716">
                <a:solidFill>
                  <a:srgbClr val="FFC928"/>
                </a:solidFill>
                <a:latin typeface="Noto Sans CJK SC"/>
              </a:rPr>
              <a:t>该补哪里</a:t>
            </a:r>
          </a:p>
        </p:txBody>
      </p:sp>
      <p:sp>
        <p:nvSpPr>
          <p:cNvPr id="62" name="原生可编辑文字_S08_028_双击编辑"/>
          <p:cNvSpPr txBox="1"/>
          <p:nvPr/>
        </p:nvSpPr>
        <p:spPr>
          <a:xfrm>
            <a:off x="7376160" y="5387340"/>
            <a:ext cx="990599" cy="4419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366">
                <a:solidFill>
                  <a:srgbClr val="FFC928"/>
                </a:solidFill>
                <a:latin typeface="Noto Serif CJK SC"/>
              </a:rPr>
              <a:t>该建多少</a:t>
            </a:r>
          </a:p>
        </p:txBody>
      </p:sp>
      <p:sp>
        <p:nvSpPr>
          <p:cNvPr id="64" name="原生可编辑文字_S08_029_双击编辑"/>
          <p:cNvSpPr txBox="1"/>
          <p:nvPr/>
        </p:nvSpPr>
        <p:spPr>
          <a:xfrm>
            <a:off x="3947160" y="6141720"/>
            <a:ext cx="4221480" cy="44958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800">
                <a:solidFill>
                  <a:srgbClr val="F2F8FF"/>
                </a:solidFill>
                <a:latin typeface="Noto Sans CJK SC"/>
              </a:rPr>
              <a:t>让维修有依据、投入有方向、建设有测算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_深蓝底_可编辑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B49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背景_左上光束_1"/>
          <p:cNvSpPr/>
          <p:nvPr/>
        </p:nvSpPr>
        <p:spPr>
          <a:xfrm>
            <a:off x="0" y="0"/>
            <a:ext cx="2423160" cy="1828800"/>
          </a:xfrm>
          <a:custGeom>
            <a:avLst/>
            <a:gdLst/>
            <a:ahLst/>
            <a:cxnLst/>
            <a:rect l="l" t="t" r="r" b="b"/>
            <a:pathLst>
              <a:path w="2423160" h="1828800">
                <a:moveTo>
                  <a:pt x="0" y="0"/>
                </a:moveTo>
                <a:lnTo>
                  <a:pt x="914400" y="0"/>
                </a:lnTo>
                <a:lnTo>
                  <a:pt x="2423160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8DEBFF">
              <a:alpha val="2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背景_左上光束_2"/>
          <p:cNvSpPr/>
          <p:nvPr/>
        </p:nvSpPr>
        <p:spPr>
          <a:xfrm>
            <a:off x="274320" y="0"/>
            <a:ext cx="2423159" cy="1828800"/>
          </a:xfrm>
          <a:custGeom>
            <a:avLst/>
            <a:gdLst/>
            <a:ahLst/>
            <a:cxnLst/>
            <a:rect l="l" t="t" r="r" b="b"/>
            <a:pathLst>
              <a:path w="2423159" h="1828800">
                <a:moveTo>
                  <a:pt x="0" y="0"/>
                </a:moveTo>
                <a:lnTo>
                  <a:pt x="914400" y="0"/>
                </a:lnTo>
                <a:lnTo>
                  <a:pt x="2423159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8DEBFF">
              <a:alpha val="2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背景_左上光束_3"/>
          <p:cNvSpPr/>
          <p:nvPr/>
        </p:nvSpPr>
        <p:spPr>
          <a:xfrm>
            <a:off x="640080" y="0"/>
            <a:ext cx="2423159" cy="1828800"/>
          </a:xfrm>
          <a:custGeom>
            <a:avLst/>
            <a:gdLst/>
            <a:ahLst/>
            <a:cxnLst/>
            <a:rect l="l" t="t" r="r" b="b"/>
            <a:pathLst>
              <a:path w="2423159" h="1828800">
                <a:moveTo>
                  <a:pt x="0" y="0"/>
                </a:moveTo>
                <a:lnTo>
                  <a:pt x="914400" y="0"/>
                </a:lnTo>
                <a:lnTo>
                  <a:pt x="2423159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8DEBFF">
              <a:alpha val="2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背景_星点_1"/>
          <p:cNvSpPr/>
          <p:nvPr/>
        </p:nvSpPr>
        <p:spPr>
          <a:xfrm>
            <a:off x="3452280" y="3791879"/>
            <a:ext cx="36576" cy="36576"/>
          </a:xfrm>
          <a:prstGeom prst="ellipse">
            <a:avLst/>
          </a:prstGeom>
          <a:solidFill>
            <a:srgbClr val="E8FDFF">
              <a:alpha val="6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背景_星点_2"/>
          <p:cNvSpPr/>
          <p:nvPr/>
        </p:nvSpPr>
        <p:spPr>
          <a:xfrm>
            <a:off x="5054560" y="3106951"/>
            <a:ext cx="22860" cy="22860"/>
          </a:xfrm>
          <a:prstGeom prst="ellipse">
            <a:avLst/>
          </a:prstGeom>
          <a:solidFill>
            <a:srgbClr val="E8FDFF">
              <a:alpha val="64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背景_星点_3"/>
          <p:cNvSpPr/>
          <p:nvPr/>
        </p:nvSpPr>
        <p:spPr>
          <a:xfrm>
            <a:off x="9620887" y="2724574"/>
            <a:ext cx="18288" cy="18288"/>
          </a:xfrm>
          <a:prstGeom prst="ellipse">
            <a:avLst/>
          </a:prstGeom>
          <a:solidFill>
            <a:srgbClr val="E8FDFF">
              <a:alpha val="61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背景_星点_4"/>
          <p:cNvSpPr/>
          <p:nvPr/>
        </p:nvSpPr>
        <p:spPr>
          <a:xfrm>
            <a:off x="2748722" y="963690"/>
            <a:ext cx="36576" cy="36576"/>
          </a:xfrm>
          <a:prstGeom prst="ellipse">
            <a:avLst/>
          </a:prstGeom>
          <a:solidFill>
            <a:srgbClr val="E8FDFF">
              <a:alpha val="7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背景_星点_5"/>
          <p:cNvSpPr/>
          <p:nvPr/>
        </p:nvSpPr>
        <p:spPr>
          <a:xfrm>
            <a:off x="10304241" y="3761656"/>
            <a:ext cx="13716" cy="13716"/>
          </a:xfrm>
          <a:prstGeom prst="ellipse">
            <a:avLst/>
          </a:prstGeom>
          <a:solidFill>
            <a:srgbClr val="E8FDFF">
              <a:alpha val="44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背景_星点_6"/>
          <p:cNvSpPr/>
          <p:nvPr/>
        </p:nvSpPr>
        <p:spPr>
          <a:xfrm>
            <a:off x="6151442" y="2663520"/>
            <a:ext cx="27432" cy="27432"/>
          </a:xfrm>
          <a:prstGeom prst="ellipse">
            <a:avLst/>
          </a:prstGeom>
          <a:solidFill>
            <a:srgbClr val="E8FDFF">
              <a:alpha val="3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背景_星点_7"/>
          <p:cNvSpPr/>
          <p:nvPr/>
        </p:nvSpPr>
        <p:spPr>
          <a:xfrm>
            <a:off x="10830108" y="593418"/>
            <a:ext cx="36576" cy="36576"/>
          </a:xfrm>
          <a:prstGeom prst="ellipse">
            <a:avLst/>
          </a:prstGeom>
          <a:solidFill>
            <a:srgbClr val="E8FDFF">
              <a:alpha val="61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背景_星点_8"/>
          <p:cNvSpPr/>
          <p:nvPr/>
        </p:nvSpPr>
        <p:spPr>
          <a:xfrm>
            <a:off x="10939728" y="1973435"/>
            <a:ext cx="13716" cy="13716"/>
          </a:xfrm>
          <a:prstGeom prst="ellipse">
            <a:avLst/>
          </a:prstGeom>
          <a:solidFill>
            <a:srgbClr val="E8FDFF">
              <a:alpha val="5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背景_星点_9"/>
          <p:cNvSpPr/>
          <p:nvPr/>
        </p:nvSpPr>
        <p:spPr>
          <a:xfrm>
            <a:off x="10849240" y="952094"/>
            <a:ext cx="36576" cy="36576"/>
          </a:xfrm>
          <a:prstGeom prst="ellipse">
            <a:avLst/>
          </a:prstGeom>
          <a:solidFill>
            <a:srgbClr val="E8FDFF">
              <a:alpha val="39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背景_星点_10"/>
          <p:cNvSpPr/>
          <p:nvPr/>
        </p:nvSpPr>
        <p:spPr>
          <a:xfrm>
            <a:off x="9088473" y="565973"/>
            <a:ext cx="13716" cy="13716"/>
          </a:xfrm>
          <a:prstGeom prst="ellipse">
            <a:avLst/>
          </a:prstGeom>
          <a:solidFill>
            <a:srgbClr val="E8FDFF">
              <a:alpha val="7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背景_星点_11"/>
          <p:cNvSpPr/>
          <p:nvPr/>
        </p:nvSpPr>
        <p:spPr>
          <a:xfrm>
            <a:off x="8086932" y="4061247"/>
            <a:ext cx="27432" cy="27432"/>
          </a:xfrm>
          <a:prstGeom prst="ellipse">
            <a:avLst/>
          </a:prstGeom>
          <a:solidFill>
            <a:srgbClr val="E8FDFF">
              <a:alpha val="61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背景_星点_12"/>
          <p:cNvSpPr/>
          <p:nvPr/>
        </p:nvSpPr>
        <p:spPr>
          <a:xfrm>
            <a:off x="6278159" y="1534691"/>
            <a:ext cx="13716" cy="13716"/>
          </a:xfrm>
          <a:prstGeom prst="ellipse">
            <a:avLst/>
          </a:prstGeom>
          <a:solidFill>
            <a:srgbClr val="E8FDFF">
              <a:alpha val="5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背景_星点_13"/>
          <p:cNvSpPr/>
          <p:nvPr/>
        </p:nvSpPr>
        <p:spPr>
          <a:xfrm>
            <a:off x="8735586" y="2642785"/>
            <a:ext cx="22860" cy="22860"/>
          </a:xfrm>
          <a:prstGeom prst="ellipse">
            <a:avLst/>
          </a:prstGeom>
          <a:solidFill>
            <a:srgbClr val="E8FDFF">
              <a:alpha val="5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背景_星点_14"/>
          <p:cNvSpPr/>
          <p:nvPr/>
        </p:nvSpPr>
        <p:spPr>
          <a:xfrm>
            <a:off x="2787400" y="3332552"/>
            <a:ext cx="13716" cy="13716"/>
          </a:xfrm>
          <a:prstGeom prst="ellipse">
            <a:avLst/>
          </a:prstGeom>
          <a:solidFill>
            <a:srgbClr val="E8FDFF">
              <a:alpha val="31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背景_星点_15"/>
          <p:cNvSpPr/>
          <p:nvPr/>
        </p:nvSpPr>
        <p:spPr>
          <a:xfrm>
            <a:off x="3684855" y="2328589"/>
            <a:ext cx="27432" cy="27432"/>
          </a:xfrm>
          <a:prstGeom prst="ellipse">
            <a:avLst/>
          </a:prstGeom>
          <a:solidFill>
            <a:srgbClr val="E8FDFF">
              <a:alpha val="3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背景_星点_16"/>
          <p:cNvSpPr/>
          <p:nvPr/>
        </p:nvSpPr>
        <p:spPr>
          <a:xfrm>
            <a:off x="1088050" y="328749"/>
            <a:ext cx="36576" cy="36576"/>
          </a:xfrm>
          <a:prstGeom prst="ellipse">
            <a:avLst/>
          </a:prstGeom>
          <a:solidFill>
            <a:srgbClr val="E8FDFF">
              <a:alpha val="4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背景_星点_17"/>
          <p:cNvSpPr/>
          <p:nvPr/>
        </p:nvSpPr>
        <p:spPr>
          <a:xfrm>
            <a:off x="8455971" y="2412076"/>
            <a:ext cx="22860" cy="22860"/>
          </a:xfrm>
          <a:prstGeom prst="ellipse">
            <a:avLst/>
          </a:prstGeom>
          <a:solidFill>
            <a:srgbClr val="E8FDFF">
              <a:alpha val="5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背景_星点_18"/>
          <p:cNvSpPr/>
          <p:nvPr/>
        </p:nvSpPr>
        <p:spPr>
          <a:xfrm>
            <a:off x="8568410" y="3905240"/>
            <a:ext cx="27432" cy="27432"/>
          </a:xfrm>
          <a:prstGeom prst="ellipse">
            <a:avLst/>
          </a:prstGeom>
          <a:solidFill>
            <a:srgbClr val="E8FDFF">
              <a:alpha val="3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背景_星点_19"/>
          <p:cNvSpPr/>
          <p:nvPr/>
        </p:nvSpPr>
        <p:spPr>
          <a:xfrm>
            <a:off x="5358651" y="3816752"/>
            <a:ext cx="36576" cy="36576"/>
          </a:xfrm>
          <a:prstGeom prst="ellipse">
            <a:avLst/>
          </a:prstGeom>
          <a:solidFill>
            <a:srgbClr val="E8FDFF">
              <a:alpha val="51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背景_星点_20"/>
          <p:cNvSpPr/>
          <p:nvPr/>
        </p:nvSpPr>
        <p:spPr>
          <a:xfrm>
            <a:off x="5704612" y="3012156"/>
            <a:ext cx="36576" cy="36576"/>
          </a:xfrm>
          <a:prstGeom prst="ellipse">
            <a:avLst/>
          </a:prstGeom>
          <a:solidFill>
            <a:srgbClr val="E8FDFF">
              <a:alpha val="3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背景_星点_21"/>
          <p:cNvSpPr/>
          <p:nvPr/>
        </p:nvSpPr>
        <p:spPr>
          <a:xfrm>
            <a:off x="1359049" y="984674"/>
            <a:ext cx="22860" cy="22860"/>
          </a:xfrm>
          <a:prstGeom prst="ellipse">
            <a:avLst/>
          </a:prstGeom>
          <a:solidFill>
            <a:srgbClr val="E8FDFF">
              <a:alpha val="41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背景_星点_22"/>
          <p:cNvSpPr/>
          <p:nvPr/>
        </p:nvSpPr>
        <p:spPr>
          <a:xfrm>
            <a:off x="5203582" y="898036"/>
            <a:ext cx="36576" cy="36576"/>
          </a:xfrm>
          <a:prstGeom prst="ellipse">
            <a:avLst/>
          </a:prstGeom>
          <a:solidFill>
            <a:srgbClr val="E8FDFF">
              <a:alpha val="36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背景_星点_23"/>
          <p:cNvSpPr/>
          <p:nvPr/>
        </p:nvSpPr>
        <p:spPr>
          <a:xfrm>
            <a:off x="3479809" y="1720796"/>
            <a:ext cx="13716" cy="13716"/>
          </a:xfrm>
          <a:prstGeom prst="ellipse">
            <a:avLst/>
          </a:prstGeom>
          <a:solidFill>
            <a:srgbClr val="E8FDFF">
              <a:alpha val="39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背景_星点_24"/>
          <p:cNvSpPr/>
          <p:nvPr/>
        </p:nvSpPr>
        <p:spPr>
          <a:xfrm>
            <a:off x="7006295" y="1436616"/>
            <a:ext cx="36576" cy="36576"/>
          </a:xfrm>
          <a:prstGeom prst="ellipse">
            <a:avLst/>
          </a:prstGeom>
          <a:solidFill>
            <a:srgbClr val="E8FDFF">
              <a:alpha val="6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背景_星点_25"/>
          <p:cNvSpPr/>
          <p:nvPr/>
        </p:nvSpPr>
        <p:spPr>
          <a:xfrm>
            <a:off x="10149166" y="3579212"/>
            <a:ext cx="13716" cy="13716"/>
          </a:xfrm>
          <a:prstGeom prst="ellipse">
            <a:avLst/>
          </a:prstGeom>
          <a:solidFill>
            <a:srgbClr val="E8FDFF">
              <a:alpha val="58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背景_星点_26"/>
          <p:cNvSpPr/>
          <p:nvPr/>
        </p:nvSpPr>
        <p:spPr>
          <a:xfrm>
            <a:off x="1560321" y="516578"/>
            <a:ext cx="36576" cy="36576"/>
          </a:xfrm>
          <a:prstGeom prst="ellipse">
            <a:avLst/>
          </a:prstGeom>
          <a:solidFill>
            <a:srgbClr val="E8FDFF">
              <a:alpha val="41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背景_星点_27"/>
          <p:cNvSpPr/>
          <p:nvPr/>
        </p:nvSpPr>
        <p:spPr>
          <a:xfrm>
            <a:off x="6654552" y="1439925"/>
            <a:ext cx="13716" cy="13716"/>
          </a:xfrm>
          <a:prstGeom prst="ellipse">
            <a:avLst/>
          </a:prstGeom>
          <a:solidFill>
            <a:srgbClr val="E8FDFF">
              <a:alpha val="39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背景_星点_28"/>
          <p:cNvSpPr/>
          <p:nvPr/>
        </p:nvSpPr>
        <p:spPr>
          <a:xfrm>
            <a:off x="9062756" y="1619235"/>
            <a:ext cx="13716" cy="13716"/>
          </a:xfrm>
          <a:prstGeom prst="ellipse">
            <a:avLst/>
          </a:prstGeom>
          <a:solidFill>
            <a:srgbClr val="E8FDFF">
              <a:alpha val="33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背景_星点_29"/>
          <p:cNvSpPr/>
          <p:nvPr/>
        </p:nvSpPr>
        <p:spPr>
          <a:xfrm>
            <a:off x="6323709" y="2627193"/>
            <a:ext cx="27432" cy="27432"/>
          </a:xfrm>
          <a:prstGeom prst="ellipse">
            <a:avLst/>
          </a:prstGeom>
          <a:solidFill>
            <a:srgbClr val="E8FDFF">
              <a:alpha val="74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背景_星点_30"/>
          <p:cNvSpPr/>
          <p:nvPr/>
        </p:nvSpPr>
        <p:spPr>
          <a:xfrm>
            <a:off x="11441693" y="3701127"/>
            <a:ext cx="13716" cy="13716"/>
          </a:xfrm>
          <a:prstGeom prst="ellipse">
            <a:avLst/>
          </a:prstGeom>
          <a:solidFill>
            <a:srgbClr val="E8FDFF">
              <a:alpha val="6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背景_星点_31"/>
          <p:cNvSpPr/>
          <p:nvPr/>
        </p:nvSpPr>
        <p:spPr>
          <a:xfrm>
            <a:off x="431846" y="964570"/>
            <a:ext cx="36576" cy="36576"/>
          </a:xfrm>
          <a:prstGeom prst="ellipse">
            <a:avLst/>
          </a:prstGeom>
          <a:solidFill>
            <a:srgbClr val="E8FDFF">
              <a:alpha val="66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背景_星点_32"/>
          <p:cNvSpPr/>
          <p:nvPr/>
        </p:nvSpPr>
        <p:spPr>
          <a:xfrm>
            <a:off x="9695264" y="366315"/>
            <a:ext cx="13716" cy="13716"/>
          </a:xfrm>
          <a:prstGeom prst="ellipse">
            <a:avLst/>
          </a:prstGeom>
          <a:solidFill>
            <a:srgbClr val="E8FDFF">
              <a:alpha val="4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背景_星点_33"/>
          <p:cNvSpPr/>
          <p:nvPr/>
        </p:nvSpPr>
        <p:spPr>
          <a:xfrm>
            <a:off x="3794397" y="1584259"/>
            <a:ext cx="13716" cy="13716"/>
          </a:xfrm>
          <a:prstGeom prst="ellipse">
            <a:avLst/>
          </a:prstGeom>
          <a:solidFill>
            <a:srgbClr val="E8FDFF">
              <a:alpha val="7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背景_星点_34"/>
          <p:cNvSpPr/>
          <p:nvPr/>
        </p:nvSpPr>
        <p:spPr>
          <a:xfrm>
            <a:off x="6126774" y="1673695"/>
            <a:ext cx="27432" cy="27432"/>
          </a:xfrm>
          <a:prstGeom prst="ellipse">
            <a:avLst/>
          </a:prstGeom>
          <a:solidFill>
            <a:srgbClr val="E8FDFF">
              <a:alpha val="49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背景_星点_35"/>
          <p:cNvSpPr/>
          <p:nvPr/>
        </p:nvSpPr>
        <p:spPr>
          <a:xfrm>
            <a:off x="8581046" y="4140498"/>
            <a:ext cx="13716" cy="13716"/>
          </a:xfrm>
          <a:prstGeom prst="ellipse">
            <a:avLst/>
          </a:prstGeom>
          <a:solidFill>
            <a:srgbClr val="E8FDFF">
              <a:alpha val="3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背景_星点_36"/>
          <p:cNvSpPr/>
          <p:nvPr/>
        </p:nvSpPr>
        <p:spPr>
          <a:xfrm>
            <a:off x="6459596" y="2209651"/>
            <a:ext cx="18288" cy="18288"/>
          </a:xfrm>
          <a:prstGeom prst="ellipse">
            <a:avLst/>
          </a:prstGeom>
          <a:solidFill>
            <a:srgbClr val="E8FDFF">
              <a:alpha val="6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背景_星点_37"/>
          <p:cNvSpPr/>
          <p:nvPr/>
        </p:nvSpPr>
        <p:spPr>
          <a:xfrm>
            <a:off x="541234" y="2952268"/>
            <a:ext cx="36576" cy="36576"/>
          </a:xfrm>
          <a:prstGeom prst="ellipse">
            <a:avLst/>
          </a:prstGeom>
          <a:solidFill>
            <a:srgbClr val="E8FDFF">
              <a:alpha val="64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背景_星点_38"/>
          <p:cNvSpPr/>
          <p:nvPr/>
        </p:nvSpPr>
        <p:spPr>
          <a:xfrm>
            <a:off x="3436244" y="385614"/>
            <a:ext cx="36576" cy="36576"/>
          </a:xfrm>
          <a:prstGeom prst="ellipse">
            <a:avLst/>
          </a:prstGeom>
          <a:solidFill>
            <a:srgbClr val="E8FDFF">
              <a:alpha val="33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背景_星点_39"/>
          <p:cNvSpPr/>
          <p:nvPr/>
        </p:nvSpPr>
        <p:spPr>
          <a:xfrm>
            <a:off x="2054122" y="3408147"/>
            <a:ext cx="27432" cy="27432"/>
          </a:xfrm>
          <a:prstGeom prst="ellipse">
            <a:avLst/>
          </a:prstGeom>
          <a:solidFill>
            <a:srgbClr val="E8FDFF">
              <a:alpha val="5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背景_星点_40"/>
          <p:cNvSpPr/>
          <p:nvPr/>
        </p:nvSpPr>
        <p:spPr>
          <a:xfrm>
            <a:off x="5588083" y="1944684"/>
            <a:ext cx="27432" cy="27432"/>
          </a:xfrm>
          <a:prstGeom prst="ellipse">
            <a:avLst/>
          </a:prstGeom>
          <a:solidFill>
            <a:srgbClr val="E8FDFF">
              <a:alpha val="56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背景_星点_41"/>
          <p:cNvSpPr/>
          <p:nvPr/>
        </p:nvSpPr>
        <p:spPr>
          <a:xfrm>
            <a:off x="11025740" y="2818940"/>
            <a:ext cx="13716" cy="13716"/>
          </a:xfrm>
          <a:prstGeom prst="ellipse">
            <a:avLst/>
          </a:prstGeom>
          <a:solidFill>
            <a:srgbClr val="E8FDFF">
              <a:alpha val="64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背景_星点_42"/>
          <p:cNvSpPr/>
          <p:nvPr/>
        </p:nvSpPr>
        <p:spPr>
          <a:xfrm>
            <a:off x="4283723" y="2126601"/>
            <a:ext cx="18288" cy="18288"/>
          </a:xfrm>
          <a:prstGeom prst="ellipse">
            <a:avLst/>
          </a:prstGeom>
          <a:solidFill>
            <a:srgbClr val="E8FDFF">
              <a:alpha val="46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背景_星点_43"/>
          <p:cNvSpPr/>
          <p:nvPr/>
        </p:nvSpPr>
        <p:spPr>
          <a:xfrm>
            <a:off x="4262816" y="3835786"/>
            <a:ext cx="22860" cy="22860"/>
          </a:xfrm>
          <a:prstGeom prst="ellipse">
            <a:avLst/>
          </a:prstGeom>
          <a:solidFill>
            <a:srgbClr val="E8FDFF">
              <a:alpha val="71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背景_星点_44"/>
          <p:cNvSpPr/>
          <p:nvPr/>
        </p:nvSpPr>
        <p:spPr>
          <a:xfrm>
            <a:off x="1796646" y="1533014"/>
            <a:ext cx="27432" cy="27432"/>
          </a:xfrm>
          <a:prstGeom prst="ellipse">
            <a:avLst/>
          </a:prstGeom>
          <a:solidFill>
            <a:srgbClr val="E8FDFF">
              <a:alpha val="4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背景_星点_45"/>
          <p:cNvSpPr/>
          <p:nvPr/>
        </p:nvSpPr>
        <p:spPr>
          <a:xfrm>
            <a:off x="7420010" y="4176583"/>
            <a:ext cx="36576" cy="36576"/>
          </a:xfrm>
          <a:prstGeom prst="ellipse">
            <a:avLst/>
          </a:prstGeom>
          <a:solidFill>
            <a:srgbClr val="E8FDFF">
              <a:alpha val="36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背景_云雾_1"/>
          <p:cNvSpPr/>
          <p:nvPr/>
        </p:nvSpPr>
        <p:spPr>
          <a:xfrm>
            <a:off x="-914400" y="3246120"/>
            <a:ext cx="5943600" cy="1005840"/>
          </a:xfrm>
          <a:prstGeom prst="ellipse">
            <a:avLst/>
          </a:prstGeom>
          <a:solidFill>
            <a:srgbClr val="DDF9FF">
              <a:alpha val="2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背景_云雾_2"/>
          <p:cNvSpPr/>
          <p:nvPr/>
        </p:nvSpPr>
        <p:spPr>
          <a:xfrm>
            <a:off x="3108960" y="3383280"/>
            <a:ext cx="5852160" cy="914400"/>
          </a:xfrm>
          <a:prstGeom prst="ellipse">
            <a:avLst/>
          </a:prstGeom>
          <a:solidFill>
            <a:srgbClr val="DDF9FF">
              <a:alpha val="2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背景_云雾_3"/>
          <p:cNvSpPr/>
          <p:nvPr/>
        </p:nvSpPr>
        <p:spPr>
          <a:xfrm>
            <a:off x="7498079" y="3246120"/>
            <a:ext cx="5669280" cy="1005840"/>
          </a:xfrm>
          <a:prstGeom prst="ellipse">
            <a:avLst/>
          </a:prstGeom>
          <a:solidFill>
            <a:srgbClr val="DDF9FF">
              <a:alpha val="2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背景_山体层_1"/>
          <p:cNvSpPr/>
          <p:nvPr/>
        </p:nvSpPr>
        <p:spPr>
          <a:xfrm>
            <a:off x="0" y="3278587"/>
            <a:ext cx="12191695" cy="3579413"/>
          </a:xfrm>
          <a:custGeom>
            <a:avLst/>
            <a:gdLst/>
            <a:ahLst/>
            <a:cxnLst/>
            <a:rect l="l" t="t" r="r" b="b"/>
            <a:pathLst>
              <a:path w="12191695" h="3579413">
                <a:moveTo>
                  <a:pt x="0" y="3579413"/>
                </a:moveTo>
                <a:lnTo>
                  <a:pt x="0" y="424733"/>
                </a:lnTo>
                <a:lnTo>
                  <a:pt x="502920" y="30004"/>
                </a:lnTo>
                <a:lnTo>
                  <a:pt x="1005840" y="181354"/>
                </a:lnTo>
                <a:lnTo>
                  <a:pt x="1417320" y="210741"/>
                </a:lnTo>
                <a:lnTo>
                  <a:pt x="1828800" y="412610"/>
                </a:lnTo>
                <a:lnTo>
                  <a:pt x="2194560" y="383182"/>
                </a:lnTo>
                <a:lnTo>
                  <a:pt x="2651760" y="343382"/>
                </a:lnTo>
                <a:lnTo>
                  <a:pt x="3063240" y="771301"/>
                </a:lnTo>
                <a:lnTo>
                  <a:pt x="3520440" y="844634"/>
                </a:lnTo>
                <a:lnTo>
                  <a:pt x="3931920" y="676338"/>
                </a:lnTo>
                <a:lnTo>
                  <a:pt x="4389120" y="423216"/>
                </a:lnTo>
                <a:lnTo>
                  <a:pt x="4892040" y="62364"/>
                </a:lnTo>
                <a:lnTo>
                  <a:pt x="5394960" y="342126"/>
                </a:lnTo>
                <a:lnTo>
                  <a:pt x="5852160" y="221530"/>
                </a:lnTo>
                <a:lnTo>
                  <a:pt x="6309360" y="176290"/>
                </a:lnTo>
                <a:lnTo>
                  <a:pt x="6858000" y="357716"/>
                </a:lnTo>
                <a:lnTo>
                  <a:pt x="7406640" y="743055"/>
                </a:lnTo>
                <a:lnTo>
                  <a:pt x="8001000" y="838585"/>
                </a:lnTo>
                <a:lnTo>
                  <a:pt x="8549640" y="418765"/>
                </a:lnTo>
                <a:lnTo>
                  <a:pt x="9052560" y="369638"/>
                </a:lnTo>
                <a:lnTo>
                  <a:pt x="9601200" y="269916"/>
                </a:lnTo>
                <a:lnTo>
                  <a:pt x="10149840" y="257250"/>
                </a:lnTo>
                <a:lnTo>
                  <a:pt x="10744200" y="0"/>
                </a:lnTo>
                <a:lnTo>
                  <a:pt x="11338560" y="568225"/>
                </a:lnTo>
                <a:lnTo>
                  <a:pt x="12188952" y="837003"/>
                </a:lnTo>
                <a:lnTo>
                  <a:pt x="12191695" y="3579413"/>
                </a:lnTo>
                <a:close/>
              </a:path>
            </a:pathLst>
          </a:custGeom>
          <a:solidFill>
            <a:srgbClr val="124D72">
              <a:alpha val="7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背景_山体层_2"/>
          <p:cNvSpPr/>
          <p:nvPr/>
        </p:nvSpPr>
        <p:spPr>
          <a:xfrm>
            <a:off x="0" y="3514638"/>
            <a:ext cx="12191695" cy="3343362"/>
          </a:xfrm>
          <a:custGeom>
            <a:avLst/>
            <a:gdLst/>
            <a:ahLst/>
            <a:cxnLst/>
            <a:rect l="l" t="t" r="r" b="b"/>
            <a:pathLst>
              <a:path w="12191695" h="3343362">
                <a:moveTo>
                  <a:pt x="0" y="3343362"/>
                </a:moveTo>
                <a:lnTo>
                  <a:pt x="0" y="89872"/>
                </a:lnTo>
                <a:lnTo>
                  <a:pt x="438912" y="0"/>
                </a:lnTo>
                <a:lnTo>
                  <a:pt x="914400" y="381022"/>
                </a:lnTo>
                <a:lnTo>
                  <a:pt x="1298448" y="393165"/>
                </a:lnTo>
                <a:lnTo>
                  <a:pt x="1737360" y="509037"/>
                </a:lnTo>
                <a:lnTo>
                  <a:pt x="2121408" y="549549"/>
                </a:lnTo>
                <a:lnTo>
                  <a:pt x="2487168" y="531820"/>
                </a:lnTo>
                <a:lnTo>
                  <a:pt x="2944368" y="900942"/>
                </a:lnTo>
                <a:lnTo>
                  <a:pt x="3429000" y="788411"/>
                </a:lnTo>
                <a:lnTo>
                  <a:pt x="3840480" y="398583"/>
                </a:lnTo>
                <a:lnTo>
                  <a:pt x="4315968" y="227901"/>
                </a:lnTo>
                <a:lnTo>
                  <a:pt x="4754880" y="80478"/>
                </a:lnTo>
                <a:lnTo>
                  <a:pt x="5212080" y="364102"/>
                </a:lnTo>
                <a:lnTo>
                  <a:pt x="5623560" y="394692"/>
                </a:lnTo>
                <a:lnTo>
                  <a:pt x="6053328" y="226250"/>
                </a:lnTo>
                <a:lnTo>
                  <a:pt x="6446520" y="495236"/>
                </a:lnTo>
                <a:lnTo>
                  <a:pt x="6949440" y="735339"/>
                </a:lnTo>
                <a:lnTo>
                  <a:pt x="7452360" y="925475"/>
                </a:lnTo>
                <a:lnTo>
                  <a:pt x="7955279" y="629255"/>
                </a:lnTo>
                <a:lnTo>
                  <a:pt x="8458200" y="222317"/>
                </a:lnTo>
                <a:lnTo>
                  <a:pt x="8915400" y="358180"/>
                </a:lnTo>
                <a:lnTo>
                  <a:pt x="9436608" y="236701"/>
                </a:lnTo>
                <a:lnTo>
                  <a:pt x="9921240" y="290787"/>
                </a:lnTo>
                <a:lnTo>
                  <a:pt x="10424160" y="149577"/>
                </a:lnTo>
                <a:lnTo>
                  <a:pt x="10972800" y="646414"/>
                </a:lnTo>
                <a:lnTo>
                  <a:pt x="11475720" y="892971"/>
                </a:lnTo>
                <a:lnTo>
                  <a:pt x="12188952" y="688790"/>
                </a:lnTo>
                <a:lnTo>
                  <a:pt x="12191695" y="3343362"/>
                </a:lnTo>
                <a:close/>
              </a:path>
            </a:pathLst>
          </a:custGeom>
          <a:solidFill>
            <a:srgbClr val="0F4165">
              <a:alpha val="8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背景_山体层_3"/>
          <p:cNvSpPr/>
          <p:nvPr/>
        </p:nvSpPr>
        <p:spPr>
          <a:xfrm>
            <a:off x="0" y="3810785"/>
            <a:ext cx="12191695" cy="3047215"/>
          </a:xfrm>
          <a:custGeom>
            <a:avLst/>
            <a:gdLst/>
            <a:ahLst/>
            <a:cxnLst/>
            <a:rect l="l" t="t" r="r" b="b"/>
            <a:pathLst>
              <a:path w="12191695" h="3047215">
                <a:moveTo>
                  <a:pt x="0" y="3047215"/>
                </a:moveTo>
                <a:lnTo>
                  <a:pt x="0" y="0"/>
                </a:lnTo>
                <a:lnTo>
                  <a:pt x="384048" y="183268"/>
                </a:lnTo>
                <a:lnTo>
                  <a:pt x="804672" y="615808"/>
                </a:lnTo>
                <a:lnTo>
                  <a:pt x="1188720" y="569560"/>
                </a:lnTo>
                <a:lnTo>
                  <a:pt x="1572768" y="550615"/>
                </a:lnTo>
                <a:lnTo>
                  <a:pt x="1965960" y="697285"/>
                </a:lnTo>
                <a:lnTo>
                  <a:pt x="2377440" y="690214"/>
                </a:lnTo>
                <a:lnTo>
                  <a:pt x="2788920" y="841443"/>
                </a:lnTo>
                <a:lnTo>
                  <a:pt x="3154680" y="781352"/>
                </a:lnTo>
                <a:lnTo>
                  <a:pt x="3611880" y="210878"/>
                </a:lnTo>
                <a:lnTo>
                  <a:pt x="4041648" y="121860"/>
                </a:lnTo>
                <a:lnTo>
                  <a:pt x="4443984" y="207229"/>
                </a:lnTo>
                <a:lnTo>
                  <a:pt x="4846320" y="285864"/>
                </a:lnTo>
                <a:lnTo>
                  <a:pt x="5303520" y="545930"/>
                </a:lnTo>
                <a:lnTo>
                  <a:pt x="5724144" y="414374"/>
                </a:lnTo>
                <a:lnTo>
                  <a:pt x="6144768" y="498172"/>
                </a:lnTo>
                <a:lnTo>
                  <a:pt x="6565392" y="890948"/>
                </a:lnTo>
                <a:lnTo>
                  <a:pt x="6967728" y="864269"/>
                </a:lnTo>
                <a:lnTo>
                  <a:pt x="7388352" y="739645"/>
                </a:lnTo>
                <a:lnTo>
                  <a:pt x="7790688" y="472346"/>
                </a:lnTo>
                <a:lnTo>
                  <a:pt x="8211312" y="97453"/>
                </a:lnTo>
                <a:lnTo>
                  <a:pt x="8641080" y="290337"/>
                </a:lnTo>
                <a:lnTo>
                  <a:pt x="9070848" y="377208"/>
                </a:lnTo>
                <a:lnTo>
                  <a:pt x="9491472" y="240901"/>
                </a:lnTo>
                <a:lnTo>
                  <a:pt x="9930384" y="374971"/>
                </a:lnTo>
                <a:lnTo>
                  <a:pt x="10387584" y="445894"/>
                </a:lnTo>
                <a:lnTo>
                  <a:pt x="10808208" y="811393"/>
                </a:lnTo>
                <a:lnTo>
                  <a:pt x="11292840" y="898375"/>
                </a:lnTo>
                <a:lnTo>
                  <a:pt x="12188952" y="459186"/>
                </a:lnTo>
                <a:lnTo>
                  <a:pt x="12191695" y="3047215"/>
                </a:lnTo>
                <a:close/>
              </a:path>
            </a:pathLst>
          </a:custGeom>
          <a:solidFill>
            <a:srgbClr val="0A3456">
              <a:alpha val="9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背景_数据光柱_1"/>
          <p:cNvCxnSpPr/>
          <p:nvPr/>
        </p:nvCxnSpPr>
        <p:spPr>
          <a:xfrm>
            <a:off x="502920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背景_光柱节点_1"/>
          <p:cNvSpPr/>
          <p:nvPr/>
        </p:nvSpPr>
        <p:spPr>
          <a:xfrm>
            <a:off x="480060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背景_数据光柱_2"/>
          <p:cNvCxnSpPr/>
          <p:nvPr/>
        </p:nvCxnSpPr>
        <p:spPr>
          <a:xfrm>
            <a:off x="749808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背景_光柱节点_2"/>
          <p:cNvSpPr/>
          <p:nvPr/>
        </p:nvSpPr>
        <p:spPr>
          <a:xfrm>
            <a:off x="726947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背景_数据光柱_3"/>
          <p:cNvCxnSpPr/>
          <p:nvPr/>
        </p:nvCxnSpPr>
        <p:spPr>
          <a:xfrm>
            <a:off x="969264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背景_光柱节点_3"/>
          <p:cNvSpPr/>
          <p:nvPr/>
        </p:nvSpPr>
        <p:spPr>
          <a:xfrm>
            <a:off x="946404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背景_数据光柱_4"/>
          <p:cNvCxnSpPr/>
          <p:nvPr/>
        </p:nvCxnSpPr>
        <p:spPr>
          <a:xfrm>
            <a:off x="10954512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背景_光柱节点_4"/>
          <p:cNvSpPr/>
          <p:nvPr/>
        </p:nvSpPr>
        <p:spPr>
          <a:xfrm>
            <a:off x="10931652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背景_数据光柱_5"/>
          <p:cNvCxnSpPr/>
          <p:nvPr/>
        </p:nvCxnSpPr>
        <p:spPr>
          <a:xfrm>
            <a:off x="11201400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背景_光柱节点_5"/>
          <p:cNvSpPr/>
          <p:nvPr/>
        </p:nvSpPr>
        <p:spPr>
          <a:xfrm>
            <a:off x="11178540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背景_数据光柱_6"/>
          <p:cNvCxnSpPr/>
          <p:nvPr/>
        </p:nvCxnSpPr>
        <p:spPr>
          <a:xfrm>
            <a:off x="11475720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背景_光柱节点_6"/>
          <p:cNvSpPr/>
          <p:nvPr/>
        </p:nvSpPr>
        <p:spPr>
          <a:xfrm>
            <a:off x="11452860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背景_地面暗层"/>
          <p:cNvSpPr/>
          <p:nvPr/>
        </p:nvSpPr>
        <p:spPr>
          <a:xfrm>
            <a:off x="0" y="4617720"/>
            <a:ext cx="12191695" cy="2240280"/>
          </a:xfrm>
          <a:prstGeom prst="rect">
            <a:avLst/>
          </a:prstGeom>
          <a:solidFill>
            <a:srgbClr val="062742">
              <a:alpha val="9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背景_光路底_0"/>
          <p:cNvCxnSpPr/>
          <p:nvPr/>
        </p:nvCxnSpPr>
        <p:spPr>
          <a:xfrm>
            <a:off x="155447" y="5500116"/>
            <a:ext cx="495301" cy="2269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背景_光路亮线_0"/>
          <p:cNvCxnSpPr/>
          <p:nvPr/>
        </p:nvCxnSpPr>
        <p:spPr>
          <a:xfrm>
            <a:off x="155447" y="5500116"/>
            <a:ext cx="495301" cy="2269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背景_光路底_0"/>
          <p:cNvCxnSpPr/>
          <p:nvPr/>
        </p:nvCxnSpPr>
        <p:spPr>
          <a:xfrm>
            <a:off x="650748" y="5522814"/>
            <a:ext cx="495299" cy="15742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背景_光路亮线_0"/>
          <p:cNvCxnSpPr/>
          <p:nvPr/>
        </p:nvCxnSpPr>
        <p:spPr>
          <a:xfrm>
            <a:off x="650748" y="5522814"/>
            <a:ext cx="495299" cy="15742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背景_光路底_0"/>
          <p:cNvCxnSpPr/>
          <p:nvPr/>
        </p:nvCxnSpPr>
        <p:spPr>
          <a:xfrm>
            <a:off x="1146047" y="5538556"/>
            <a:ext cx="495301" cy="38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背景_光路亮线_0"/>
          <p:cNvCxnSpPr/>
          <p:nvPr/>
        </p:nvCxnSpPr>
        <p:spPr>
          <a:xfrm>
            <a:off x="1146047" y="5538556"/>
            <a:ext cx="495301" cy="38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背景_光路底_0"/>
          <p:cNvCxnSpPr/>
          <p:nvPr/>
        </p:nvCxnSpPr>
        <p:spPr>
          <a:xfrm flipV="1">
            <a:off x="1641348" y="5518748"/>
            <a:ext cx="495299" cy="2019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背景_光路亮线_0"/>
          <p:cNvCxnSpPr/>
          <p:nvPr/>
        </p:nvCxnSpPr>
        <p:spPr>
          <a:xfrm flipV="1">
            <a:off x="1641348" y="5518748"/>
            <a:ext cx="495299" cy="2019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背景_光路底_0"/>
          <p:cNvCxnSpPr/>
          <p:nvPr/>
        </p:nvCxnSpPr>
        <p:spPr>
          <a:xfrm flipV="1">
            <a:off x="2136647" y="5476807"/>
            <a:ext cx="495301" cy="4194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背景_光路亮线_0"/>
          <p:cNvCxnSpPr/>
          <p:nvPr/>
        </p:nvCxnSpPr>
        <p:spPr>
          <a:xfrm flipV="1">
            <a:off x="2136647" y="5476807"/>
            <a:ext cx="495301" cy="4194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背景_光路底_0"/>
          <p:cNvCxnSpPr/>
          <p:nvPr/>
        </p:nvCxnSpPr>
        <p:spPr>
          <a:xfrm flipV="1">
            <a:off x="2631948" y="5416224"/>
            <a:ext cx="495300" cy="6058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背景_光路亮线_0"/>
          <p:cNvCxnSpPr/>
          <p:nvPr/>
        </p:nvCxnSpPr>
        <p:spPr>
          <a:xfrm flipV="1">
            <a:off x="2631948" y="5416224"/>
            <a:ext cx="495300" cy="6058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背景_光路底_0"/>
          <p:cNvCxnSpPr/>
          <p:nvPr/>
        </p:nvCxnSpPr>
        <p:spPr>
          <a:xfrm flipV="1">
            <a:off x="3127248" y="5343834"/>
            <a:ext cx="495300" cy="7239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背景_光路亮线_0"/>
          <p:cNvCxnSpPr/>
          <p:nvPr/>
        </p:nvCxnSpPr>
        <p:spPr>
          <a:xfrm flipV="1">
            <a:off x="3127248" y="5343834"/>
            <a:ext cx="495300" cy="7239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背景_光路底_0"/>
          <p:cNvCxnSpPr/>
          <p:nvPr/>
        </p:nvCxnSpPr>
        <p:spPr>
          <a:xfrm flipV="1">
            <a:off x="3622548" y="5269035"/>
            <a:ext cx="495299" cy="74799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背景_光路亮线_0"/>
          <p:cNvCxnSpPr/>
          <p:nvPr/>
        </p:nvCxnSpPr>
        <p:spPr>
          <a:xfrm flipV="1">
            <a:off x="3622548" y="5269035"/>
            <a:ext cx="495299" cy="74799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背景_光路底_0"/>
          <p:cNvCxnSpPr/>
          <p:nvPr/>
        </p:nvCxnSpPr>
        <p:spPr>
          <a:xfrm flipV="1">
            <a:off x="4117847" y="5202181"/>
            <a:ext cx="495301" cy="66854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背景_光路亮线_0"/>
          <p:cNvCxnSpPr/>
          <p:nvPr/>
        </p:nvCxnSpPr>
        <p:spPr>
          <a:xfrm flipV="1">
            <a:off x="4117847" y="5202181"/>
            <a:ext cx="495301" cy="66854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背景_光路底_0"/>
          <p:cNvCxnSpPr/>
          <p:nvPr/>
        </p:nvCxnSpPr>
        <p:spPr>
          <a:xfrm flipV="1">
            <a:off x="4613148" y="5152812"/>
            <a:ext cx="495300" cy="49369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背景_光路亮线_0"/>
          <p:cNvCxnSpPr/>
          <p:nvPr/>
        </p:nvCxnSpPr>
        <p:spPr>
          <a:xfrm flipV="1">
            <a:off x="4613148" y="5152812"/>
            <a:ext cx="495300" cy="49369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背景_光路底_0"/>
          <p:cNvCxnSpPr/>
          <p:nvPr/>
        </p:nvCxnSpPr>
        <p:spPr>
          <a:xfrm flipV="1">
            <a:off x="5108448" y="5128016"/>
            <a:ext cx="495300" cy="24796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背景_光路亮线_0"/>
          <p:cNvCxnSpPr/>
          <p:nvPr/>
        </p:nvCxnSpPr>
        <p:spPr>
          <a:xfrm flipV="1">
            <a:off x="5108448" y="5128016"/>
            <a:ext cx="495300" cy="24796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背景_光路底_0"/>
          <p:cNvCxnSpPr/>
          <p:nvPr/>
        </p:nvCxnSpPr>
        <p:spPr>
          <a:xfrm>
            <a:off x="5603748" y="5128016"/>
            <a:ext cx="495300" cy="320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背景_光路亮线_0"/>
          <p:cNvCxnSpPr/>
          <p:nvPr/>
        </p:nvCxnSpPr>
        <p:spPr>
          <a:xfrm>
            <a:off x="5603748" y="5128016"/>
            <a:ext cx="495300" cy="320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背景_光路底_0"/>
          <p:cNvCxnSpPr/>
          <p:nvPr/>
        </p:nvCxnSpPr>
        <p:spPr>
          <a:xfrm>
            <a:off x="6099048" y="5131221"/>
            <a:ext cx="495299" cy="3038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背景_光路亮线_0"/>
          <p:cNvCxnSpPr/>
          <p:nvPr/>
        </p:nvCxnSpPr>
        <p:spPr>
          <a:xfrm>
            <a:off x="6099048" y="5131221"/>
            <a:ext cx="495299" cy="3038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背景_光路底_0"/>
          <p:cNvCxnSpPr/>
          <p:nvPr/>
        </p:nvCxnSpPr>
        <p:spPr>
          <a:xfrm>
            <a:off x="6594347" y="5161608"/>
            <a:ext cx="495301" cy="5264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背景_光路亮线_0"/>
          <p:cNvCxnSpPr/>
          <p:nvPr/>
        </p:nvCxnSpPr>
        <p:spPr>
          <a:xfrm>
            <a:off x="6594347" y="5161608"/>
            <a:ext cx="495301" cy="5264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背景_光路底_0"/>
          <p:cNvCxnSpPr/>
          <p:nvPr/>
        </p:nvCxnSpPr>
        <p:spPr>
          <a:xfrm>
            <a:off x="7089648" y="5214248"/>
            <a:ext cx="495300" cy="6670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背景_光路亮线_0"/>
          <p:cNvCxnSpPr/>
          <p:nvPr/>
        </p:nvCxnSpPr>
        <p:spPr>
          <a:xfrm>
            <a:off x="7089648" y="5214248"/>
            <a:ext cx="495300" cy="6670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背景_光路底_0"/>
          <p:cNvCxnSpPr/>
          <p:nvPr/>
        </p:nvCxnSpPr>
        <p:spPr>
          <a:xfrm>
            <a:off x="7584948" y="5280949"/>
            <a:ext cx="495299" cy="70706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背景_光路亮线_0"/>
          <p:cNvCxnSpPr/>
          <p:nvPr/>
        </p:nvCxnSpPr>
        <p:spPr>
          <a:xfrm>
            <a:off x="7584948" y="5280949"/>
            <a:ext cx="495299" cy="70706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背景_光路底_0"/>
          <p:cNvCxnSpPr/>
          <p:nvPr/>
        </p:nvCxnSpPr>
        <p:spPr>
          <a:xfrm>
            <a:off x="8080247" y="5351655"/>
            <a:ext cx="495301" cy="6451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背景_光路亮线_0"/>
          <p:cNvCxnSpPr/>
          <p:nvPr/>
        </p:nvCxnSpPr>
        <p:spPr>
          <a:xfrm>
            <a:off x="8080247" y="5351655"/>
            <a:ext cx="495301" cy="6451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背景_光路底_0"/>
          <p:cNvCxnSpPr/>
          <p:nvPr/>
        </p:nvCxnSpPr>
        <p:spPr>
          <a:xfrm>
            <a:off x="8575548" y="5416170"/>
            <a:ext cx="495300" cy="49729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背景_光路亮线_0"/>
          <p:cNvCxnSpPr/>
          <p:nvPr/>
        </p:nvCxnSpPr>
        <p:spPr>
          <a:xfrm>
            <a:off x="8575548" y="5416170"/>
            <a:ext cx="495300" cy="49729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背景_光路底_0"/>
          <p:cNvCxnSpPr/>
          <p:nvPr/>
        </p:nvCxnSpPr>
        <p:spPr>
          <a:xfrm>
            <a:off x="9070848" y="5465899"/>
            <a:ext cx="495300" cy="2942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背景_光路亮线_0"/>
          <p:cNvCxnSpPr/>
          <p:nvPr/>
        </p:nvCxnSpPr>
        <p:spPr>
          <a:xfrm>
            <a:off x="9070848" y="5465899"/>
            <a:ext cx="495300" cy="2942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背景_光路底_0"/>
          <p:cNvCxnSpPr/>
          <p:nvPr/>
        </p:nvCxnSpPr>
        <p:spPr>
          <a:xfrm>
            <a:off x="9566148" y="5495320"/>
            <a:ext cx="495300" cy="761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背景_光路亮线_0"/>
          <p:cNvCxnSpPr/>
          <p:nvPr/>
        </p:nvCxnSpPr>
        <p:spPr>
          <a:xfrm>
            <a:off x="9566148" y="5495320"/>
            <a:ext cx="495300" cy="761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背景_光路底_0"/>
          <p:cNvCxnSpPr/>
          <p:nvPr/>
        </p:nvCxnSpPr>
        <p:spPr>
          <a:xfrm flipV="1">
            <a:off x="10061448" y="5491503"/>
            <a:ext cx="495300" cy="1142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背景_光路亮线_0"/>
          <p:cNvCxnSpPr/>
          <p:nvPr/>
        </p:nvCxnSpPr>
        <p:spPr>
          <a:xfrm flipV="1">
            <a:off x="10061448" y="5491503"/>
            <a:ext cx="495300" cy="1142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背景_光路底_0"/>
          <p:cNvCxnSpPr/>
          <p:nvPr/>
        </p:nvCxnSpPr>
        <p:spPr>
          <a:xfrm flipV="1">
            <a:off x="10556748" y="5467610"/>
            <a:ext cx="495300" cy="2389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背景_光路亮线_0"/>
          <p:cNvCxnSpPr/>
          <p:nvPr/>
        </p:nvCxnSpPr>
        <p:spPr>
          <a:xfrm flipV="1">
            <a:off x="10556748" y="5467610"/>
            <a:ext cx="495300" cy="2389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背景_光路底_0"/>
          <p:cNvCxnSpPr/>
          <p:nvPr/>
        </p:nvCxnSpPr>
        <p:spPr>
          <a:xfrm flipV="1">
            <a:off x="11052048" y="5440503"/>
            <a:ext cx="495300" cy="2710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背景_光路亮线_0"/>
          <p:cNvCxnSpPr/>
          <p:nvPr/>
        </p:nvCxnSpPr>
        <p:spPr>
          <a:xfrm flipV="1">
            <a:off x="11052048" y="5440503"/>
            <a:ext cx="495300" cy="2710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背景_光路底_0"/>
          <p:cNvCxnSpPr/>
          <p:nvPr/>
        </p:nvCxnSpPr>
        <p:spPr>
          <a:xfrm flipV="1">
            <a:off x="11547348" y="5420523"/>
            <a:ext cx="495300" cy="1998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背景_光路亮线_0"/>
          <p:cNvCxnSpPr/>
          <p:nvPr/>
        </p:nvCxnSpPr>
        <p:spPr>
          <a:xfrm flipV="1">
            <a:off x="11547348" y="5420523"/>
            <a:ext cx="495300" cy="1998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背景_光路底_1"/>
          <p:cNvCxnSpPr/>
          <p:nvPr/>
        </p:nvCxnSpPr>
        <p:spPr>
          <a:xfrm flipV="1">
            <a:off x="155447" y="5658465"/>
            <a:ext cx="495301" cy="1505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背景_光路亮线_1"/>
          <p:cNvCxnSpPr/>
          <p:nvPr/>
        </p:nvCxnSpPr>
        <p:spPr>
          <a:xfrm flipV="1">
            <a:off x="155447" y="5658465"/>
            <a:ext cx="495301" cy="1505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背景_光路底_1"/>
          <p:cNvCxnSpPr/>
          <p:nvPr/>
        </p:nvCxnSpPr>
        <p:spPr>
          <a:xfrm flipV="1">
            <a:off x="650748" y="5621848"/>
            <a:ext cx="495299" cy="3661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背景_光路亮线_1"/>
          <p:cNvCxnSpPr/>
          <p:nvPr/>
        </p:nvCxnSpPr>
        <p:spPr>
          <a:xfrm flipV="1">
            <a:off x="650748" y="5621848"/>
            <a:ext cx="495299" cy="3661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背景_光路底_1"/>
          <p:cNvCxnSpPr/>
          <p:nvPr/>
        </p:nvCxnSpPr>
        <p:spPr>
          <a:xfrm flipV="1">
            <a:off x="1146047" y="5564230"/>
            <a:ext cx="495301" cy="5761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背景_光路亮线_1"/>
          <p:cNvCxnSpPr/>
          <p:nvPr/>
        </p:nvCxnSpPr>
        <p:spPr>
          <a:xfrm flipV="1">
            <a:off x="1146047" y="5564230"/>
            <a:ext cx="495301" cy="5761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背景_光路底_1"/>
          <p:cNvCxnSpPr/>
          <p:nvPr/>
        </p:nvCxnSpPr>
        <p:spPr>
          <a:xfrm flipV="1">
            <a:off x="1641348" y="5490308"/>
            <a:ext cx="495299" cy="73922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背景_光路亮线_1"/>
          <p:cNvCxnSpPr/>
          <p:nvPr/>
        </p:nvCxnSpPr>
        <p:spPr>
          <a:xfrm flipV="1">
            <a:off x="1641348" y="5490308"/>
            <a:ext cx="495299" cy="73922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背景_光路底_1"/>
          <p:cNvCxnSpPr/>
          <p:nvPr/>
        </p:nvCxnSpPr>
        <p:spPr>
          <a:xfrm flipV="1">
            <a:off x="2136647" y="5408114"/>
            <a:ext cx="495301" cy="82194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背景_光路亮线_1"/>
          <p:cNvCxnSpPr/>
          <p:nvPr/>
        </p:nvCxnSpPr>
        <p:spPr>
          <a:xfrm flipV="1">
            <a:off x="2136647" y="5408114"/>
            <a:ext cx="495301" cy="82194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背景_光路底_1"/>
          <p:cNvCxnSpPr/>
          <p:nvPr/>
        </p:nvCxnSpPr>
        <p:spPr>
          <a:xfrm flipV="1">
            <a:off x="2631948" y="5327637"/>
            <a:ext cx="495300" cy="8047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背景_光路亮线_1"/>
          <p:cNvCxnSpPr/>
          <p:nvPr/>
        </p:nvCxnSpPr>
        <p:spPr>
          <a:xfrm flipV="1">
            <a:off x="2631948" y="5327637"/>
            <a:ext cx="495300" cy="8047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背景_光路底_1"/>
          <p:cNvCxnSpPr/>
          <p:nvPr/>
        </p:nvCxnSpPr>
        <p:spPr>
          <a:xfrm flipV="1">
            <a:off x="3127248" y="5259116"/>
            <a:ext cx="495300" cy="6852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背景_光路亮线_1"/>
          <p:cNvCxnSpPr/>
          <p:nvPr/>
        </p:nvCxnSpPr>
        <p:spPr>
          <a:xfrm flipV="1">
            <a:off x="3127248" y="5259116"/>
            <a:ext cx="495300" cy="6852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背景_光路底_1"/>
          <p:cNvCxnSpPr/>
          <p:nvPr/>
        </p:nvCxnSpPr>
        <p:spPr>
          <a:xfrm flipV="1">
            <a:off x="3622548" y="5211289"/>
            <a:ext cx="495299" cy="4782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背景_光路亮线_1"/>
          <p:cNvCxnSpPr/>
          <p:nvPr/>
        </p:nvCxnSpPr>
        <p:spPr>
          <a:xfrm flipV="1">
            <a:off x="3622548" y="5211289"/>
            <a:ext cx="495299" cy="4782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背景_光路底_1"/>
          <p:cNvCxnSpPr/>
          <p:nvPr/>
        </p:nvCxnSpPr>
        <p:spPr>
          <a:xfrm flipV="1">
            <a:off x="4117847" y="5189894"/>
            <a:ext cx="495301" cy="2139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背景_光路亮线_1"/>
          <p:cNvCxnSpPr/>
          <p:nvPr/>
        </p:nvCxnSpPr>
        <p:spPr>
          <a:xfrm flipV="1">
            <a:off x="4117847" y="5189894"/>
            <a:ext cx="495301" cy="2139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背景_光路底_1"/>
          <p:cNvCxnSpPr/>
          <p:nvPr/>
        </p:nvCxnSpPr>
        <p:spPr>
          <a:xfrm>
            <a:off x="4613148" y="5189894"/>
            <a:ext cx="495300" cy="679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背景_光路亮线_1"/>
          <p:cNvCxnSpPr/>
          <p:nvPr/>
        </p:nvCxnSpPr>
        <p:spPr>
          <a:xfrm>
            <a:off x="4613148" y="5189894"/>
            <a:ext cx="495300" cy="679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背景_光路底_1"/>
          <p:cNvCxnSpPr/>
          <p:nvPr/>
        </p:nvCxnSpPr>
        <p:spPr>
          <a:xfrm>
            <a:off x="5108448" y="5196692"/>
            <a:ext cx="495300" cy="3246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背景_光路亮线_1"/>
          <p:cNvCxnSpPr/>
          <p:nvPr/>
        </p:nvCxnSpPr>
        <p:spPr>
          <a:xfrm>
            <a:off x="5108448" y="5196692"/>
            <a:ext cx="495300" cy="3246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背景_光路底_1"/>
          <p:cNvCxnSpPr/>
          <p:nvPr/>
        </p:nvCxnSpPr>
        <p:spPr>
          <a:xfrm>
            <a:off x="5603748" y="5229160"/>
            <a:ext cx="495300" cy="5176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背景_光路亮线_1"/>
          <p:cNvCxnSpPr/>
          <p:nvPr/>
        </p:nvCxnSpPr>
        <p:spPr>
          <a:xfrm>
            <a:off x="5603748" y="5229160"/>
            <a:ext cx="495300" cy="5176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背景_光路底_1"/>
          <p:cNvCxnSpPr/>
          <p:nvPr/>
        </p:nvCxnSpPr>
        <p:spPr>
          <a:xfrm>
            <a:off x="6099048" y="5280928"/>
            <a:ext cx="495299" cy="6193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背景_光路亮线_1"/>
          <p:cNvCxnSpPr/>
          <p:nvPr/>
        </p:nvCxnSpPr>
        <p:spPr>
          <a:xfrm>
            <a:off x="6099048" y="5280928"/>
            <a:ext cx="495299" cy="6193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背景_光路底_1"/>
          <p:cNvCxnSpPr/>
          <p:nvPr/>
        </p:nvCxnSpPr>
        <p:spPr>
          <a:xfrm>
            <a:off x="6594347" y="5342866"/>
            <a:ext cx="495301" cy="6178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背景_光路亮线_1"/>
          <p:cNvCxnSpPr/>
          <p:nvPr/>
        </p:nvCxnSpPr>
        <p:spPr>
          <a:xfrm>
            <a:off x="6594347" y="5342866"/>
            <a:ext cx="495301" cy="6178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背景_光路底_1"/>
          <p:cNvCxnSpPr/>
          <p:nvPr/>
        </p:nvCxnSpPr>
        <p:spPr>
          <a:xfrm>
            <a:off x="7089648" y="5404647"/>
            <a:ext cx="495300" cy="5186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背景_光路亮线_1"/>
          <p:cNvCxnSpPr/>
          <p:nvPr/>
        </p:nvCxnSpPr>
        <p:spPr>
          <a:xfrm>
            <a:off x="7089648" y="5404647"/>
            <a:ext cx="495300" cy="5186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背景_光路底_1"/>
          <p:cNvCxnSpPr/>
          <p:nvPr/>
        </p:nvCxnSpPr>
        <p:spPr>
          <a:xfrm>
            <a:off x="7584948" y="5456515"/>
            <a:ext cx="495299" cy="3443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背景_光路亮线_1"/>
          <p:cNvCxnSpPr/>
          <p:nvPr/>
        </p:nvCxnSpPr>
        <p:spPr>
          <a:xfrm>
            <a:off x="7584948" y="5456515"/>
            <a:ext cx="495299" cy="3443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背景_光路底_1"/>
          <p:cNvCxnSpPr/>
          <p:nvPr/>
        </p:nvCxnSpPr>
        <p:spPr>
          <a:xfrm>
            <a:off x="8080247" y="5490952"/>
            <a:ext cx="495301" cy="13016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背景_光路亮线_1"/>
          <p:cNvCxnSpPr/>
          <p:nvPr/>
        </p:nvCxnSpPr>
        <p:spPr>
          <a:xfrm>
            <a:off x="8080247" y="5490952"/>
            <a:ext cx="495301" cy="13016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背景_光路底_1"/>
          <p:cNvCxnSpPr/>
          <p:nvPr/>
        </p:nvCxnSpPr>
        <p:spPr>
          <a:xfrm flipV="1">
            <a:off x="8575548" y="5495779"/>
            <a:ext cx="495300" cy="8189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背景_光路亮线_1"/>
          <p:cNvCxnSpPr/>
          <p:nvPr/>
        </p:nvCxnSpPr>
        <p:spPr>
          <a:xfrm flipV="1">
            <a:off x="8575548" y="5495779"/>
            <a:ext cx="495300" cy="8189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背景_光路底_1"/>
          <p:cNvCxnSpPr/>
          <p:nvPr/>
        </p:nvCxnSpPr>
        <p:spPr>
          <a:xfrm flipV="1">
            <a:off x="9070848" y="5470776"/>
            <a:ext cx="495300" cy="2500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背景_光路亮线_1"/>
          <p:cNvCxnSpPr/>
          <p:nvPr/>
        </p:nvCxnSpPr>
        <p:spPr>
          <a:xfrm flipV="1">
            <a:off x="9070848" y="5470776"/>
            <a:ext cx="495300" cy="2500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背景_光路底_1"/>
          <p:cNvCxnSpPr/>
          <p:nvPr/>
        </p:nvCxnSpPr>
        <p:spPr>
          <a:xfrm flipV="1">
            <a:off x="9566148" y="5436768"/>
            <a:ext cx="495300" cy="3400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背景_光路亮线_1"/>
          <p:cNvCxnSpPr/>
          <p:nvPr/>
        </p:nvCxnSpPr>
        <p:spPr>
          <a:xfrm flipV="1">
            <a:off x="9566148" y="5436768"/>
            <a:ext cx="495300" cy="3400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背景_光路底_1"/>
          <p:cNvCxnSpPr/>
          <p:nvPr/>
        </p:nvCxnSpPr>
        <p:spPr>
          <a:xfrm flipV="1">
            <a:off x="10061448" y="5403648"/>
            <a:ext cx="495300" cy="3312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背景_光路亮线_1"/>
          <p:cNvCxnSpPr/>
          <p:nvPr/>
        </p:nvCxnSpPr>
        <p:spPr>
          <a:xfrm flipV="1">
            <a:off x="10061448" y="5403648"/>
            <a:ext cx="495300" cy="3312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背景_光路底_1"/>
          <p:cNvCxnSpPr/>
          <p:nvPr/>
        </p:nvCxnSpPr>
        <p:spPr>
          <a:xfrm flipV="1">
            <a:off x="10556748" y="5381703"/>
            <a:ext cx="495300" cy="2194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背景_光路亮线_1"/>
          <p:cNvCxnSpPr/>
          <p:nvPr/>
        </p:nvCxnSpPr>
        <p:spPr>
          <a:xfrm flipV="1">
            <a:off x="10556748" y="5381703"/>
            <a:ext cx="495300" cy="2194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背景_光路底_1"/>
          <p:cNvCxnSpPr/>
          <p:nvPr/>
        </p:nvCxnSpPr>
        <p:spPr>
          <a:xfrm flipV="1">
            <a:off x="11052048" y="5379848"/>
            <a:ext cx="495300" cy="185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背景_光路亮线_1"/>
          <p:cNvCxnSpPr/>
          <p:nvPr/>
        </p:nvCxnSpPr>
        <p:spPr>
          <a:xfrm flipV="1">
            <a:off x="11052048" y="5379848"/>
            <a:ext cx="495300" cy="185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背景_光路底_1"/>
          <p:cNvCxnSpPr/>
          <p:nvPr/>
        </p:nvCxnSpPr>
        <p:spPr>
          <a:xfrm>
            <a:off x="11547348" y="5379848"/>
            <a:ext cx="495300" cy="2425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背景_光路亮线_1"/>
          <p:cNvCxnSpPr/>
          <p:nvPr/>
        </p:nvCxnSpPr>
        <p:spPr>
          <a:xfrm>
            <a:off x="11547348" y="5379848"/>
            <a:ext cx="495300" cy="2425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背景_光路底_2"/>
          <p:cNvCxnSpPr/>
          <p:nvPr/>
        </p:nvCxnSpPr>
        <p:spPr>
          <a:xfrm flipV="1">
            <a:off x="155447" y="5661198"/>
            <a:ext cx="495301" cy="7253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背景_光路亮线_2"/>
          <p:cNvCxnSpPr/>
          <p:nvPr/>
        </p:nvCxnSpPr>
        <p:spPr>
          <a:xfrm flipV="1">
            <a:off x="155447" y="5661198"/>
            <a:ext cx="495301" cy="7253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背景_光路底_2"/>
          <p:cNvCxnSpPr/>
          <p:nvPr/>
        </p:nvCxnSpPr>
        <p:spPr>
          <a:xfrm flipV="1">
            <a:off x="650748" y="5575238"/>
            <a:ext cx="495299" cy="8596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背景_光路亮线_2"/>
          <p:cNvCxnSpPr/>
          <p:nvPr/>
        </p:nvCxnSpPr>
        <p:spPr>
          <a:xfrm flipV="1">
            <a:off x="650748" y="5575238"/>
            <a:ext cx="495299" cy="8596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背景_光路底_2"/>
          <p:cNvCxnSpPr/>
          <p:nvPr/>
        </p:nvCxnSpPr>
        <p:spPr>
          <a:xfrm flipV="1">
            <a:off x="1146047" y="5484858"/>
            <a:ext cx="495301" cy="9038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背景_光路亮线_2"/>
          <p:cNvCxnSpPr/>
          <p:nvPr/>
        </p:nvCxnSpPr>
        <p:spPr>
          <a:xfrm flipV="1">
            <a:off x="1146047" y="5484858"/>
            <a:ext cx="495301" cy="9038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背景_光路底_2"/>
          <p:cNvCxnSpPr/>
          <p:nvPr/>
        </p:nvCxnSpPr>
        <p:spPr>
          <a:xfrm flipV="1">
            <a:off x="1641348" y="5400361"/>
            <a:ext cx="495299" cy="8449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背景_光路亮线_2"/>
          <p:cNvCxnSpPr/>
          <p:nvPr/>
        </p:nvCxnSpPr>
        <p:spPr>
          <a:xfrm flipV="1">
            <a:off x="1641348" y="5400361"/>
            <a:ext cx="495299" cy="8449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背景_光路底_2"/>
          <p:cNvCxnSpPr/>
          <p:nvPr/>
        </p:nvCxnSpPr>
        <p:spPr>
          <a:xfrm flipV="1">
            <a:off x="2136647" y="5331588"/>
            <a:ext cx="495301" cy="6877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背景_光路亮线_2"/>
          <p:cNvCxnSpPr/>
          <p:nvPr/>
        </p:nvCxnSpPr>
        <p:spPr>
          <a:xfrm flipV="1">
            <a:off x="2136647" y="5331588"/>
            <a:ext cx="495301" cy="6877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背景_光路底_2"/>
          <p:cNvCxnSpPr/>
          <p:nvPr/>
        </p:nvCxnSpPr>
        <p:spPr>
          <a:xfrm flipV="1">
            <a:off x="2631948" y="5286233"/>
            <a:ext cx="495300" cy="4535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背景_光路亮线_2"/>
          <p:cNvCxnSpPr/>
          <p:nvPr/>
        </p:nvCxnSpPr>
        <p:spPr>
          <a:xfrm flipV="1">
            <a:off x="2631948" y="5286233"/>
            <a:ext cx="495300" cy="4535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背景_光路底_2"/>
          <p:cNvCxnSpPr/>
          <p:nvPr/>
        </p:nvCxnSpPr>
        <p:spPr>
          <a:xfrm flipV="1">
            <a:off x="3127248" y="5268525"/>
            <a:ext cx="495300" cy="1770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背景_光路亮线_2"/>
          <p:cNvCxnSpPr/>
          <p:nvPr/>
        </p:nvCxnSpPr>
        <p:spPr>
          <a:xfrm flipV="1">
            <a:off x="3127248" y="5268525"/>
            <a:ext cx="495300" cy="1770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背景_光路底_2"/>
          <p:cNvCxnSpPr/>
          <p:nvPr/>
        </p:nvCxnSpPr>
        <p:spPr>
          <a:xfrm>
            <a:off x="3622548" y="5268525"/>
            <a:ext cx="495299" cy="998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背景_光路亮线_2"/>
          <p:cNvCxnSpPr/>
          <p:nvPr/>
        </p:nvCxnSpPr>
        <p:spPr>
          <a:xfrm>
            <a:off x="3622548" y="5268525"/>
            <a:ext cx="495299" cy="998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背景_光路底_2"/>
          <p:cNvCxnSpPr/>
          <p:nvPr/>
        </p:nvCxnSpPr>
        <p:spPr>
          <a:xfrm>
            <a:off x="4117847" y="5278506"/>
            <a:ext cx="495301" cy="3351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背景_光路亮线_2"/>
          <p:cNvCxnSpPr/>
          <p:nvPr/>
        </p:nvCxnSpPr>
        <p:spPr>
          <a:xfrm>
            <a:off x="4117847" y="5278506"/>
            <a:ext cx="495301" cy="3351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背景_光路底_2"/>
          <p:cNvCxnSpPr/>
          <p:nvPr/>
        </p:nvCxnSpPr>
        <p:spPr>
          <a:xfrm>
            <a:off x="4613148" y="5312024"/>
            <a:ext cx="495300" cy="4941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背景_光路亮线_2"/>
          <p:cNvCxnSpPr/>
          <p:nvPr/>
        </p:nvCxnSpPr>
        <p:spPr>
          <a:xfrm>
            <a:off x="4613148" y="5312024"/>
            <a:ext cx="495300" cy="4941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背景_光路底_2"/>
          <p:cNvCxnSpPr/>
          <p:nvPr/>
        </p:nvCxnSpPr>
        <p:spPr>
          <a:xfrm>
            <a:off x="5108448" y="5361441"/>
            <a:ext cx="495300" cy="55502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背景_光路亮线_2"/>
          <p:cNvCxnSpPr/>
          <p:nvPr/>
        </p:nvCxnSpPr>
        <p:spPr>
          <a:xfrm>
            <a:off x="5108448" y="5361441"/>
            <a:ext cx="495300" cy="55502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背景_光路底_2"/>
          <p:cNvCxnSpPr/>
          <p:nvPr/>
        </p:nvCxnSpPr>
        <p:spPr>
          <a:xfrm>
            <a:off x="5603748" y="5416943"/>
            <a:ext cx="495300" cy="51276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背景_光路亮线_2"/>
          <p:cNvCxnSpPr/>
          <p:nvPr/>
        </p:nvCxnSpPr>
        <p:spPr>
          <a:xfrm>
            <a:off x="5603748" y="5416943"/>
            <a:ext cx="495300" cy="51276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背景_光路底_2"/>
          <p:cNvCxnSpPr/>
          <p:nvPr/>
        </p:nvCxnSpPr>
        <p:spPr>
          <a:xfrm>
            <a:off x="6099048" y="5468219"/>
            <a:ext cx="495299" cy="38004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背景_光路亮线_2"/>
          <p:cNvCxnSpPr/>
          <p:nvPr/>
        </p:nvCxnSpPr>
        <p:spPr>
          <a:xfrm>
            <a:off x="6099048" y="5468219"/>
            <a:ext cx="495299" cy="38004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背景_光路底_2"/>
          <p:cNvCxnSpPr/>
          <p:nvPr/>
        </p:nvCxnSpPr>
        <p:spPr>
          <a:xfrm>
            <a:off x="6594347" y="5506223"/>
            <a:ext cx="495301" cy="18499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背景_光路亮线_2"/>
          <p:cNvCxnSpPr/>
          <p:nvPr/>
        </p:nvCxnSpPr>
        <p:spPr>
          <a:xfrm>
            <a:off x="6594347" y="5506223"/>
            <a:ext cx="495301" cy="18499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背景_光路底_2"/>
          <p:cNvCxnSpPr/>
          <p:nvPr/>
        </p:nvCxnSpPr>
        <p:spPr>
          <a:xfrm flipV="1">
            <a:off x="7089648" y="5521368"/>
            <a:ext cx="495300" cy="3354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背景_光路亮线_2"/>
          <p:cNvCxnSpPr/>
          <p:nvPr/>
        </p:nvCxnSpPr>
        <p:spPr>
          <a:xfrm flipV="1">
            <a:off x="7089648" y="5521368"/>
            <a:ext cx="495300" cy="3354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背景_光路底_2"/>
          <p:cNvCxnSpPr/>
          <p:nvPr/>
        </p:nvCxnSpPr>
        <p:spPr>
          <a:xfrm flipV="1">
            <a:off x="7584948" y="5498091"/>
            <a:ext cx="495299" cy="2327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背景_光路亮线_2"/>
          <p:cNvCxnSpPr/>
          <p:nvPr/>
        </p:nvCxnSpPr>
        <p:spPr>
          <a:xfrm flipV="1">
            <a:off x="7584948" y="5498091"/>
            <a:ext cx="495299" cy="2327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背景_光路底_2"/>
          <p:cNvCxnSpPr/>
          <p:nvPr/>
        </p:nvCxnSpPr>
        <p:spPr>
          <a:xfrm flipV="1">
            <a:off x="8080247" y="5460777"/>
            <a:ext cx="495301" cy="37314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背景_光路亮线_2"/>
          <p:cNvCxnSpPr/>
          <p:nvPr/>
        </p:nvCxnSpPr>
        <p:spPr>
          <a:xfrm flipV="1">
            <a:off x="8080247" y="5460777"/>
            <a:ext cx="495301" cy="37314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背景_光路底_2"/>
          <p:cNvCxnSpPr/>
          <p:nvPr/>
        </p:nvCxnSpPr>
        <p:spPr>
          <a:xfrm flipV="1">
            <a:off x="8575548" y="5418255"/>
            <a:ext cx="495300" cy="42522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背景_光路亮线_2"/>
          <p:cNvCxnSpPr/>
          <p:nvPr/>
        </p:nvCxnSpPr>
        <p:spPr>
          <a:xfrm flipV="1">
            <a:off x="8575548" y="5418255"/>
            <a:ext cx="495300" cy="42522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背景_光路底_2"/>
          <p:cNvCxnSpPr/>
          <p:nvPr/>
        </p:nvCxnSpPr>
        <p:spPr>
          <a:xfrm flipV="1">
            <a:off x="9070848" y="5380789"/>
            <a:ext cx="495300" cy="37466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背景_光路亮线_2"/>
          <p:cNvCxnSpPr/>
          <p:nvPr/>
        </p:nvCxnSpPr>
        <p:spPr>
          <a:xfrm flipV="1">
            <a:off x="9070848" y="5380789"/>
            <a:ext cx="495300" cy="37466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背景_光路底_2"/>
          <p:cNvCxnSpPr/>
          <p:nvPr/>
        </p:nvCxnSpPr>
        <p:spPr>
          <a:xfrm flipV="1">
            <a:off x="9566148" y="5358322"/>
            <a:ext cx="495300" cy="2246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背景_光路亮线_2"/>
          <p:cNvCxnSpPr/>
          <p:nvPr/>
        </p:nvCxnSpPr>
        <p:spPr>
          <a:xfrm flipV="1">
            <a:off x="9566148" y="5358322"/>
            <a:ext cx="495300" cy="2246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背景_光路底_2"/>
          <p:cNvCxnSpPr/>
          <p:nvPr/>
        </p:nvCxnSpPr>
        <p:spPr>
          <a:xfrm>
            <a:off x="10061448" y="5358322"/>
            <a:ext cx="495300" cy="45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背景_光路亮线_2"/>
          <p:cNvCxnSpPr/>
          <p:nvPr/>
        </p:nvCxnSpPr>
        <p:spPr>
          <a:xfrm>
            <a:off x="10061448" y="5358322"/>
            <a:ext cx="495300" cy="45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背景_光路底_2"/>
          <p:cNvCxnSpPr/>
          <p:nvPr/>
        </p:nvCxnSpPr>
        <p:spPr>
          <a:xfrm>
            <a:off x="10556748" y="5358772"/>
            <a:ext cx="495300" cy="2791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背景_光路亮线_2"/>
          <p:cNvCxnSpPr/>
          <p:nvPr/>
        </p:nvCxnSpPr>
        <p:spPr>
          <a:xfrm>
            <a:off x="10556748" y="5358772"/>
            <a:ext cx="495300" cy="2791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背景_光路底_2"/>
          <p:cNvCxnSpPr/>
          <p:nvPr/>
        </p:nvCxnSpPr>
        <p:spPr>
          <a:xfrm>
            <a:off x="11052048" y="5386682"/>
            <a:ext cx="495300" cy="5575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背景_光路亮线_2"/>
          <p:cNvCxnSpPr/>
          <p:nvPr/>
        </p:nvCxnSpPr>
        <p:spPr>
          <a:xfrm>
            <a:off x="11052048" y="5386682"/>
            <a:ext cx="495300" cy="5575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背景_光路底_2"/>
          <p:cNvCxnSpPr/>
          <p:nvPr/>
        </p:nvCxnSpPr>
        <p:spPr>
          <a:xfrm>
            <a:off x="11547348" y="5442435"/>
            <a:ext cx="495300" cy="79762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背景_光路亮线_2"/>
          <p:cNvCxnSpPr/>
          <p:nvPr/>
        </p:nvCxnSpPr>
        <p:spPr>
          <a:xfrm>
            <a:off x="11547348" y="5442435"/>
            <a:ext cx="495300" cy="79762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4" name="背景_地平线光环"/>
          <p:cNvSpPr/>
          <p:nvPr/>
        </p:nvSpPr>
        <p:spPr>
          <a:xfrm>
            <a:off x="3721608" y="4140403"/>
            <a:ext cx="4754880" cy="1046073"/>
          </a:xfrm>
          <a:prstGeom prst="ellipse">
            <a:avLst/>
          </a:prstGeom>
          <a:noFill/>
          <a:ln w="11176">
            <a:solidFill>
              <a:srgbClr val="69E9FF">
                <a:alpha val="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背景_地平线光环"/>
          <p:cNvSpPr/>
          <p:nvPr/>
        </p:nvSpPr>
        <p:spPr>
          <a:xfrm>
            <a:off x="4315968" y="4271162"/>
            <a:ext cx="3566160" cy="784555"/>
          </a:xfrm>
          <a:prstGeom prst="ellipse">
            <a:avLst/>
          </a:prstGeom>
          <a:noFill/>
          <a:ln w="11176">
            <a:solidFill>
              <a:srgbClr val="69E9FF">
                <a:alpha val="1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背景_地平线光环"/>
          <p:cNvSpPr/>
          <p:nvPr/>
        </p:nvSpPr>
        <p:spPr>
          <a:xfrm>
            <a:off x="4910328" y="4401921"/>
            <a:ext cx="2377440" cy="523036"/>
          </a:xfrm>
          <a:prstGeom prst="ellipse">
            <a:avLst/>
          </a:prstGeom>
          <a:noFill/>
          <a:ln w="11176">
            <a:solidFill>
              <a:srgbClr val="69E9FF">
                <a:alpha val="14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母版黄标_S09_可编辑"/>
          <p:cNvSpPr/>
          <p:nvPr/>
        </p:nvSpPr>
        <p:spPr>
          <a:xfrm>
            <a:off x="438912" y="438912"/>
            <a:ext cx="932688" cy="292608"/>
          </a:xfrm>
          <a:prstGeom prst="roundRect">
            <a:avLst/>
          </a:prstGeom>
          <a:solidFill>
            <a:srgbClr val="FFC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19" b="1">
                <a:solidFill>
                  <a:srgbClr val="082944"/>
                </a:solidFill>
                <a:latin typeface="Arial"/>
              </a:rPr>
              <a:t>08 三智</a:t>
            </a:r>
          </a:p>
        </p:txBody>
      </p:sp>
      <p:sp>
        <p:nvSpPr>
          <p:cNvPr id="217" name="S09_智用_平台_光环1"/>
          <p:cNvSpPr/>
          <p:nvPr/>
        </p:nvSpPr>
        <p:spPr>
          <a:xfrm>
            <a:off x="1668779" y="3858768"/>
            <a:ext cx="1325880" cy="292608"/>
          </a:xfrm>
          <a:prstGeom prst="ellipse">
            <a:avLst/>
          </a:prstGeom>
          <a:noFill/>
          <a:ln w="22352">
            <a:solidFill>
              <a:srgbClr val="63ECFF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S09_智用_平台_光环2"/>
          <p:cNvSpPr/>
          <p:nvPr/>
        </p:nvSpPr>
        <p:spPr>
          <a:xfrm>
            <a:off x="1827885" y="3893880"/>
            <a:ext cx="1007668" cy="222382"/>
          </a:xfrm>
          <a:prstGeom prst="ellipse">
            <a:avLst/>
          </a:prstGeom>
          <a:noFill/>
          <a:ln w="13970">
            <a:solidFill>
              <a:srgbClr val="63ECFF">
                <a:alpha val="6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S09_智用_平台_光环3"/>
          <p:cNvSpPr/>
          <p:nvPr/>
        </p:nvSpPr>
        <p:spPr>
          <a:xfrm>
            <a:off x="1986991" y="3928993"/>
            <a:ext cx="689457" cy="152156"/>
          </a:xfrm>
          <a:prstGeom prst="ellipse">
            <a:avLst/>
          </a:prstGeom>
          <a:noFill/>
          <a:ln w="13970">
            <a:solidFill>
              <a:srgbClr val="63ECFF">
                <a:alpha val="49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S09_智用_主图标_屋顶"/>
          <p:cNvSpPr/>
          <p:nvPr/>
        </p:nvSpPr>
        <p:spPr>
          <a:xfrm>
            <a:off x="1989368" y="2994111"/>
            <a:ext cx="684702" cy="320954"/>
          </a:xfrm>
          <a:prstGeom prst="triangle">
            <a:avLst/>
          </a:prstGeom>
          <a:solidFill>
            <a:srgbClr val="F0FCFF"/>
          </a:solidFill>
          <a:ln w="16764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S09_智用_主图标_房体"/>
          <p:cNvSpPr/>
          <p:nvPr/>
        </p:nvSpPr>
        <p:spPr>
          <a:xfrm>
            <a:off x="2060691" y="3307933"/>
            <a:ext cx="542056" cy="385145"/>
          </a:xfrm>
          <a:prstGeom prst="rect">
            <a:avLst/>
          </a:prstGeom>
          <a:solidFill>
            <a:srgbClr val="146C99">
              <a:alpha val="100000"/>
            </a:srgbClr>
          </a:solidFill>
          <a:ln w="15367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S09_智用_主图标_门"/>
          <p:cNvSpPr/>
          <p:nvPr/>
        </p:nvSpPr>
        <p:spPr>
          <a:xfrm>
            <a:off x="2367381" y="3436315"/>
            <a:ext cx="114117" cy="242498"/>
          </a:xfrm>
          <a:prstGeom prst="rect">
            <a:avLst/>
          </a:prstGeom>
          <a:solidFill>
            <a:srgbClr val="062B49">
              <a:alpha val="100000"/>
            </a:srgbClr>
          </a:solidFill>
          <a:ln w="9779">
            <a:solidFill>
              <a:srgbClr val="B0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3" name="S09_智用_数据射线1"/>
          <p:cNvCxnSpPr/>
          <p:nvPr/>
        </p:nvCxnSpPr>
        <p:spPr>
          <a:xfrm flipV="1">
            <a:off x="2331720" y="3496778"/>
            <a:ext cx="390929" cy="343702"/>
          </a:xfrm>
          <a:prstGeom prst="line">
            <a:avLst/>
          </a:prstGeom>
          <a:ln w="9779">
            <a:solidFill>
              <a:srgbClr val="188FC5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S09_智用_数据射线2"/>
          <p:cNvCxnSpPr/>
          <p:nvPr/>
        </p:nvCxnSpPr>
        <p:spPr>
          <a:xfrm flipV="1">
            <a:off x="2331720" y="3630688"/>
            <a:ext cx="936290" cy="209792"/>
          </a:xfrm>
          <a:prstGeom prst="line">
            <a:avLst/>
          </a:prstGeom>
          <a:ln w="9779">
            <a:solidFill>
              <a:srgbClr val="188FC5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S09_智用_数据射线3"/>
          <p:cNvCxnSpPr/>
          <p:nvPr/>
        </p:nvCxnSpPr>
        <p:spPr>
          <a:xfrm>
            <a:off x="2331720" y="3840480"/>
            <a:ext cx="1143000" cy="0"/>
          </a:xfrm>
          <a:prstGeom prst="line">
            <a:avLst/>
          </a:prstGeom>
          <a:ln w="9779">
            <a:solidFill>
              <a:srgbClr val="188FC5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S09_智用_数据射线4"/>
          <p:cNvCxnSpPr/>
          <p:nvPr/>
        </p:nvCxnSpPr>
        <p:spPr>
          <a:xfrm>
            <a:off x="2331720" y="3840480"/>
            <a:ext cx="936290" cy="209791"/>
          </a:xfrm>
          <a:prstGeom prst="line">
            <a:avLst/>
          </a:prstGeom>
          <a:ln w="9779">
            <a:solidFill>
              <a:srgbClr val="188FC5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S09_智用_数据射线5"/>
          <p:cNvCxnSpPr/>
          <p:nvPr/>
        </p:nvCxnSpPr>
        <p:spPr>
          <a:xfrm>
            <a:off x="2331720" y="3840480"/>
            <a:ext cx="390929" cy="343701"/>
          </a:xfrm>
          <a:prstGeom prst="line">
            <a:avLst/>
          </a:prstGeom>
          <a:ln w="9779">
            <a:solidFill>
              <a:srgbClr val="188FC5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8" name="S09_智投_平台_光环1"/>
          <p:cNvSpPr/>
          <p:nvPr/>
        </p:nvSpPr>
        <p:spPr>
          <a:xfrm>
            <a:off x="5417820" y="3858768"/>
            <a:ext cx="1325880" cy="292608"/>
          </a:xfrm>
          <a:prstGeom prst="ellipse">
            <a:avLst/>
          </a:prstGeom>
          <a:noFill/>
          <a:ln w="22352">
            <a:solidFill>
              <a:srgbClr val="63ECFF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S09_智投_平台_光环2"/>
          <p:cNvSpPr/>
          <p:nvPr/>
        </p:nvSpPr>
        <p:spPr>
          <a:xfrm>
            <a:off x="5576925" y="3893880"/>
            <a:ext cx="1007668" cy="222382"/>
          </a:xfrm>
          <a:prstGeom prst="ellipse">
            <a:avLst/>
          </a:prstGeom>
          <a:noFill/>
          <a:ln w="13970">
            <a:solidFill>
              <a:srgbClr val="63ECFF">
                <a:alpha val="6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S09_智投_平台_光环3"/>
          <p:cNvSpPr/>
          <p:nvPr/>
        </p:nvSpPr>
        <p:spPr>
          <a:xfrm>
            <a:off x="5736031" y="3928993"/>
            <a:ext cx="689457" cy="152156"/>
          </a:xfrm>
          <a:prstGeom prst="ellipse">
            <a:avLst/>
          </a:prstGeom>
          <a:noFill/>
          <a:ln w="13970">
            <a:solidFill>
              <a:srgbClr val="63ECFF">
                <a:alpha val="49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S09_智投_主图标_柱1"/>
          <p:cNvSpPr/>
          <p:nvPr/>
        </p:nvSpPr>
        <p:spPr>
          <a:xfrm>
            <a:off x="5809731" y="3454859"/>
            <a:ext cx="121249" cy="159763"/>
          </a:xfrm>
          <a:prstGeom prst="rect">
            <a:avLst/>
          </a:prstGeom>
          <a:solidFill>
            <a:srgbClr val="63ECFF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S09_智投_主图标_柱2"/>
          <p:cNvSpPr/>
          <p:nvPr/>
        </p:nvSpPr>
        <p:spPr>
          <a:xfrm>
            <a:off x="6009436" y="3325051"/>
            <a:ext cx="121249" cy="289572"/>
          </a:xfrm>
          <a:prstGeom prst="rect">
            <a:avLst/>
          </a:prstGeom>
          <a:solidFill>
            <a:srgbClr val="63ECFF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S09_智投_主图标_柱3"/>
          <p:cNvSpPr/>
          <p:nvPr/>
        </p:nvSpPr>
        <p:spPr>
          <a:xfrm>
            <a:off x="6209141" y="3175272"/>
            <a:ext cx="121249" cy="439350"/>
          </a:xfrm>
          <a:prstGeom prst="rect">
            <a:avLst/>
          </a:prstGeom>
          <a:solidFill>
            <a:srgbClr val="63ECFF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4" name="S09_智投_主图标_基线"/>
          <p:cNvCxnSpPr/>
          <p:nvPr/>
        </p:nvCxnSpPr>
        <p:spPr>
          <a:xfrm>
            <a:off x="5752673" y="3628887"/>
            <a:ext cx="670438" cy="0"/>
          </a:xfrm>
          <a:prstGeom prst="line">
            <a:avLst/>
          </a:prstGeom>
          <a:ln w="13970">
            <a:solidFill>
              <a:srgbClr val="63E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S09_智投_数据射线1"/>
          <p:cNvCxnSpPr/>
          <p:nvPr/>
        </p:nvCxnSpPr>
        <p:spPr>
          <a:xfrm flipV="1">
            <a:off x="6080760" y="3496778"/>
            <a:ext cx="390929" cy="343702"/>
          </a:xfrm>
          <a:prstGeom prst="line">
            <a:avLst/>
          </a:prstGeom>
          <a:ln w="9779">
            <a:solidFill>
              <a:srgbClr val="188FC5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S09_智投_数据射线2"/>
          <p:cNvCxnSpPr/>
          <p:nvPr/>
        </p:nvCxnSpPr>
        <p:spPr>
          <a:xfrm flipV="1">
            <a:off x="6080760" y="3630688"/>
            <a:ext cx="936290" cy="209792"/>
          </a:xfrm>
          <a:prstGeom prst="line">
            <a:avLst/>
          </a:prstGeom>
          <a:ln w="9779">
            <a:solidFill>
              <a:srgbClr val="188FC5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S09_智投_数据射线3"/>
          <p:cNvCxnSpPr/>
          <p:nvPr/>
        </p:nvCxnSpPr>
        <p:spPr>
          <a:xfrm>
            <a:off x="6080760" y="3840480"/>
            <a:ext cx="1143000" cy="0"/>
          </a:xfrm>
          <a:prstGeom prst="line">
            <a:avLst/>
          </a:prstGeom>
          <a:ln w="9779">
            <a:solidFill>
              <a:srgbClr val="188FC5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S09_智投_数据射线4"/>
          <p:cNvCxnSpPr/>
          <p:nvPr/>
        </p:nvCxnSpPr>
        <p:spPr>
          <a:xfrm>
            <a:off x="6080760" y="3840480"/>
            <a:ext cx="936290" cy="209791"/>
          </a:xfrm>
          <a:prstGeom prst="line">
            <a:avLst/>
          </a:prstGeom>
          <a:ln w="9779">
            <a:solidFill>
              <a:srgbClr val="188FC5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S09_智投_数据射线5"/>
          <p:cNvCxnSpPr/>
          <p:nvPr/>
        </p:nvCxnSpPr>
        <p:spPr>
          <a:xfrm>
            <a:off x="6080760" y="3840480"/>
            <a:ext cx="390929" cy="343701"/>
          </a:xfrm>
          <a:prstGeom prst="line">
            <a:avLst/>
          </a:prstGeom>
          <a:ln w="9779">
            <a:solidFill>
              <a:srgbClr val="188FC5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0" name="S09_智管_平台_光环1"/>
          <p:cNvSpPr/>
          <p:nvPr/>
        </p:nvSpPr>
        <p:spPr>
          <a:xfrm>
            <a:off x="9166860" y="3858768"/>
            <a:ext cx="1325880" cy="292608"/>
          </a:xfrm>
          <a:prstGeom prst="ellipse">
            <a:avLst/>
          </a:prstGeom>
          <a:noFill/>
          <a:ln w="22352">
            <a:solidFill>
              <a:srgbClr val="63ECFF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S09_智管_平台_光环2"/>
          <p:cNvSpPr/>
          <p:nvPr/>
        </p:nvSpPr>
        <p:spPr>
          <a:xfrm>
            <a:off x="9325965" y="3893880"/>
            <a:ext cx="1007668" cy="222382"/>
          </a:xfrm>
          <a:prstGeom prst="ellipse">
            <a:avLst/>
          </a:prstGeom>
          <a:noFill/>
          <a:ln w="13970">
            <a:solidFill>
              <a:srgbClr val="63ECFF">
                <a:alpha val="6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S09_智管_平台_光环3"/>
          <p:cNvSpPr/>
          <p:nvPr/>
        </p:nvSpPr>
        <p:spPr>
          <a:xfrm>
            <a:off x="9485071" y="3928993"/>
            <a:ext cx="689457" cy="152156"/>
          </a:xfrm>
          <a:prstGeom prst="ellipse">
            <a:avLst/>
          </a:prstGeom>
          <a:noFill/>
          <a:ln w="13970">
            <a:solidFill>
              <a:srgbClr val="63ECFF">
                <a:alpha val="49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S09_智管_主图标_盾"/>
          <p:cNvSpPr/>
          <p:nvPr/>
        </p:nvSpPr>
        <p:spPr>
          <a:xfrm>
            <a:off x="9573036" y="3079699"/>
            <a:ext cx="513527" cy="570585"/>
          </a:xfrm>
          <a:prstGeom prst="hexagon">
            <a:avLst/>
          </a:prstGeom>
          <a:solidFill>
            <a:srgbClr val="13668F"/>
          </a:solidFill>
          <a:ln w="13970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4" name="S09_智管_主图标_勾1"/>
          <p:cNvCxnSpPr/>
          <p:nvPr/>
        </p:nvCxnSpPr>
        <p:spPr>
          <a:xfrm>
            <a:off x="9729947" y="3364992"/>
            <a:ext cx="99853" cy="92720"/>
          </a:xfrm>
          <a:prstGeom prst="line">
            <a:avLst/>
          </a:prstGeom>
          <a:ln w="20955">
            <a:solidFill>
              <a:srgbClr val="FFC9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S09_智管_主图标_勾2"/>
          <p:cNvCxnSpPr/>
          <p:nvPr/>
        </p:nvCxnSpPr>
        <p:spPr>
          <a:xfrm flipV="1">
            <a:off x="9829800" y="3265139"/>
            <a:ext cx="135514" cy="192573"/>
          </a:xfrm>
          <a:prstGeom prst="line">
            <a:avLst/>
          </a:prstGeom>
          <a:ln w="20955">
            <a:solidFill>
              <a:srgbClr val="FFC9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S09_智管_数据射线1"/>
          <p:cNvCxnSpPr/>
          <p:nvPr/>
        </p:nvCxnSpPr>
        <p:spPr>
          <a:xfrm flipV="1">
            <a:off x="9829800" y="3496778"/>
            <a:ext cx="390929" cy="343702"/>
          </a:xfrm>
          <a:prstGeom prst="line">
            <a:avLst/>
          </a:prstGeom>
          <a:ln w="9779">
            <a:solidFill>
              <a:srgbClr val="188FC5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S09_智管_数据射线2"/>
          <p:cNvCxnSpPr/>
          <p:nvPr/>
        </p:nvCxnSpPr>
        <p:spPr>
          <a:xfrm flipV="1">
            <a:off x="9829800" y="3630688"/>
            <a:ext cx="936290" cy="209792"/>
          </a:xfrm>
          <a:prstGeom prst="line">
            <a:avLst/>
          </a:prstGeom>
          <a:ln w="9779">
            <a:solidFill>
              <a:srgbClr val="188FC5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S09_智管_数据射线3"/>
          <p:cNvCxnSpPr/>
          <p:nvPr/>
        </p:nvCxnSpPr>
        <p:spPr>
          <a:xfrm>
            <a:off x="9829800" y="3840480"/>
            <a:ext cx="1143000" cy="0"/>
          </a:xfrm>
          <a:prstGeom prst="line">
            <a:avLst/>
          </a:prstGeom>
          <a:ln w="9779">
            <a:solidFill>
              <a:srgbClr val="188FC5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S09_智管_数据射线4"/>
          <p:cNvCxnSpPr/>
          <p:nvPr/>
        </p:nvCxnSpPr>
        <p:spPr>
          <a:xfrm>
            <a:off x="9829800" y="3840480"/>
            <a:ext cx="936290" cy="209791"/>
          </a:xfrm>
          <a:prstGeom prst="line">
            <a:avLst/>
          </a:prstGeom>
          <a:ln w="9779">
            <a:solidFill>
              <a:srgbClr val="188FC5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S09_智管_数据射线5"/>
          <p:cNvCxnSpPr/>
          <p:nvPr/>
        </p:nvCxnSpPr>
        <p:spPr>
          <a:xfrm>
            <a:off x="9829800" y="3840480"/>
            <a:ext cx="390929" cy="343701"/>
          </a:xfrm>
          <a:prstGeom prst="line">
            <a:avLst/>
          </a:prstGeom>
          <a:ln w="9779">
            <a:solidFill>
              <a:srgbClr val="188FC5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原生可编辑文字_S09_001_双击编辑"/>
          <p:cNvSpPr txBox="1"/>
          <p:nvPr/>
        </p:nvSpPr>
        <p:spPr>
          <a:xfrm>
            <a:off x="952500" y="2049780"/>
            <a:ext cx="868680" cy="66294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4176">
                <a:solidFill>
                  <a:srgbClr val="FFC928"/>
                </a:solidFill>
                <a:latin typeface="Noto Serif CJK SC"/>
              </a:rPr>
              <a:t>01</a:t>
            </a:r>
          </a:p>
        </p:txBody>
      </p:sp>
      <p:sp>
        <p:nvSpPr>
          <p:cNvPr id="10" name="原生可编辑文字_S09_002_双击编辑"/>
          <p:cNvSpPr txBox="1"/>
          <p:nvPr/>
        </p:nvSpPr>
        <p:spPr>
          <a:xfrm>
            <a:off x="1554480" y="434340"/>
            <a:ext cx="9273540" cy="7848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213">
                <a:solidFill>
                  <a:srgbClr val="F7FCFF"/>
                </a:solidFill>
                <a:latin typeface="Noto Serif CJK SC"/>
              </a:rPr>
              <a:t>三智落地：把系统能力变成日常动作</a:t>
            </a:r>
          </a:p>
        </p:txBody>
      </p:sp>
      <p:sp>
        <p:nvSpPr>
          <p:cNvPr id="12" name="原生可编辑文字_S09_003_双击编辑"/>
          <p:cNvSpPr txBox="1"/>
          <p:nvPr/>
        </p:nvSpPr>
        <p:spPr>
          <a:xfrm>
            <a:off x="2880360" y="1181100"/>
            <a:ext cx="6423659" cy="472439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800">
                <a:solidFill>
                  <a:srgbClr val="F7FCFF"/>
                </a:solidFill>
                <a:latin typeface="Noto Sans CJK SC"/>
              </a:rPr>
              <a:t>不是做一个平台，而是让智用、智投、智管真正进入业务现场</a:t>
            </a:r>
          </a:p>
        </p:txBody>
      </p:sp>
      <p:sp>
        <p:nvSpPr>
          <p:cNvPr id="14" name="原生可编辑文字_S09_004_双击编辑"/>
          <p:cNvSpPr txBox="1"/>
          <p:nvPr/>
        </p:nvSpPr>
        <p:spPr>
          <a:xfrm>
            <a:off x="4869180" y="2026920"/>
            <a:ext cx="944879" cy="66294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4176">
                <a:solidFill>
                  <a:srgbClr val="FFC928"/>
                </a:solidFill>
                <a:latin typeface="Noto Serif CJK SC"/>
              </a:rPr>
              <a:t>02</a:t>
            </a:r>
          </a:p>
        </p:txBody>
      </p:sp>
      <p:sp>
        <p:nvSpPr>
          <p:cNvPr id="16" name="原生可编辑文字_S09_005_双击编辑"/>
          <p:cNvSpPr txBox="1"/>
          <p:nvPr/>
        </p:nvSpPr>
        <p:spPr>
          <a:xfrm>
            <a:off x="8732520" y="2026920"/>
            <a:ext cx="922020" cy="68580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4320">
                <a:solidFill>
                  <a:srgbClr val="FFC928"/>
                </a:solidFill>
                <a:latin typeface="Noto Serif CJK SC"/>
              </a:rPr>
              <a:t>03</a:t>
            </a:r>
          </a:p>
        </p:txBody>
      </p:sp>
      <p:sp>
        <p:nvSpPr>
          <p:cNvPr id="18" name="原生可编辑文字_S09_006_双击编辑"/>
          <p:cNvSpPr txBox="1"/>
          <p:nvPr/>
        </p:nvSpPr>
        <p:spPr>
          <a:xfrm>
            <a:off x="1714500" y="3520440"/>
            <a:ext cx="960120" cy="5943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100">
                <a:solidFill>
                  <a:srgbClr val="63ECFF"/>
                </a:solidFill>
                <a:latin typeface="Noto Serif CJK SC"/>
              </a:rPr>
              <a:t>智用</a:t>
            </a:r>
          </a:p>
        </p:txBody>
      </p:sp>
      <p:sp>
        <p:nvSpPr>
          <p:cNvPr id="20" name="原生可编辑文字_S09_007_双击编辑"/>
          <p:cNvSpPr txBox="1"/>
          <p:nvPr/>
        </p:nvSpPr>
        <p:spPr>
          <a:xfrm>
            <a:off x="1821180" y="4099560"/>
            <a:ext cx="975360" cy="41910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800">
                <a:solidFill>
                  <a:srgbClr val="F2F8FF"/>
                </a:solidFill>
                <a:latin typeface="Noto Sans CJK SC"/>
              </a:rPr>
              <a:t>空闲可见</a:t>
            </a:r>
          </a:p>
        </p:txBody>
      </p:sp>
      <p:sp>
        <p:nvSpPr>
          <p:cNvPr id="22" name="原生可编辑文字_S09_008_双击编辑"/>
          <p:cNvSpPr txBox="1"/>
          <p:nvPr/>
        </p:nvSpPr>
        <p:spPr>
          <a:xfrm>
            <a:off x="1767840" y="4579620"/>
            <a:ext cx="1066800" cy="4038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48">
                <a:solidFill>
                  <a:srgbClr val="F2F8FF"/>
                </a:solidFill>
                <a:latin typeface="Noto Sans CJK SC"/>
              </a:rPr>
              <a:t>一键调度</a:t>
            </a:r>
          </a:p>
        </p:txBody>
      </p:sp>
      <p:sp>
        <p:nvSpPr>
          <p:cNvPr id="24" name="原生可编辑文字_S09_009_双击编辑"/>
          <p:cNvSpPr txBox="1"/>
          <p:nvPr/>
        </p:nvSpPr>
        <p:spPr>
          <a:xfrm>
            <a:off x="1836420" y="5036820"/>
            <a:ext cx="998219" cy="4038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48">
                <a:solidFill>
                  <a:srgbClr val="F2F8FF"/>
                </a:solidFill>
                <a:latin typeface="Noto Sans CJK SC"/>
              </a:rPr>
              <a:t>状态可视</a:t>
            </a:r>
          </a:p>
        </p:txBody>
      </p:sp>
      <p:sp>
        <p:nvSpPr>
          <p:cNvPr id="26" name="原生可编辑文字_S09_010_双击编辑"/>
          <p:cNvSpPr txBox="1"/>
          <p:nvPr/>
        </p:nvSpPr>
        <p:spPr>
          <a:xfrm>
            <a:off x="5699760" y="3520440"/>
            <a:ext cx="982980" cy="5943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100">
                <a:solidFill>
                  <a:srgbClr val="63ECFF"/>
                </a:solidFill>
                <a:latin typeface="Noto Serif CJK SC"/>
              </a:rPr>
              <a:t>智投</a:t>
            </a:r>
          </a:p>
        </p:txBody>
      </p:sp>
      <p:sp>
        <p:nvSpPr>
          <p:cNvPr id="28" name="原生可编辑文字_S09_011_双击编辑"/>
          <p:cNvSpPr txBox="1"/>
          <p:nvPr/>
        </p:nvSpPr>
        <p:spPr>
          <a:xfrm>
            <a:off x="5844540" y="4099560"/>
            <a:ext cx="975360" cy="4038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48">
                <a:solidFill>
                  <a:srgbClr val="F2F8FF"/>
                </a:solidFill>
                <a:latin typeface="Noto Sans CJK SC"/>
              </a:rPr>
              <a:t>需求识别</a:t>
            </a:r>
          </a:p>
        </p:txBody>
      </p:sp>
      <p:sp>
        <p:nvSpPr>
          <p:cNvPr id="30" name="原生可编辑文字_S09_012_双击编辑"/>
          <p:cNvSpPr txBox="1"/>
          <p:nvPr/>
        </p:nvSpPr>
        <p:spPr>
          <a:xfrm>
            <a:off x="5768340" y="4564380"/>
            <a:ext cx="1089660" cy="41910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800">
                <a:solidFill>
                  <a:srgbClr val="F2F8FF"/>
                </a:solidFill>
                <a:latin typeface="Noto Sans CJK SC"/>
              </a:rPr>
              <a:t>缺口测算</a:t>
            </a:r>
          </a:p>
        </p:txBody>
      </p:sp>
      <p:sp>
        <p:nvSpPr>
          <p:cNvPr id="32" name="原生可编辑文字_S09_013_双击编辑"/>
          <p:cNvSpPr txBox="1"/>
          <p:nvPr/>
        </p:nvSpPr>
        <p:spPr>
          <a:xfrm>
            <a:off x="5859780" y="5044440"/>
            <a:ext cx="1013460" cy="39624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16">
                <a:solidFill>
                  <a:srgbClr val="F2F8FF"/>
                </a:solidFill>
                <a:latin typeface="Noto Sans CJK SC"/>
              </a:rPr>
              <a:t>投入更准</a:t>
            </a:r>
          </a:p>
        </p:txBody>
      </p:sp>
      <p:sp>
        <p:nvSpPr>
          <p:cNvPr id="34" name="原生可编辑文字_S09_014_双击编辑"/>
          <p:cNvSpPr txBox="1"/>
          <p:nvPr/>
        </p:nvSpPr>
        <p:spPr>
          <a:xfrm>
            <a:off x="3147060" y="5844540"/>
            <a:ext cx="5905500" cy="5943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100">
                <a:solidFill>
                  <a:srgbClr val="F2F8FF"/>
                </a:solidFill>
                <a:latin typeface="Noto Serif CJK SC"/>
              </a:rPr>
              <a:t>让资源调得动、投入算得清、运行管得住</a:t>
            </a:r>
          </a:p>
        </p:txBody>
      </p:sp>
      <p:sp>
        <p:nvSpPr>
          <p:cNvPr id="36" name="原生可编辑文字_S09_015_双击编辑"/>
          <p:cNvSpPr txBox="1"/>
          <p:nvPr/>
        </p:nvSpPr>
        <p:spPr>
          <a:xfrm>
            <a:off x="9654540" y="3512820"/>
            <a:ext cx="960120" cy="57912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100">
                <a:solidFill>
                  <a:srgbClr val="63ECFF"/>
                </a:solidFill>
                <a:latin typeface="Noto Serif CJK SC"/>
              </a:rPr>
              <a:t>智管</a:t>
            </a:r>
          </a:p>
        </p:txBody>
      </p:sp>
      <p:sp>
        <p:nvSpPr>
          <p:cNvPr id="38" name="原生可编辑文字_S09_016_双击编辑"/>
          <p:cNvSpPr txBox="1"/>
          <p:nvPr/>
        </p:nvSpPr>
        <p:spPr>
          <a:xfrm>
            <a:off x="9966960" y="4114800"/>
            <a:ext cx="1005840" cy="41148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82">
                <a:solidFill>
                  <a:srgbClr val="F2F8FF"/>
                </a:solidFill>
                <a:latin typeface="Noto Sans CJK SC"/>
              </a:rPr>
              <a:t>运行监测</a:t>
            </a:r>
          </a:p>
        </p:txBody>
      </p:sp>
      <p:sp>
        <p:nvSpPr>
          <p:cNvPr id="40" name="原生可编辑文字_S09_017_双击编辑"/>
          <p:cNvSpPr txBox="1"/>
          <p:nvPr/>
        </p:nvSpPr>
        <p:spPr>
          <a:xfrm>
            <a:off x="9951720" y="4579620"/>
            <a:ext cx="1036320" cy="4038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48">
                <a:solidFill>
                  <a:srgbClr val="F2F8FF"/>
                </a:solidFill>
                <a:latin typeface="Noto Sans CJK SC"/>
              </a:rPr>
              <a:t>维保留痕</a:t>
            </a:r>
          </a:p>
        </p:txBody>
      </p:sp>
      <p:sp>
        <p:nvSpPr>
          <p:cNvPr id="42" name="原生可编辑文字_S09_018_双击编辑"/>
          <p:cNvSpPr txBox="1"/>
          <p:nvPr/>
        </p:nvSpPr>
        <p:spPr>
          <a:xfrm>
            <a:off x="9989820" y="5036820"/>
            <a:ext cx="998219" cy="4038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48">
                <a:solidFill>
                  <a:srgbClr val="F2F8FF"/>
                </a:solidFill>
                <a:latin typeface="Noto Sans CJK SC"/>
              </a:rPr>
              <a:t>预警闭环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_深蓝底_可编辑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B49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背景_左上光束_1"/>
          <p:cNvSpPr/>
          <p:nvPr/>
        </p:nvSpPr>
        <p:spPr>
          <a:xfrm>
            <a:off x="0" y="0"/>
            <a:ext cx="2423160" cy="1828800"/>
          </a:xfrm>
          <a:custGeom>
            <a:avLst/>
            <a:gdLst/>
            <a:ahLst/>
            <a:cxnLst/>
            <a:rect l="l" t="t" r="r" b="b"/>
            <a:pathLst>
              <a:path w="2423160" h="1828800">
                <a:moveTo>
                  <a:pt x="0" y="0"/>
                </a:moveTo>
                <a:lnTo>
                  <a:pt x="914400" y="0"/>
                </a:lnTo>
                <a:lnTo>
                  <a:pt x="2423160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8DEBFF">
              <a:alpha val="2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背景_左上光束_2"/>
          <p:cNvSpPr/>
          <p:nvPr/>
        </p:nvSpPr>
        <p:spPr>
          <a:xfrm>
            <a:off x="274320" y="0"/>
            <a:ext cx="2423159" cy="1828800"/>
          </a:xfrm>
          <a:custGeom>
            <a:avLst/>
            <a:gdLst/>
            <a:ahLst/>
            <a:cxnLst/>
            <a:rect l="l" t="t" r="r" b="b"/>
            <a:pathLst>
              <a:path w="2423159" h="1828800">
                <a:moveTo>
                  <a:pt x="0" y="0"/>
                </a:moveTo>
                <a:lnTo>
                  <a:pt x="914400" y="0"/>
                </a:lnTo>
                <a:lnTo>
                  <a:pt x="2423159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8DEBFF">
              <a:alpha val="2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背景_左上光束_3"/>
          <p:cNvSpPr/>
          <p:nvPr/>
        </p:nvSpPr>
        <p:spPr>
          <a:xfrm>
            <a:off x="640080" y="0"/>
            <a:ext cx="2423159" cy="1828800"/>
          </a:xfrm>
          <a:custGeom>
            <a:avLst/>
            <a:gdLst/>
            <a:ahLst/>
            <a:cxnLst/>
            <a:rect l="l" t="t" r="r" b="b"/>
            <a:pathLst>
              <a:path w="2423159" h="1828800">
                <a:moveTo>
                  <a:pt x="0" y="0"/>
                </a:moveTo>
                <a:lnTo>
                  <a:pt x="914400" y="0"/>
                </a:lnTo>
                <a:lnTo>
                  <a:pt x="2423159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8DEBFF">
              <a:alpha val="2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背景_星点_1"/>
          <p:cNvSpPr/>
          <p:nvPr/>
        </p:nvSpPr>
        <p:spPr>
          <a:xfrm>
            <a:off x="1943597" y="2211268"/>
            <a:ext cx="18288" cy="18288"/>
          </a:xfrm>
          <a:prstGeom prst="ellipse">
            <a:avLst/>
          </a:prstGeom>
          <a:solidFill>
            <a:srgbClr val="E8FDFF">
              <a:alpha val="3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背景_星点_2"/>
          <p:cNvSpPr/>
          <p:nvPr/>
        </p:nvSpPr>
        <p:spPr>
          <a:xfrm>
            <a:off x="6564126" y="2057047"/>
            <a:ext cx="22860" cy="22860"/>
          </a:xfrm>
          <a:prstGeom prst="ellipse">
            <a:avLst/>
          </a:prstGeom>
          <a:solidFill>
            <a:srgbClr val="E8FDFF">
              <a:alpha val="6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背景_星点_3"/>
          <p:cNvSpPr/>
          <p:nvPr/>
        </p:nvSpPr>
        <p:spPr>
          <a:xfrm>
            <a:off x="2525282" y="3257453"/>
            <a:ext cx="22860" cy="22860"/>
          </a:xfrm>
          <a:prstGeom prst="ellipse">
            <a:avLst/>
          </a:prstGeom>
          <a:solidFill>
            <a:srgbClr val="E8FDFF">
              <a:alpha val="3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背景_星点_4"/>
          <p:cNvSpPr/>
          <p:nvPr/>
        </p:nvSpPr>
        <p:spPr>
          <a:xfrm>
            <a:off x="6418216" y="3977914"/>
            <a:ext cx="18288" cy="18288"/>
          </a:xfrm>
          <a:prstGeom prst="ellipse">
            <a:avLst/>
          </a:prstGeom>
          <a:solidFill>
            <a:srgbClr val="E8FDFF">
              <a:alpha val="36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背景_星点_5"/>
          <p:cNvSpPr/>
          <p:nvPr/>
        </p:nvSpPr>
        <p:spPr>
          <a:xfrm>
            <a:off x="7825305" y="1382512"/>
            <a:ext cx="18288" cy="18288"/>
          </a:xfrm>
          <a:prstGeom prst="ellipse">
            <a:avLst/>
          </a:prstGeom>
          <a:solidFill>
            <a:srgbClr val="E8FDFF">
              <a:alpha val="61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背景_星点_6"/>
          <p:cNvSpPr/>
          <p:nvPr/>
        </p:nvSpPr>
        <p:spPr>
          <a:xfrm>
            <a:off x="6849721" y="1488775"/>
            <a:ext cx="27432" cy="27432"/>
          </a:xfrm>
          <a:prstGeom prst="ellipse">
            <a:avLst/>
          </a:prstGeom>
          <a:solidFill>
            <a:srgbClr val="E8FDFF">
              <a:alpha val="63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背景_星点_7"/>
          <p:cNvSpPr/>
          <p:nvPr/>
        </p:nvSpPr>
        <p:spPr>
          <a:xfrm>
            <a:off x="9038294" y="3414146"/>
            <a:ext cx="36576" cy="36576"/>
          </a:xfrm>
          <a:prstGeom prst="ellipse">
            <a:avLst/>
          </a:prstGeom>
          <a:solidFill>
            <a:srgbClr val="E8FDFF">
              <a:alpha val="6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背景_星点_8"/>
          <p:cNvSpPr/>
          <p:nvPr/>
        </p:nvSpPr>
        <p:spPr>
          <a:xfrm>
            <a:off x="11474063" y="2616606"/>
            <a:ext cx="27432" cy="27432"/>
          </a:xfrm>
          <a:prstGeom prst="ellipse">
            <a:avLst/>
          </a:prstGeom>
          <a:solidFill>
            <a:srgbClr val="E8FDFF">
              <a:alpha val="5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背景_星点_9"/>
          <p:cNvSpPr/>
          <p:nvPr/>
        </p:nvSpPr>
        <p:spPr>
          <a:xfrm>
            <a:off x="11331355" y="863227"/>
            <a:ext cx="13716" cy="13716"/>
          </a:xfrm>
          <a:prstGeom prst="ellipse">
            <a:avLst/>
          </a:prstGeom>
          <a:solidFill>
            <a:srgbClr val="E8FDFF">
              <a:alpha val="46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背景_星点_10"/>
          <p:cNvSpPr/>
          <p:nvPr/>
        </p:nvSpPr>
        <p:spPr>
          <a:xfrm>
            <a:off x="553336" y="4150560"/>
            <a:ext cx="18288" cy="18288"/>
          </a:xfrm>
          <a:prstGeom prst="ellipse">
            <a:avLst/>
          </a:prstGeom>
          <a:solidFill>
            <a:srgbClr val="E8FDFF">
              <a:alpha val="4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背景_星点_11"/>
          <p:cNvSpPr/>
          <p:nvPr/>
        </p:nvSpPr>
        <p:spPr>
          <a:xfrm>
            <a:off x="9657203" y="820362"/>
            <a:ext cx="22860" cy="22860"/>
          </a:xfrm>
          <a:prstGeom prst="ellipse">
            <a:avLst/>
          </a:prstGeom>
          <a:solidFill>
            <a:srgbClr val="E8FDFF">
              <a:alpha val="5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背景_星点_12"/>
          <p:cNvSpPr/>
          <p:nvPr/>
        </p:nvSpPr>
        <p:spPr>
          <a:xfrm>
            <a:off x="11177421" y="2576764"/>
            <a:ext cx="22860" cy="22860"/>
          </a:xfrm>
          <a:prstGeom prst="ellipse">
            <a:avLst/>
          </a:prstGeom>
          <a:solidFill>
            <a:srgbClr val="E8FDFF">
              <a:alpha val="43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背景_星点_13"/>
          <p:cNvSpPr/>
          <p:nvPr/>
        </p:nvSpPr>
        <p:spPr>
          <a:xfrm>
            <a:off x="7328829" y="3579528"/>
            <a:ext cx="13716" cy="13716"/>
          </a:xfrm>
          <a:prstGeom prst="ellipse">
            <a:avLst/>
          </a:prstGeom>
          <a:solidFill>
            <a:srgbClr val="E8FDFF">
              <a:alpha val="41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背景_星点_14"/>
          <p:cNvSpPr/>
          <p:nvPr/>
        </p:nvSpPr>
        <p:spPr>
          <a:xfrm>
            <a:off x="707967" y="667685"/>
            <a:ext cx="13716" cy="13716"/>
          </a:xfrm>
          <a:prstGeom prst="ellipse">
            <a:avLst/>
          </a:prstGeom>
          <a:solidFill>
            <a:srgbClr val="E8FDFF">
              <a:alpha val="69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背景_星点_15"/>
          <p:cNvSpPr/>
          <p:nvPr/>
        </p:nvSpPr>
        <p:spPr>
          <a:xfrm>
            <a:off x="3108076" y="2572252"/>
            <a:ext cx="13716" cy="13716"/>
          </a:xfrm>
          <a:prstGeom prst="ellipse">
            <a:avLst/>
          </a:prstGeom>
          <a:solidFill>
            <a:srgbClr val="E8FDFF">
              <a:alpha val="5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背景_星点_16"/>
          <p:cNvSpPr/>
          <p:nvPr/>
        </p:nvSpPr>
        <p:spPr>
          <a:xfrm>
            <a:off x="4925996" y="3817808"/>
            <a:ext cx="22860" cy="22860"/>
          </a:xfrm>
          <a:prstGeom prst="ellipse">
            <a:avLst/>
          </a:prstGeom>
          <a:solidFill>
            <a:srgbClr val="E8FDFF">
              <a:alpha val="4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背景_星点_17"/>
          <p:cNvSpPr/>
          <p:nvPr/>
        </p:nvSpPr>
        <p:spPr>
          <a:xfrm>
            <a:off x="2319502" y="1141662"/>
            <a:ext cx="36576" cy="36576"/>
          </a:xfrm>
          <a:prstGeom prst="ellipse">
            <a:avLst/>
          </a:prstGeom>
          <a:solidFill>
            <a:srgbClr val="E8FDFF">
              <a:alpha val="54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背景_星点_18"/>
          <p:cNvSpPr/>
          <p:nvPr/>
        </p:nvSpPr>
        <p:spPr>
          <a:xfrm>
            <a:off x="4227786" y="4033216"/>
            <a:ext cx="13716" cy="13716"/>
          </a:xfrm>
          <a:prstGeom prst="ellipse">
            <a:avLst/>
          </a:prstGeom>
          <a:solidFill>
            <a:srgbClr val="E8FDFF">
              <a:alpha val="6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背景_星点_19"/>
          <p:cNvSpPr/>
          <p:nvPr/>
        </p:nvSpPr>
        <p:spPr>
          <a:xfrm>
            <a:off x="8091210" y="679870"/>
            <a:ext cx="27432" cy="27432"/>
          </a:xfrm>
          <a:prstGeom prst="ellipse">
            <a:avLst/>
          </a:prstGeom>
          <a:solidFill>
            <a:srgbClr val="E8FDFF">
              <a:alpha val="56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背景_星点_20"/>
          <p:cNvSpPr/>
          <p:nvPr/>
        </p:nvSpPr>
        <p:spPr>
          <a:xfrm>
            <a:off x="10231141" y="1465133"/>
            <a:ext cx="18288" cy="18288"/>
          </a:xfrm>
          <a:prstGeom prst="ellipse">
            <a:avLst/>
          </a:prstGeom>
          <a:solidFill>
            <a:srgbClr val="E8FDFF">
              <a:alpha val="69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背景_星点_21"/>
          <p:cNvSpPr/>
          <p:nvPr/>
        </p:nvSpPr>
        <p:spPr>
          <a:xfrm>
            <a:off x="703325" y="2013134"/>
            <a:ext cx="13716" cy="13716"/>
          </a:xfrm>
          <a:prstGeom prst="ellipse">
            <a:avLst/>
          </a:prstGeom>
          <a:solidFill>
            <a:srgbClr val="E8FDFF">
              <a:alpha val="5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背景_星点_22"/>
          <p:cNvSpPr/>
          <p:nvPr/>
        </p:nvSpPr>
        <p:spPr>
          <a:xfrm>
            <a:off x="11403380" y="4112858"/>
            <a:ext cx="18288" cy="18288"/>
          </a:xfrm>
          <a:prstGeom prst="ellipse">
            <a:avLst/>
          </a:prstGeom>
          <a:solidFill>
            <a:srgbClr val="E8FDFF">
              <a:alpha val="6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背景_星点_23"/>
          <p:cNvSpPr/>
          <p:nvPr/>
        </p:nvSpPr>
        <p:spPr>
          <a:xfrm>
            <a:off x="1258053" y="1025876"/>
            <a:ext cx="36576" cy="36576"/>
          </a:xfrm>
          <a:prstGeom prst="ellipse">
            <a:avLst/>
          </a:prstGeom>
          <a:solidFill>
            <a:srgbClr val="E8FDFF">
              <a:alpha val="3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背景_星点_24"/>
          <p:cNvSpPr/>
          <p:nvPr/>
        </p:nvSpPr>
        <p:spPr>
          <a:xfrm>
            <a:off x="3032859" y="2319557"/>
            <a:ext cx="22860" cy="22860"/>
          </a:xfrm>
          <a:prstGeom prst="ellipse">
            <a:avLst/>
          </a:prstGeom>
          <a:solidFill>
            <a:srgbClr val="E8FDFF">
              <a:alpha val="58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背景_星点_25"/>
          <p:cNvSpPr/>
          <p:nvPr/>
        </p:nvSpPr>
        <p:spPr>
          <a:xfrm>
            <a:off x="5310688" y="1229571"/>
            <a:ext cx="22860" cy="22860"/>
          </a:xfrm>
          <a:prstGeom prst="ellipse">
            <a:avLst/>
          </a:prstGeom>
          <a:solidFill>
            <a:srgbClr val="E8FDFF">
              <a:alpha val="41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背景_星点_26"/>
          <p:cNvSpPr/>
          <p:nvPr/>
        </p:nvSpPr>
        <p:spPr>
          <a:xfrm>
            <a:off x="9789878" y="387213"/>
            <a:ext cx="27432" cy="27432"/>
          </a:xfrm>
          <a:prstGeom prst="ellipse">
            <a:avLst/>
          </a:prstGeom>
          <a:solidFill>
            <a:srgbClr val="E8FDFF">
              <a:alpha val="46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背景_星点_27"/>
          <p:cNvSpPr/>
          <p:nvPr/>
        </p:nvSpPr>
        <p:spPr>
          <a:xfrm>
            <a:off x="5286441" y="335611"/>
            <a:ext cx="13716" cy="13716"/>
          </a:xfrm>
          <a:prstGeom prst="ellipse">
            <a:avLst/>
          </a:prstGeom>
          <a:solidFill>
            <a:srgbClr val="E8FDFF">
              <a:alpha val="48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背景_星点_28"/>
          <p:cNvSpPr/>
          <p:nvPr/>
        </p:nvSpPr>
        <p:spPr>
          <a:xfrm>
            <a:off x="6609584" y="531844"/>
            <a:ext cx="22860" cy="22860"/>
          </a:xfrm>
          <a:prstGeom prst="ellipse">
            <a:avLst/>
          </a:prstGeom>
          <a:solidFill>
            <a:srgbClr val="E8FDFF">
              <a:alpha val="46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背景_星点_29"/>
          <p:cNvSpPr/>
          <p:nvPr/>
        </p:nvSpPr>
        <p:spPr>
          <a:xfrm>
            <a:off x="6934294" y="3342290"/>
            <a:ext cx="27432" cy="27432"/>
          </a:xfrm>
          <a:prstGeom prst="ellipse">
            <a:avLst/>
          </a:prstGeom>
          <a:solidFill>
            <a:srgbClr val="E8FDFF">
              <a:alpha val="4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背景_星点_30"/>
          <p:cNvSpPr/>
          <p:nvPr/>
        </p:nvSpPr>
        <p:spPr>
          <a:xfrm>
            <a:off x="4395237" y="3090357"/>
            <a:ext cx="27432" cy="27432"/>
          </a:xfrm>
          <a:prstGeom prst="ellipse">
            <a:avLst/>
          </a:prstGeom>
          <a:solidFill>
            <a:srgbClr val="E8FDFF">
              <a:alpha val="74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背景_星点_31"/>
          <p:cNvSpPr/>
          <p:nvPr/>
        </p:nvSpPr>
        <p:spPr>
          <a:xfrm>
            <a:off x="1165261" y="899513"/>
            <a:ext cx="13716" cy="13716"/>
          </a:xfrm>
          <a:prstGeom prst="ellipse">
            <a:avLst/>
          </a:prstGeom>
          <a:solidFill>
            <a:srgbClr val="E8FDFF">
              <a:alpha val="33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背景_星点_32"/>
          <p:cNvSpPr/>
          <p:nvPr/>
        </p:nvSpPr>
        <p:spPr>
          <a:xfrm>
            <a:off x="6676653" y="3724426"/>
            <a:ext cx="13716" cy="13716"/>
          </a:xfrm>
          <a:prstGeom prst="ellipse">
            <a:avLst/>
          </a:prstGeom>
          <a:solidFill>
            <a:srgbClr val="E8FDFF">
              <a:alpha val="3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背景_星点_33"/>
          <p:cNvSpPr/>
          <p:nvPr/>
        </p:nvSpPr>
        <p:spPr>
          <a:xfrm>
            <a:off x="3322629" y="2828694"/>
            <a:ext cx="18288" cy="18288"/>
          </a:xfrm>
          <a:prstGeom prst="ellipse">
            <a:avLst/>
          </a:prstGeom>
          <a:solidFill>
            <a:srgbClr val="E8FDFF">
              <a:alpha val="58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背景_星点_34"/>
          <p:cNvSpPr/>
          <p:nvPr/>
        </p:nvSpPr>
        <p:spPr>
          <a:xfrm>
            <a:off x="7153800" y="4128974"/>
            <a:ext cx="22860" cy="22860"/>
          </a:xfrm>
          <a:prstGeom prst="ellipse">
            <a:avLst/>
          </a:prstGeom>
          <a:solidFill>
            <a:srgbClr val="E8FDFF">
              <a:alpha val="41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背景_星点_35"/>
          <p:cNvSpPr/>
          <p:nvPr/>
        </p:nvSpPr>
        <p:spPr>
          <a:xfrm>
            <a:off x="1531467" y="3239850"/>
            <a:ext cx="13716" cy="13716"/>
          </a:xfrm>
          <a:prstGeom prst="ellipse">
            <a:avLst/>
          </a:prstGeom>
          <a:solidFill>
            <a:srgbClr val="E8FDFF">
              <a:alpha val="7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背景_星点_36"/>
          <p:cNvSpPr/>
          <p:nvPr/>
        </p:nvSpPr>
        <p:spPr>
          <a:xfrm>
            <a:off x="6464417" y="1155390"/>
            <a:ext cx="18288" cy="18288"/>
          </a:xfrm>
          <a:prstGeom prst="ellipse">
            <a:avLst/>
          </a:prstGeom>
          <a:solidFill>
            <a:srgbClr val="E8FDFF">
              <a:alpha val="58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背景_星点_37"/>
          <p:cNvSpPr/>
          <p:nvPr/>
        </p:nvSpPr>
        <p:spPr>
          <a:xfrm>
            <a:off x="1375467" y="3948368"/>
            <a:ext cx="18288" cy="18288"/>
          </a:xfrm>
          <a:prstGeom prst="ellipse">
            <a:avLst/>
          </a:prstGeom>
          <a:solidFill>
            <a:srgbClr val="E8FDFF">
              <a:alpha val="59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背景_星点_38"/>
          <p:cNvSpPr/>
          <p:nvPr/>
        </p:nvSpPr>
        <p:spPr>
          <a:xfrm>
            <a:off x="4465088" y="1198411"/>
            <a:ext cx="27432" cy="27432"/>
          </a:xfrm>
          <a:prstGeom prst="ellipse">
            <a:avLst/>
          </a:prstGeom>
          <a:solidFill>
            <a:srgbClr val="E8FDFF">
              <a:alpha val="43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背景_星点_39"/>
          <p:cNvSpPr/>
          <p:nvPr/>
        </p:nvSpPr>
        <p:spPr>
          <a:xfrm>
            <a:off x="4815315" y="873074"/>
            <a:ext cx="36576" cy="36576"/>
          </a:xfrm>
          <a:prstGeom prst="ellipse">
            <a:avLst/>
          </a:prstGeom>
          <a:solidFill>
            <a:srgbClr val="E8FDFF">
              <a:alpha val="69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背景_星点_40"/>
          <p:cNvSpPr/>
          <p:nvPr/>
        </p:nvSpPr>
        <p:spPr>
          <a:xfrm>
            <a:off x="7839934" y="2198443"/>
            <a:ext cx="13716" cy="13716"/>
          </a:xfrm>
          <a:prstGeom prst="ellipse">
            <a:avLst/>
          </a:prstGeom>
          <a:solidFill>
            <a:srgbClr val="E8FDFF">
              <a:alpha val="3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背景_星点_41"/>
          <p:cNvSpPr/>
          <p:nvPr/>
        </p:nvSpPr>
        <p:spPr>
          <a:xfrm>
            <a:off x="3303646" y="1515569"/>
            <a:ext cx="36576" cy="36576"/>
          </a:xfrm>
          <a:prstGeom prst="ellipse">
            <a:avLst/>
          </a:prstGeom>
          <a:solidFill>
            <a:srgbClr val="E8FDFF">
              <a:alpha val="4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背景_星点_42"/>
          <p:cNvSpPr/>
          <p:nvPr/>
        </p:nvSpPr>
        <p:spPr>
          <a:xfrm>
            <a:off x="1202739" y="711369"/>
            <a:ext cx="13716" cy="13716"/>
          </a:xfrm>
          <a:prstGeom prst="ellipse">
            <a:avLst/>
          </a:prstGeom>
          <a:solidFill>
            <a:srgbClr val="E8FDFF">
              <a:alpha val="3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背景_星点_43"/>
          <p:cNvSpPr/>
          <p:nvPr/>
        </p:nvSpPr>
        <p:spPr>
          <a:xfrm>
            <a:off x="5384713" y="3683074"/>
            <a:ext cx="22860" cy="22860"/>
          </a:xfrm>
          <a:prstGeom prst="ellipse">
            <a:avLst/>
          </a:prstGeom>
          <a:solidFill>
            <a:srgbClr val="E8FDFF">
              <a:alpha val="5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背景_星点_44"/>
          <p:cNvSpPr/>
          <p:nvPr/>
        </p:nvSpPr>
        <p:spPr>
          <a:xfrm>
            <a:off x="1401900" y="1035245"/>
            <a:ext cx="13716" cy="13716"/>
          </a:xfrm>
          <a:prstGeom prst="ellipse">
            <a:avLst/>
          </a:prstGeom>
          <a:solidFill>
            <a:srgbClr val="E8FDFF">
              <a:alpha val="66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背景_星点_45"/>
          <p:cNvSpPr/>
          <p:nvPr/>
        </p:nvSpPr>
        <p:spPr>
          <a:xfrm>
            <a:off x="7242392" y="1368405"/>
            <a:ext cx="22860" cy="22860"/>
          </a:xfrm>
          <a:prstGeom prst="ellipse">
            <a:avLst/>
          </a:prstGeom>
          <a:solidFill>
            <a:srgbClr val="E8FDFF">
              <a:alpha val="63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背景_云雾_1"/>
          <p:cNvSpPr/>
          <p:nvPr/>
        </p:nvSpPr>
        <p:spPr>
          <a:xfrm>
            <a:off x="-914400" y="3246120"/>
            <a:ext cx="5943600" cy="1005840"/>
          </a:xfrm>
          <a:prstGeom prst="ellipse">
            <a:avLst/>
          </a:prstGeom>
          <a:solidFill>
            <a:srgbClr val="DDF9FF">
              <a:alpha val="2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背景_云雾_2"/>
          <p:cNvSpPr/>
          <p:nvPr/>
        </p:nvSpPr>
        <p:spPr>
          <a:xfrm>
            <a:off x="3108960" y="3383280"/>
            <a:ext cx="5852160" cy="914400"/>
          </a:xfrm>
          <a:prstGeom prst="ellipse">
            <a:avLst/>
          </a:prstGeom>
          <a:solidFill>
            <a:srgbClr val="DDF9FF">
              <a:alpha val="2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背景_云雾_3"/>
          <p:cNvSpPr/>
          <p:nvPr/>
        </p:nvSpPr>
        <p:spPr>
          <a:xfrm>
            <a:off x="7498079" y="3246120"/>
            <a:ext cx="5669280" cy="1005840"/>
          </a:xfrm>
          <a:prstGeom prst="ellipse">
            <a:avLst/>
          </a:prstGeom>
          <a:solidFill>
            <a:srgbClr val="DDF9FF">
              <a:alpha val="2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背景_山体层_1"/>
          <p:cNvSpPr/>
          <p:nvPr/>
        </p:nvSpPr>
        <p:spPr>
          <a:xfrm>
            <a:off x="0" y="3278587"/>
            <a:ext cx="12191695" cy="3579413"/>
          </a:xfrm>
          <a:custGeom>
            <a:avLst/>
            <a:gdLst/>
            <a:ahLst/>
            <a:cxnLst/>
            <a:rect l="l" t="t" r="r" b="b"/>
            <a:pathLst>
              <a:path w="12191695" h="3579413">
                <a:moveTo>
                  <a:pt x="0" y="3579413"/>
                </a:moveTo>
                <a:lnTo>
                  <a:pt x="0" y="424733"/>
                </a:lnTo>
                <a:lnTo>
                  <a:pt x="502920" y="30004"/>
                </a:lnTo>
                <a:lnTo>
                  <a:pt x="1005840" y="181354"/>
                </a:lnTo>
                <a:lnTo>
                  <a:pt x="1417320" y="210741"/>
                </a:lnTo>
                <a:lnTo>
                  <a:pt x="1828800" y="412610"/>
                </a:lnTo>
                <a:lnTo>
                  <a:pt x="2194560" y="383182"/>
                </a:lnTo>
                <a:lnTo>
                  <a:pt x="2651760" y="343382"/>
                </a:lnTo>
                <a:lnTo>
                  <a:pt x="3063240" y="771301"/>
                </a:lnTo>
                <a:lnTo>
                  <a:pt x="3520440" y="844634"/>
                </a:lnTo>
                <a:lnTo>
                  <a:pt x="3931920" y="676338"/>
                </a:lnTo>
                <a:lnTo>
                  <a:pt x="4389120" y="423216"/>
                </a:lnTo>
                <a:lnTo>
                  <a:pt x="4892040" y="62364"/>
                </a:lnTo>
                <a:lnTo>
                  <a:pt x="5394960" y="342126"/>
                </a:lnTo>
                <a:lnTo>
                  <a:pt x="5852160" y="221530"/>
                </a:lnTo>
                <a:lnTo>
                  <a:pt x="6309360" y="176290"/>
                </a:lnTo>
                <a:lnTo>
                  <a:pt x="6858000" y="357716"/>
                </a:lnTo>
                <a:lnTo>
                  <a:pt x="7406640" y="743055"/>
                </a:lnTo>
                <a:lnTo>
                  <a:pt x="8001000" y="838585"/>
                </a:lnTo>
                <a:lnTo>
                  <a:pt x="8549640" y="418765"/>
                </a:lnTo>
                <a:lnTo>
                  <a:pt x="9052560" y="369638"/>
                </a:lnTo>
                <a:lnTo>
                  <a:pt x="9601200" y="269916"/>
                </a:lnTo>
                <a:lnTo>
                  <a:pt x="10149840" y="257250"/>
                </a:lnTo>
                <a:lnTo>
                  <a:pt x="10744200" y="0"/>
                </a:lnTo>
                <a:lnTo>
                  <a:pt x="11338560" y="568225"/>
                </a:lnTo>
                <a:lnTo>
                  <a:pt x="12188952" y="837003"/>
                </a:lnTo>
                <a:lnTo>
                  <a:pt x="12191695" y="3579413"/>
                </a:lnTo>
                <a:close/>
              </a:path>
            </a:pathLst>
          </a:custGeom>
          <a:solidFill>
            <a:srgbClr val="124D72">
              <a:alpha val="7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背景_山体层_2"/>
          <p:cNvSpPr/>
          <p:nvPr/>
        </p:nvSpPr>
        <p:spPr>
          <a:xfrm>
            <a:off x="0" y="3514638"/>
            <a:ext cx="12191695" cy="3343362"/>
          </a:xfrm>
          <a:custGeom>
            <a:avLst/>
            <a:gdLst/>
            <a:ahLst/>
            <a:cxnLst/>
            <a:rect l="l" t="t" r="r" b="b"/>
            <a:pathLst>
              <a:path w="12191695" h="3343362">
                <a:moveTo>
                  <a:pt x="0" y="3343362"/>
                </a:moveTo>
                <a:lnTo>
                  <a:pt x="0" y="89872"/>
                </a:lnTo>
                <a:lnTo>
                  <a:pt x="438912" y="0"/>
                </a:lnTo>
                <a:lnTo>
                  <a:pt x="914400" y="381022"/>
                </a:lnTo>
                <a:lnTo>
                  <a:pt x="1298448" y="393165"/>
                </a:lnTo>
                <a:lnTo>
                  <a:pt x="1737360" y="509037"/>
                </a:lnTo>
                <a:lnTo>
                  <a:pt x="2121408" y="549549"/>
                </a:lnTo>
                <a:lnTo>
                  <a:pt x="2487168" y="531820"/>
                </a:lnTo>
                <a:lnTo>
                  <a:pt x="2944368" y="900942"/>
                </a:lnTo>
                <a:lnTo>
                  <a:pt x="3429000" y="788411"/>
                </a:lnTo>
                <a:lnTo>
                  <a:pt x="3840480" y="398583"/>
                </a:lnTo>
                <a:lnTo>
                  <a:pt x="4315968" y="227901"/>
                </a:lnTo>
                <a:lnTo>
                  <a:pt x="4754880" y="80478"/>
                </a:lnTo>
                <a:lnTo>
                  <a:pt x="5212080" y="364102"/>
                </a:lnTo>
                <a:lnTo>
                  <a:pt x="5623560" y="394692"/>
                </a:lnTo>
                <a:lnTo>
                  <a:pt x="6053328" y="226250"/>
                </a:lnTo>
                <a:lnTo>
                  <a:pt x="6446520" y="495236"/>
                </a:lnTo>
                <a:lnTo>
                  <a:pt x="6949440" y="735339"/>
                </a:lnTo>
                <a:lnTo>
                  <a:pt x="7452360" y="925475"/>
                </a:lnTo>
                <a:lnTo>
                  <a:pt x="7955279" y="629255"/>
                </a:lnTo>
                <a:lnTo>
                  <a:pt x="8458200" y="222317"/>
                </a:lnTo>
                <a:lnTo>
                  <a:pt x="8915400" y="358180"/>
                </a:lnTo>
                <a:lnTo>
                  <a:pt x="9436608" y="236701"/>
                </a:lnTo>
                <a:lnTo>
                  <a:pt x="9921240" y="290787"/>
                </a:lnTo>
                <a:lnTo>
                  <a:pt x="10424160" y="149577"/>
                </a:lnTo>
                <a:lnTo>
                  <a:pt x="10972800" y="646414"/>
                </a:lnTo>
                <a:lnTo>
                  <a:pt x="11475720" y="892971"/>
                </a:lnTo>
                <a:lnTo>
                  <a:pt x="12188952" y="688790"/>
                </a:lnTo>
                <a:lnTo>
                  <a:pt x="12191695" y="3343362"/>
                </a:lnTo>
                <a:close/>
              </a:path>
            </a:pathLst>
          </a:custGeom>
          <a:solidFill>
            <a:srgbClr val="0F4165">
              <a:alpha val="8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背景_山体层_3"/>
          <p:cNvSpPr/>
          <p:nvPr/>
        </p:nvSpPr>
        <p:spPr>
          <a:xfrm>
            <a:off x="0" y="3810785"/>
            <a:ext cx="12191695" cy="3047215"/>
          </a:xfrm>
          <a:custGeom>
            <a:avLst/>
            <a:gdLst/>
            <a:ahLst/>
            <a:cxnLst/>
            <a:rect l="l" t="t" r="r" b="b"/>
            <a:pathLst>
              <a:path w="12191695" h="3047215">
                <a:moveTo>
                  <a:pt x="0" y="3047215"/>
                </a:moveTo>
                <a:lnTo>
                  <a:pt x="0" y="0"/>
                </a:lnTo>
                <a:lnTo>
                  <a:pt x="384048" y="183268"/>
                </a:lnTo>
                <a:lnTo>
                  <a:pt x="804672" y="615808"/>
                </a:lnTo>
                <a:lnTo>
                  <a:pt x="1188720" y="569560"/>
                </a:lnTo>
                <a:lnTo>
                  <a:pt x="1572768" y="550615"/>
                </a:lnTo>
                <a:lnTo>
                  <a:pt x="1965960" y="697285"/>
                </a:lnTo>
                <a:lnTo>
                  <a:pt x="2377440" y="690214"/>
                </a:lnTo>
                <a:lnTo>
                  <a:pt x="2788920" y="841443"/>
                </a:lnTo>
                <a:lnTo>
                  <a:pt x="3154680" y="781352"/>
                </a:lnTo>
                <a:lnTo>
                  <a:pt x="3611880" y="210878"/>
                </a:lnTo>
                <a:lnTo>
                  <a:pt x="4041648" y="121860"/>
                </a:lnTo>
                <a:lnTo>
                  <a:pt x="4443984" y="207229"/>
                </a:lnTo>
                <a:lnTo>
                  <a:pt x="4846320" y="285864"/>
                </a:lnTo>
                <a:lnTo>
                  <a:pt x="5303520" y="545930"/>
                </a:lnTo>
                <a:lnTo>
                  <a:pt x="5724144" y="414374"/>
                </a:lnTo>
                <a:lnTo>
                  <a:pt x="6144768" y="498172"/>
                </a:lnTo>
                <a:lnTo>
                  <a:pt x="6565392" y="890948"/>
                </a:lnTo>
                <a:lnTo>
                  <a:pt x="6967728" y="864269"/>
                </a:lnTo>
                <a:lnTo>
                  <a:pt x="7388352" y="739645"/>
                </a:lnTo>
                <a:lnTo>
                  <a:pt x="7790688" y="472346"/>
                </a:lnTo>
                <a:lnTo>
                  <a:pt x="8211312" y="97453"/>
                </a:lnTo>
                <a:lnTo>
                  <a:pt x="8641080" y="290337"/>
                </a:lnTo>
                <a:lnTo>
                  <a:pt x="9070848" y="377208"/>
                </a:lnTo>
                <a:lnTo>
                  <a:pt x="9491472" y="240901"/>
                </a:lnTo>
                <a:lnTo>
                  <a:pt x="9930384" y="374971"/>
                </a:lnTo>
                <a:lnTo>
                  <a:pt x="10387584" y="445894"/>
                </a:lnTo>
                <a:lnTo>
                  <a:pt x="10808208" y="811393"/>
                </a:lnTo>
                <a:lnTo>
                  <a:pt x="11292840" y="898375"/>
                </a:lnTo>
                <a:lnTo>
                  <a:pt x="12188952" y="459186"/>
                </a:lnTo>
                <a:lnTo>
                  <a:pt x="12191695" y="3047215"/>
                </a:lnTo>
                <a:close/>
              </a:path>
            </a:pathLst>
          </a:custGeom>
          <a:solidFill>
            <a:srgbClr val="0A3456">
              <a:alpha val="9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背景_数据光柱_1"/>
          <p:cNvCxnSpPr/>
          <p:nvPr/>
        </p:nvCxnSpPr>
        <p:spPr>
          <a:xfrm>
            <a:off x="502920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背景_光柱节点_1"/>
          <p:cNvSpPr/>
          <p:nvPr/>
        </p:nvSpPr>
        <p:spPr>
          <a:xfrm>
            <a:off x="480060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背景_数据光柱_2"/>
          <p:cNvCxnSpPr/>
          <p:nvPr/>
        </p:nvCxnSpPr>
        <p:spPr>
          <a:xfrm>
            <a:off x="749808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背景_光柱节点_2"/>
          <p:cNvSpPr/>
          <p:nvPr/>
        </p:nvSpPr>
        <p:spPr>
          <a:xfrm>
            <a:off x="726947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背景_数据光柱_3"/>
          <p:cNvCxnSpPr/>
          <p:nvPr/>
        </p:nvCxnSpPr>
        <p:spPr>
          <a:xfrm>
            <a:off x="969264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背景_光柱节点_3"/>
          <p:cNvSpPr/>
          <p:nvPr/>
        </p:nvSpPr>
        <p:spPr>
          <a:xfrm>
            <a:off x="946404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背景_数据光柱_4"/>
          <p:cNvCxnSpPr/>
          <p:nvPr/>
        </p:nvCxnSpPr>
        <p:spPr>
          <a:xfrm>
            <a:off x="10954512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背景_光柱节点_4"/>
          <p:cNvSpPr/>
          <p:nvPr/>
        </p:nvSpPr>
        <p:spPr>
          <a:xfrm>
            <a:off x="10931652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背景_数据光柱_5"/>
          <p:cNvCxnSpPr/>
          <p:nvPr/>
        </p:nvCxnSpPr>
        <p:spPr>
          <a:xfrm>
            <a:off x="11201400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背景_光柱节点_5"/>
          <p:cNvSpPr/>
          <p:nvPr/>
        </p:nvSpPr>
        <p:spPr>
          <a:xfrm>
            <a:off x="11178540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背景_数据光柱_6"/>
          <p:cNvCxnSpPr/>
          <p:nvPr/>
        </p:nvCxnSpPr>
        <p:spPr>
          <a:xfrm>
            <a:off x="11475720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背景_光柱节点_6"/>
          <p:cNvSpPr/>
          <p:nvPr/>
        </p:nvSpPr>
        <p:spPr>
          <a:xfrm>
            <a:off x="11452860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背景_地面暗层"/>
          <p:cNvSpPr/>
          <p:nvPr/>
        </p:nvSpPr>
        <p:spPr>
          <a:xfrm>
            <a:off x="0" y="4617720"/>
            <a:ext cx="12191695" cy="2240280"/>
          </a:xfrm>
          <a:prstGeom prst="rect">
            <a:avLst/>
          </a:prstGeom>
          <a:solidFill>
            <a:srgbClr val="062742">
              <a:alpha val="9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背景_光路底_0"/>
          <p:cNvCxnSpPr/>
          <p:nvPr/>
        </p:nvCxnSpPr>
        <p:spPr>
          <a:xfrm>
            <a:off x="155447" y="5500116"/>
            <a:ext cx="495301" cy="2269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背景_光路亮线_0"/>
          <p:cNvCxnSpPr/>
          <p:nvPr/>
        </p:nvCxnSpPr>
        <p:spPr>
          <a:xfrm>
            <a:off x="155447" y="5500116"/>
            <a:ext cx="495301" cy="2269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背景_光路底_0"/>
          <p:cNvCxnSpPr/>
          <p:nvPr/>
        </p:nvCxnSpPr>
        <p:spPr>
          <a:xfrm>
            <a:off x="650748" y="5522814"/>
            <a:ext cx="495299" cy="15742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背景_光路亮线_0"/>
          <p:cNvCxnSpPr/>
          <p:nvPr/>
        </p:nvCxnSpPr>
        <p:spPr>
          <a:xfrm>
            <a:off x="650748" y="5522814"/>
            <a:ext cx="495299" cy="15742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背景_光路底_0"/>
          <p:cNvCxnSpPr/>
          <p:nvPr/>
        </p:nvCxnSpPr>
        <p:spPr>
          <a:xfrm>
            <a:off x="1146047" y="5538556"/>
            <a:ext cx="495301" cy="38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背景_光路亮线_0"/>
          <p:cNvCxnSpPr/>
          <p:nvPr/>
        </p:nvCxnSpPr>
        <p:spPr>
          <a:xfrm>
            <a:off x="1146047" y="5538556"/>
            <a:ext cx="495301" cy="38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背景_光路底_0"/>
          <p:cNvCxnSpPr/>
          <p:nvPr/>
        </p:nvCxnSpPr>
        <p:spPr>
          <a:xfrm flipV="1">
            <a:off x="1641348" y="5518748"/>
            <a:ext cx="495299" cy="2019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背景_光路亮线_0"/>
          <p:cNvCxnSpPr/>
          <p:nvPr/>
        </p:nvCxnSpPr>
        <p:spPr>
          <a:xfrm flipV="1">
            <a:off x="1641348" y="5518748"/>
            <a:ext cx="495299" cy="2019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背景_光路底_0"/>
          <p:cNvCxnSpPr/>
          <p:nvPr/>
        </p:nvCxnSpPr>
        <p:spPr>
          <a:xfrm flipV="1">
            <a:off x="2136647" y="5476807"/>
            <a:ext cx="495301" cy="4194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背景_光路亮线_0"/>
          <p:cNvCxnSpPr/>
          <p:nvPr/>
        </p:nvCxnSpPr>
        <p:spPr>
          <a:xfrm flipV="1">
            <a:off x="2136647" y="5476807"/>
            <a:ext cx="495301" cy="4194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背景_光路底_0"/>
          <p:cNvCxnSpPr/>
          <p:nvPr/>
        </p:nvCxnSpPr>
        <p:spPr>
          <a:xfrm flipV="1">
            <a:off x="2631948" y="5416224"/>
            <a:ext cx="495300" cy="6058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背景_光路亮线_0"/>
          <p:cNvCxnSpPr/>
          <p:nvPr/>
        </p:nvCxnSpPr>
        <p:spPr>
          <a:xfrm flipV="1">
            <a:off x="2631948" y="5416224"/>
            <a:ext cx="495300" cy="6058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背景_光路底_0"/>
          <p:cNvCxnSpPr/>
          <p:nvPr/>
        </p:nvCxnSpPr>
        <p:spPr>
          <a:xfrm flipV="1">
            <a:off x="3127248" y="5343834"/>
            <a:ext cx="495300" cy="7239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背景_光路亮线_0"/>
          <p:cNvCxnSpPr/>
          <p:nvPr/>
        </p:nvCxnSpPr>
        <p:spPr>
          <a:xfrm flipV="1">
            <a:off x="3127248" y="5343834"/>
            <a:ext cx="495300" cy="7239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背景_光路底_0"/>
          <p:cNvCxnSpPr/>
          <p:nvPr/>
        </p:nvCxnSpPr>
        <p:spPr>
          <a:xfrm flipV="1">
            <a:off x="3622548" y="5269035"/>
            <a:ext cx="495299" cy="74799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背景_光路亮线_0"/>
          <p:cNvCxnSpPr/>
          <p:nvPr/>
        </p:nvCxnSpPr>
        <p:spPr>
          <a:xfrm flipV="1">
            <a:off x="3622548" y="5269035"/>
            <a:ext cx="495299" cy="74799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背景_光路底_0"/>
          <p:cNvCxnSpPr/>
          <p:nvPr/>
        </p:nvCxnSpPr>
        <p:spPr>
          <a:xfrm flipV="1">
            <a:off x="4117847" y="5202181"/>
            <a:ext cx="495301" cy="66854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背景_光路亮线_0"/>
          <p:cNvCxnSpPr/>
          <p:nvPr/>
        </p:nvCxnSpPr>
        <p:spPr>
          <a:xfrm flipV="1">
            <a:off x="4117847" y="5202181"/>
            <a:ext cx="495301" cy="66854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背景_光路底_0"/>
          <p:cNvCxnSpPr/>
          <p:nvPr/>
        </p:nvCxnSpPr>
        <p:spPr>
          <a:xfrm flipV="1">
            <a:off x="4613148" y="5152812"/>
            <a:ext cx="495300" cy="49369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背景_光路亮线_0"/>
          <p:cNvCxnSpPr/>
          <p:nvPr/>
        </p:nvCxnSpPr>
        <p:spPr>
          <a:xfrm flipV="1">
            <a:off x="4613148" y="5152812"/>
            <a:ext cx="495300" cy="49369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背景_光路底_0"/>
          <p:cNvCxnSpPr/>
          <p:nvPr/>
        </p:nvCxnSpPr>
        <p:spPr>
          <a:xfrm flipV="1">
            <a:off x="5108448" y="5128016"/>
            <a:ext cx="495300" cy="24796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背景_光路亮线_0"/>
          <p:cNvCxnSpPr/>
          <p:nvPr/>
        </p:nvCxnSpPr>
        <p:spPr>
          <a:xfrm flipV="1">
            <a:off x="5108448" y="5128016"/>
            <a:ext cx="495300" cy="24796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背景_光路底_0"/>
          <p:cNvCxnSpPr/>
          <p:nvPr/>
        </p:nvCxnSpPr>
        <p:spPr>
          <a:xfrm>
            <a:off x="5603748" y="5128016"/>
            <a:ext cx="495300" cy="320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背景_光路亮线_0"/>
          <p:cNvCxnSpPr/>
          <p:nvPr/>
        </p:nvCxnSpPr>
        <p:spPr>
          <a:xfrm>
            <a:off x="5603748" y="5128016"/>
            <a:ext cx="495300" cy="320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背景_光路底_0"/>
          <p:cNvCxnSpPr/>
          <p:nvPr/>
        </p:nvCxnSpPr>
        <p:spPr>
          <a:xfrm>
            <a:off x="6099048" y="5131221"/>
            <a:ext cx="495299" cy="3038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背景_光路亮线_0"/>
          <p:cNvCxnSpPr/>
          <p:nvPr/>
        </p:nvCxnSpPr>
        <p:spPr>
          <a:xfrm>
            <a:off x="6099048" y="5131221"/>
            <a:ext cx="495299" cy="3038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背景_光路底_0"/>
          <p:cNvCxnSpPr/>
          <p:nvPr/>
        </p:nvCxnSpPr>
        <p:spPr>
          <a:xfrm>
            <a:off x="6594347" y="5161608"/>
            <a:ext cx="495301" cy="5264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背景_光路亮线_0"/>
          <p:cNvCxnSpPr/>
          <p:nvPr/>
        </p:nvCxnSpPr>
        <p:spPr>
          <a:xfrm>
            <a:off x="6594347" y="5161608"/>
            <a:ext cx="495301" cy="5264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背景_光路底_0"/>
          <p:cNvCxnSpPr/>
          <p:nvPr/>
        </p:nvCxnSpPr>
        <p:spPr>
          <a:xfrm>
            <a:off x="7089648" y="5214248"/>
            <a:ext cx="495300" cy="6670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背景_光路亮线_0"/>
          <p:cNvCxnSpPr/>
          <p:nvPr/>
        </p:nvCxnSpPr>
        <p:spPr>
          <a:xfrm>
            <a:off x="7089648" y="5214248"/>
            <a:ext cx="495300" cy="6670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背景_光路底_0"/>
          <p:cNvCxnSpPr/>
          <p:nvPr/>
        </p:nvCxnSpPr>
        <p:spPr>
          <a:xfrm>
            <a:off x="7584948" y="5280949"/>
            <a:ext cx="495299" cy="70706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背景_光路亮线_0"/>
          <p:cNvCxnSpPr/>
          <p:nvPr/>
        </p:nvCxnSpPr>
        <p:spPr>
          <a:xfrm>
            <a:off x="7584948" y="5280949"/>
            <a:ext cx="495299" cy="70706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背景_光路底_0"/>
          <p:cNvCxnSpPr/>
          <p:nvPr/>
        </p:nvCxnSpPr>
        <p:spPr>
          <a:xfrm>
            <a:off x="8080247" y="5351655"/>
            <a:ext cx="495301" cy="6451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背景_光路亮线_0"/>
          <p:cNvCxnSpPr/>
          <p:nvPr/>
        </p:nvCxnSpPr>
        <p:spPr>
          <a:xfrm>
            <a:off x="8080247" y="5351655"/>
            <a:ext cx="495301" cy="6451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背景_光路底_0"/>
          <p:cNvCxnSpPr/>
          <p:nvPr/>
        </p:nvCxnSpPr>
        <p:spPr>
          <a:xfrm>
            <a:off x="8575548" y="5416170"/>
            <a:ext cx="495300" cy="49729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背景_光路亮线_0"/>
          <p:cNvCxnSpPr/>
          <p:nvPr/>
        </p:nvCxnSpPr>
        <p:spPr>
          <a:xfrm>
            <a:off x="8575548" y="5416170"/>
            <a:ext cx="495300" cy="49729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背景_光路底_0"/>
          <p:cNvCxnSpPr/>
          <p:nvPr/>
        </p:nvCxnSpPr>
        <p:spPr>
          <a:xfrm>
            <a:off x="9070848" y="5465899"/>
            <a:ext cx="495300" cy="2942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背景_光路亮线_0"/>
          <p:cNvCxnSpPr/>
          <p:nvPr/>
        </p:nvCxnSpPr>
        <p:spPr>
          <a:xfrm>
            <a:off x="9070848" y="5465899"/>
            <a:ext cx="495300" cy="2942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背景_光路底_0"/>
          <p:cNvCxnSpPr/>
          <p:nvPr/>
        </p:nvCxnSpPr>
        <p:spPr>
          <a:xfrm>
            <a:off x="9566148" y="5495320"/>
            <a:ext cx="495300" cy="761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背景_光路亮线_0"/>
          <p:cNvCxnSpPr/>
          <p:nvPr/>
        </p:nvCxnSpPr>
        <p:spPr>
          <a:xfrm>
            <a:off x="9566148" y="5495320"/>
            <a:ext cx="495300" cy="761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背景_光路底_0"/>
          <p:cNvCxnSpPr/>
          <p:nvPr/>
        </p:nvCxnSpPr>
        <p:spPr>
          <a:xfrm flipV="1">
            <a:off x="10061448" y="5491503"/>
            <a:ext cx="495300" cy="1142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背景_光路亮线_0"/>
          <p:cNvCxnSpPr/>
          <p:nvPr/>
        </p:nvCxnSpPr>
        <p:spPr>
          <a:xfrm flipV="1">
            <a:off x="10061448" y="5491503"/>
            <a:ext cx="495300" cy="1142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背景_光路底_0"/>
          <p:cNvCxnSpPr/>
          <p:nvPr/>
        </p:nvCxnSpPr>
        <p:spPr>
          <a:xfrm flipV="1">
            <a:off x="10556748" y="5467610"/>
            <a:ext cx="495300" cy="2389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背景_光路亮线_0"/>
          <p:cNvCxnSpPr/>
          <p:nvPr/>
        </p:nvCxnSpPr>
        <p:spPr>
          <a:xfrm flipV="1">
            <a:off x="10556748" y="5467610"/>
            <a:ext cx="495300" cy="2389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背景_光路底_0"/>
          <p:cNvCxnSpPr/>
          <p:nvPr/>
        </p:nvCxnSpPr>
        <p:spPr>
          <a:xfrm flipV="1">
            <a:off x="11052048" y="5440503"/>
            <a:ext cx="495300" cy="2710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背景_光路亮线_0"/>
          <p:cNvCxnSpPr/>
          <p:nvPr/>
        </p:nvCxnSpPr>
        <p:spPr>
          <a:xfrm flipV="1">
            <a:off x="11052048" y="5440503"/>
            <a:ext cx="495300" cy="2710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背景_光路底_0"/>
          <p:cNvCxnSpPr/>
          <p:nvPr/>
        </p:nvCxnSpPr>
        <p:spPr>
          <a:xfrm flipV="1">
            <a:off x="11547348" y="5420523"/>
            <a:ext cx="495300" cy="1998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背景_光路亮线_0"/>
          <p:cNvCxnSpPr/>
          <p:nvPr/>
        </p:nvCxnSpPr>
        <p:spPr>
          <a:xfrm flipV="1">
            <a:off x="11547348" y="5420523"/>
            <a:ext cx="495300" cy="1998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背景_光路底_1"/>
          <p:cNvCxnSpPr/>
          <p:nvPr/>
        </p:nvCxnSpPr>
        <p:spPr>
          <a:xfrm flipV="1">
            <a:off x="155447" y="5658465"/>
            <a:ext cx="495301" cy="1505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背景_光路亮线_1"/>
          <p:cNvCxnSpPr/>
          <p:nvPr/>
        </p:nvCxnSpPr>
        <p:spPr>
          <a:xfrm flipV="1">
            <a:off x="155447" y="5658465"/>
            <a:ext cx="495301" cy="1505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背景_光路底_1"/>
          <p:cNvCxnSpPr/>
          <p:nvPr/>
        </p:nvCxnSpPr>
        <p:spPr>
          <a:xfrm flipV="1">
            <a:off x="650748" y="5621848"/>
            <a:ext cx="495299" cy="3661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背景_光路亮线_1"/>
          <p:cNvCxnSpPr/>
          <p:nvPr/>
        </p:nvCxnSpPr>
        <p:spPr>
          <a:xfrm flipV="1">
            <a:off x="650748" y="5621848"/>
            <a:ext cx="495299" cy="3661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背景_光路底_1"/>
          <p:cNvCxnSpPr/>
          <p:nvPr/>
        </p:nvCxnSpPr>
        <p:spPr>
          <a:xfrm flipV="1">
            <a:off x="1146047" y="5564230"/>
            <a:ext cx="495301" cy="5761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背景_光路亮线_1"/>
          <p:cNvCxnSpPr/>
          <p:nvPr/>
        </p:nvCxnSpPr>
        <p:spPr>
          <a:xfrm flipV="1">
            <a:off x="1146047" y="5564230"/>
            <a:ext cx="495301" cy="5761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背景_光路底_1"/>
          <p:cNvCxnSpPr/>
          <p:nvPr/>
        </p:nvCxnSpPr>
        <p:spPr>
          <a:xfrm flipV="1">
            <a:off x="1641348" y="5490308"/>
            <a:ext cx="495299" cy="73922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背景_光路亮线_1"/>
          <p:cNvCxnSpPr/>
          <p:nvPr/>
        </p:nvCxnSpPr>
        <p:spPr>
          <a:xfrm flipV="1">
            <a:off x="1641348" y="5490308"/>
            <a:ext cx="495299" cy="73922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背景_光路底_1"/>
          <p:cNvCxnSpPr/>
          <p:nvPr/>
        </p:nvCxnSpPr>
        <p:spPr>
          <a:xfrm flipV="1">
            <a:off x="2136647" y="5408114"/>
            <a:ext cx="495301" cy="82194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背景_光路亮线_1"/>
          <p:cNvCxnSpPr/>
          <p:nvPr/>
        </p:nvCxnSpPr>
        <p:spPr>
          <a:xfrm flipV="1">
            <a:off x="2136647" y="5408114"/>
            <a:ext cx="495301" cy="82194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背景_光路底_1"/>
          <p:cNvCxnSpPr/>
          <p:nvPr/>
        </p:nvCxnSpPr>
        <p:spPr>
          <a:xfrm flipV="1">
            <a:off x="2631948" y="5327637"/>
            <a:ext cx="495300" cy="8047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背景_光路亮线_1"/>
          <p:cNvCxnSpPr/>
          <p:nvPr/>
        </p:nvCxnSpPr>
        <p:spPr>
          <a:xfrm flipV="1">
            <a:off x="2631948" y="5327637"/>
            <a:ext cx="495300" cy="8047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背景_光路底_1"/>
          <p:cNvCxnSpPr/>
          <p:nvPr/>
        </p:nvCxnSpPr>
        <p:spPr>
          <a:xfrm flipV="1">
            <a:off x="3127248" y="5259116"/>
            <a:ext cx="495300" cy="6852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背景_光路亮线_1"/>
          <p:cNvCxnSpPr/>
          <p:nvPr/>
        </p:nvCxnSpPr>
        <p:spPr>
          <a:xfrm flipV="1">
            <a:off x="3127248" y="5259116"/>
            <a:ext cx="495300" cy="6852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背景_光路底_1"/>
          <p:cNvCxnSpPr/>
          <p:nvPr/>
        </p:nvCxnSpPr>
        <p:spPr>
          <a:xfrm flipV="1">
            <a:off x="3622548" y="5211289"/>
            <a:ext cx="495299" cy="4782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背景_光路亮线_1"/>
          <p:cNvCxnSpPr/>
          <p:nvPr/>
        </p:nvCxnSpPr>
        <p:spPr>
          <a:xfrm flipV="1">
            <a:off x="3622548" y="5211289"/>
            <a:ext cx="495299" cy="4782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背景_光路底_1"/>
          <p:cNvCxnSpPr/>
          <p:nvPr/>
        </p:nvCxnSpPr>
        <p:spPr>
          <a:xfrm flipV="1">
            <a:off x="4117847" y="5189894"/>
            <a:ext cx="495301" cy="2139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背景_光路亮线_1"/>
          <p:cNvCxnSpPr/>
          <p:nvPr/>
        </p:nvCxnSpPr>
        <p:spPr>
          <a:xfrm flipV="1">
            <a:off x="4117847" y="5189894"/>
            <a:ext cx="495301" cy="2139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背景_光路底_1"/>
          <p:cNvCxnSpPr/>
          <p:nvPr/>
        </p:nvCxnSpPr>
        <p:spPr>
          <a:xfrm>
            <a:off x="4613148" y="5189894"/>
            <a:ext cx="495300" cy="679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背景_光路亮线_1"/>
          <p:cNvCxnSpPr/>
          <p:nvPr/>
        </p:nvCxnSpPr>
        <p:spPr>
          <a:xfrm>
            <a:off x="4613148" y="5189894"/>
            <a:ext cx="495300" cy="679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背景_光路底_1"/>
          <p:cNvCxnSpPr/>
          <p:nvPr/>
        </p:nvCxnSpPr>
        <p:spPr>
          <a:xfrm>
            <a:off x="5108448" y="5196692"/>
            <a:ext cx="495300" cy="3246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背景_光路亮线_1"/>
          <p:cNvCxnSpPr/>
          <p:nvPr/>
        </p:nvCxnSpPr>
        <p:spPr>
          <a:xfrm>
            <a:off x="5108448" y="5196692"/>
            <a:ext cx="495300" cy="3246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背景_光路底_1"/>
          <p:cNvCxnSpPr/>
          <p:nvPr/>
        </p:nvCxnSpPr>
        <p:spPr>
          <a:xfrm>
            <a:off x="5603748" y="5229160"/>
            <a:ext cx="495300" cy="5176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背景_光路亮线_1"/>
          <p:cNvCxnSpPr/>
          <p:nvPr/>
        </p:nvCxnSpPr>
        <p:spPr>
          <a:xfrm>
            <a:off x="5603748" y="5229160"/>
            <a:ext cx="495300" cy="5176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背景_光路底_1"/>
          <p:cNvCxnSpPr/>
          <p:nvPr/>
        </p:nvCxnSpPr>
        <p:spPr>
          <a:xfrm>
            <a:off x="6099048" y="5280928"/>
            <a:ext cx="495299" cy="6193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背景_光路亮线_1"/>
          <p:cNvCxnSpPr/>
          <p:nvPr/>
        </p:nvCxnSpPr>
        <p:spPr>
          <a:xfrm>
            <a:off x="6099048" y="5280928"/>
            <a:ext cx="495299" cy="6193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背景_光路底_1"/>
          <p:cNvCxnSpPr/>
          <p:nvPr/>
        </p:nvCxnSpPr>
        <p:spPr>
          <a:xfrm>
            <a:off x="6594347" y="5342866"/>
            <a:ext cx="495301" cy="6178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背景_光路亮线_1"/>
          <p:cNvCxnSpPr/>
          <p:nvPr/>
        </p:nvCxnSpPr>
        <p:spPr>
          <a:xfrm>
            <a:off x="6594347" y="5342866"/>
            <a:ext cx="495301" cy="6178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背景_光路底_1"/>
          <p:cNvCxnSpPr/>
          <p:nvPr/>
        </p:nvCxnSpPr>
        <p:spPr>
          <a:xfrm>
            <a:off x="7089648" y="5404647"/>
            <a:ext cx="495300" cy="5186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背景_光路亮线_1"/>
          <p:cNvCxnSpPr/>
          <p:nvPr/>
        </p:nvCxnSpPr>
        <p:spPr>
          <a:xfrm>
            <a:off x="7089648" y="5404647"/>
            <a:ext cx="495300" cy="5186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背景_光路底_1"/>
          <p:cNvCxnSpPr/>
          <p:nvPr/>
        </p:nvCxnSpPr>
        <p:spPr>
          <a:xfrm>
            <a:off x="7584948" y="5456515"/>
            <a:ext cx="495299" cy="3443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背景_光路亮线_1"/>
          <p:cNvCxnSpPr/>
          <p:nvPr/>
        </p:nvCxnSpPr>
        <p:spPr>
          <a:xfrm>
            <a:off x="7584948" y="5456515"/>
            <a:ext cx="495299" cy="3443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背景_光路底_1"/>
          <p:cNvCxnSpPr/>
          <p:nvPr/>
        </p:nvCxnSpPr>
        <p:spPr>
          <a:xfrm>
            <a:off x="8080247" y="5490952"/>
            <a:ext cx="495301" cy="13016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背景_光路亮线_1"/>
          <p:cNvCxnSpPr/>
          <p:nvPr/>
        </p:nvCxnSpPr>
        <p:spPr>
          <a:xfrm>
            <a:off x="8080247" y="5490952"/>
            <a:ext cx="495301" cy="13016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背景_光路底_1"/>
          <p:cNvCxnSpPr/>
          <p:nvPr/>
        </p:nvCxnSpPr>
        <p:spPr>
          <a:xfrm flipV="1">
            <a:off x="8575548" y="5495779"/>
            <a:ext cx="495300" cy="8189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背景_光路亮线_1"/>
          <p:cNvCxnSpPr/>
          <p:nvPr/>
        </p:nvCxnSpPr>
        <p:spPr>
          <a:xfrm flipV="1">
            <a:off x="8575548" y="5495779"/>
            <a:ext cx="495300" cy="8189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背景_光路底_1"/>
          <p:cNvCxnSpPr/>
          <p:nvPr/>
        </p:nvCxnSpPr>
        <p:spPr>
          <a:xfrm flipV="1">
            <a:off x="9070848" y="5470776"/>
            <a:ext cx="495300" cy="2500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背景_光路亮线_1"/>
          <p:cNvCxnSpPr/>
          <p:nvPr/>
        </p:nvCxnSpPr>
        <p:spPr>
          <a:xfrm flipV="1">
            <a:off x="9070848" y="5470776"/>
            <a:ext cx="495300" cy="2500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背景_光路底_1"/>
          <p:cNvCxnSpPr/>
          <p:nvPr/>
        </p:nvCxnSpPr>
        <p:spPr>
          <a:xfrm flipV="1">
            <a:off x="9566148" y="5436768"/>
            <a:ext cx="495300" cy="3400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背景_光路亮线_1"/>
          <p:cNvCxnSpPr/>
          <p:nvPr/>
        </p:nvCxnSpPr>
        <p:spPr>
          <a:xfrm flipV="1">
            <a:off x="9566148" y="5436768"/>
            <a:ext cx="495300" cy="3400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背景_光路底_1"/>
          <p:cNvCxnSpPr/>
          <p:nvPr/>
        </p:nvCxnSpPr>
        <p:spPr>
          <a:xfrm flipV="1">
            <a:off x="10061448" y="5403648"/>
            <a:ext cx="495300" cy="3312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背景_光路亮线_1"/>
          <p:cNvCxnSpPr/>
          <p:nvPr/>
        </p:nvCxnSpPr>
        <p:spPr>
          <a:xfrm flipV="1">
            <a:off x="10061448" y="5403648"/>
            <a:ext cx="495300" cy="3312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背景_光路底_1"/>
          <p:cNvCxnSpPr/>
          <p:nvPr/>
        </p:nvCxnSpPr>
        <p:spPr>
          <a:xfrm flipV="1">
            <a:off x="10556748" y="5381703"/>
            <a:ext cx="495300" cy="2194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背景_光路亮线_1"/>
          <p:cNvCxnSpPr/>
          <p:nvPr/>
        </p:nvCxnSpPr>
        <p:spPr>
          <a:xfrm flipV="1">
            <a:off x="10556748" y="5381703"/>
            <a:ext cx="495300" cy="2194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背景_光路底_1"/>
          <p:cNvCxnSpPr/>
          <p:nvPr/>
        </p:nvCxnSpPr>
        <p:spPr>
          <a:xfrm flipV="1">
            <a:off x="11052048" y="5379848"/>
            <a:ext cx="495300" cy="185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背景_光路亮线_1"/>
          <p:cNvCxnSpPr/>
          <p:nvPr/>
        </p:nvCxnSpPr>
        <p:spPr>
          <a:xfrm flipV="1">
            <a:off x="11052048" y="5379848"/>
            <a:ext cx="495300" cy="185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背景_光路底_1"/>
          <p:cNvCxnSpPr/>
          <p:nvPr/>
        </p:nvCxnSpPr>
        <p:spPr>
          <a:xfrm>
            <a:off x="11547348" y="5379848"/>
            <a:ext cx="495300" cy="2425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背景_光路亮线_1"/>
          <p:cNvCxnSpPr/>
          <p:nvPr/>
        </p:nvCxnSpPr>
        <p:spPr>
          <a:xfrm>
            <a:off x="11547348" y="5379848"/>
            <a:ext cx="495300" cy="2425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背景_光路底_2"/>
          <p:cNvCxnSpPr/>
          <p:nvPr/>
        </p:nvCxnSpPr>
        <p:spPr>
          <a:xfrm flipV="1">
            <a:off x="155447" y="5661198"/>
            <a:ext cx="495301" cy="7253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背景_光路亮线_2"/>
          <p:cNvCxnSpPr/>
          <p:nvPr/>
        </p:nvCxnSpPr>
        <p:spPr>
          <a:xfrm flipV="1">
            <a:off x="155447" y="5661198"/>
            <a:ext cx="495301" cy="7253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背景_光路底_2"/>
          <p:cNvCxnSpPr/>
          <p:nvPr/>
        </p:nvCxnSpPr>
        <p:spPr>
          <a:xfrm flipV="1">
            <a:off x="650748" y="5575238"/>
            <a:ext cx="495299" cy="8596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背景_光路亮线_2"/>
          <p:cNvCxnSpPr/>
          <p:nvPr/>
        </p:nvCxnSpPr>
        <p:spPr>
          <a:xfrm flipV="1">
            <a:off x="650748" y="5575238"/>
            <a:ext cx="495299" cy="8596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背景_光路底_2"/>
          <p:cNvCxnSpPr/>
          <p:nvPr/>
        </p:nvCxnSpPr>
        <p:spPr>
          <a:xfrm flipV="1">
            <a:off x="1146047" y="5484858"/>
            <a:ext cx="495301" cy="9038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背景_光路亮线_2"/>
          <p:cNvCxnSpPr/>
          <p:nvPr/>
        </p:nvCxnSpPr>
        <p:spPr>
          <a:xfrm flipV="1">
            <a:off x="1146047" y="5484858"/>
            <a:ext cx="495301" cy="9038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背景_光路底_2"/>
          <p:cNvCxnSpPr/>
          <p:nvPr/>
        </p:nvCxnSpPr>
        <p:spPr>
          <a:xfrm flipV="1">
            <a:off x="1641348" y="5400361"/>
            <a:ext cx="495299" cy="8449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背景_光路亮线_2"/>
          <p:cNvCxnSpPr/>
          <p:nvPr/>
        </p:nvCxnSpPr>
        <p:spPr>
          <a:xfrm flipV="1">
            <a:off x="1641348" y="5400361"/>
            <a:ext cx="495299" cy="8449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背景_光路底_2"/>
          <p:cNvCxnSpPr/>
          <p:nvPr/>
        </p:nvCxnSpPr>
        <p:spPr>
          <a:xfrm flipV="1">
            <a:off x="2136647" y="5331588"/>
            <a:ext cx="495301" cy="6877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背景_光路亮线_2"/>
          <p:cNvCxnSpPr/>
          <p:nvPr/>
        </p:nvCxnSpPr>
        <p:spPr>
          <a:xfrm flipV="1">
            <a:off x="2136647" y="5331588"/>
            <a:ext cx="495301" cy="6877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背景_光路底_2"/>
          <p:cNvCxnSpPr/>
          <p:nvPr/>
        </p:nvCxnSpPr>
        <p:spPr>
          <a:xfrm flipV="1">
            <a:off x="2631948" y="5286233"/>
            <a:ext cx="495300" cy="4535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背景_光路亮线_2"/>
          <p:cNvCxnSpPr/>
          <p:nvPr/>
        </p:nvCxnSpPr>
        <p:spPr>
          <a:xfrm flipV="1">
            <a:off x="2631948" y="5286233"/>
            <a:ext cx="495300" cy="4535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背景_光路底_2"/>
          <p:cNvCxnSpPr/>
          <p:nvPr/>
        </p:nvCxnSpPr>
        <p:spPr>
          <a:xfrm flipV="1">
            <a:off x="3127248" y="5268525"/>
            <a:ext cx="495300" cy="1770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背景_光路亮线_2"/>
          <p:cNvCxnSpPr/>
          <p:nvPr/>
        </p:nvCxnSpPr>
        <p:spPr>
          <a:xfrm flipV="1">
            <a:off x="3127248" y="5268525"/>
            <a:ext cx="495300" cy="1770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背景_光路底_2"/>
          <p:cNvCxnSpPr/>
          <p:nvPr/>
        </p:nvCxnSpPr>
        <p:spPr>
          <a:xfrm>
            <a:off x="3622548" y="5268525"/>
            <a:ext cx="495299" cy="998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背景_光路亮线_2"/>
          <p:cNvCxnSpPr/>
          <p:nvPr/>
        </p:nvCxnSpPr>
        <p:spPr>
          <a:xfrm>
            <a:off x="3622548" y="5268525"/>
            <a:ext cx="495299" cy="998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背景_光路底_2"/>
          <p:cNvCxnSpPr/>
          <p:nvPr/>
        </p:nvCxnSpPr>
        <p:spPr>
          <a:xfrm>
            <a:off x="4117847" y="5278506"/>
            <a:ext cx="495301" cy="3351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背景_光路亮线_2"/>
          <p:cNvCxnSpPr/>
          <p:nvPr/>
        </p:nvCxnSpPr>
        <p:spPr>
          <a:xfrm>
            <a:off x="4117847" y="5278506"/>
            <a:ext cx="495301" cy="3351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背景_光路底_2"/>
          <p:cNvCxnSpPr/>
          <p:nvPr/>
        </p:nvCxnSpPr>
        <p:spPr>
          <a:xfrm>
            <a:off x="4613148" y="5312024"/>
            <a:ext cx="495300" cy="4941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背景_光路亮线_2"/>
          <p:cNvCxnSpPr/>
          <p:nvPr/>
        </p:nvCxnSpPr>
        <p:spPr>
          <a:xfrm>
            <a:off x="4613148" y="5312024"/>
            <a:ext cx="495300" cy="4941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背景_光路底_2"/>
          <p:cNvCxnSpPr/>
          <p:nvPr/>
        </p:nvCxnSpPr>
        <p:spPr>
          <a:xfrm>
            <a:off x="5108448" y="5361441"/>
            <a:ext cx="495300" cy="55502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背景_光路亮线_2"/>
          <p:cNvCxnSpPr/>
          <p:nvPr/>
        </p:nvCxnSpPr>
        <p:spPr>
          <a:xfrm>
            <a:off x="5108448" y="5361441"/>
            <a:ext cx="495300" cy="55502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背景_光路底_2"/>
          <p:cNvCxnSpPr/>
          <p:nvPr/>
        </p:nvCxnSpPr>
        <p:spPr>
          <a:xfrm>
            <a:off x="5603748" y="5416943"/>
            <a:ext cx="495300" cy="51276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背景_光路亮线_2"/>
          <p:cNvCxnSpPr/>
          <p:nvPr/>
        </p:nvCxnSpPr>
        <p:spPr>
          <a:xfrm>
            <a:off x="5603748" y="5416943"/>
            <a:ext cx="495300" cy="51276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背景_光路底_2"/>
          <p:cNvCxnSpPr/>
          <p:nvPr/>
        </p:nvCxnSpPr>
        <p:spPr>
          <a:xfrm>
            <a:off x="6099048" y="5468219"/>
            <a:ext cx="495299" cy="38004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背景_光路亮线_2"/>
          <p:cNvCxnSpPr/>
          <p:nvPr/>
        </p:nvCxnSpPr>
        <p:spPr>
          <a:xfrm>
            <a:off x="6099048" y="5468219"/>
            <a:ext cx="495299" cy="38004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背景_光路底_2"/>
          <p:cNvCxnSpPr/>
          <p:nvPr/>
        </p:nvCxnSpPr>
        <p:spPr>
          <a:xfrm>
            <a:off x="6594347" y="5506223"/>
            <a:ext cx="495301" cy="18499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背景_光路亮线_2"/>
          <p:cNvCxnSpPr/>
          <p:nvPr/>
        </p:nvCxnSpPr>
        <p:spPr>
          <a:xfrm>
            <a:off x="6594347" y="5506223"/>
            <a:ext cx="495301" cy="18499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背景_光路底_2"/>
          <p:cNvCxnSpPr/>
          <p:nvPr/>
        </p:nvCxnSpPr>
        <p:spPr>
          <a:xfrm flipV="1">
            <a:off x="7089648" y="5521368"/>
            <a:ext cx="495300" cy="3354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背景_光路亮线_2"/>
          <p:cNvCxnSpPr/>
          <p:nvPr/>
        </p:nvCxnSpPr>
        <p:spPr>
          <a:xfrm flipV="1">
            <a:off x="7089648" y="5521368"/>
            <a:ext cx="495300" cy="3354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背景_光路底_2"/>
          <p:cNvCxnSpPr/>
          <p:nvPr/>
        </p:nvCxnSpPr>
        <p:spPr>
          <a:xfrm flipV="1">
            <a:off x="7584948" y="5498091"/>
            <a:ext cx="495299" cy="2327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背景_光路亮线_2"/>
          <p:cNvCxnSpPr/>
          <p:nvPr/>
        </p:nvCxnSpPr>
        <p:spPr>
          <a:xfrm flipV="1">
            <a:off x="7584948" y="5498091"/>
            <a:ext cx="495299" cy="2327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背景_光路底_2"/>
          <p:cNvCxnSpPr/>
          <p:nvPr/>
        </p:nvCxnSpPr>
        <p:spPr>
          <a:xfrm flipV="1">
            <a:off x="8080247" y="5460777"/>
            <a:ext cx="495301" cy="37314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背景_光路亮线_2"/>
          <p:cNvCxnSpPr/>
          <p:nvPr/>
        </p:nvCxnSpPr>
        <p:spPr>
          <a:xfrm flipV="1">
            <a:off x="8080247" y="5460777"/>
            <a:ext cx="495301" cy="37314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背景_光路底_2"/>
          <p:cNvCxnSpPr/>
          <p:nvPr/>
        </p:nvCxnSpPr>
        <p:spPr>
          <a:xfrm flipV="1">
            <a:off x="8575548" y="5418255"/>
            <a:ext cx="495300" cy="42522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背景_光路亮线_2"/>
          <p:cNvCxnSpPr/>
          <p:nvPr/>
        </p:nvCxnSpPr>
        <p:spPr>
          <a:xfrm flipV="1">
            <a:off x="8575548" y="5418255"/>
            <a:ext cx="495300" cy="42522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背景_光路底_2"/>
          <p:cNvCxnSpPr/>
          <p:nvPr/>
        </p:nvCxnSpPr>
        <p:spPr>
          <a:xfrm flipV="1">
            <a:off x="9070848" y="5380789"/>
            <a:ext cx="495300" cy="37466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背景_光路亮线_2"/>
          <p:cNvCxnSpPr/>
          <p:nvPr/>
        </p:nvCxnSpPr>
        <p:spPr>
          <a:xfrm flipV="1">
            <a:off x="9070848" y="5380789"/>
            <a:ext cx="495300" cy="37466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背景_光路底_2"/>
          <p:cNvCxnSpPr/>
          <p:nvPr/>
        </p:nvCxnSpPr>
        <p:spPr>
          <a:xfrm flipV="1">
            <a:off x="9566148" y="5358322"/>
            <a:ext cx="495300" cy="2246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背景_光路亮线_2"/>
          <p:cNvCxnSpPr/>
          <p:nvPr/>
        </p:nvCxnSpPr>
        <p:spPr>
          <a:xfrm flipV="1">
            <a:off x="9566148" y="5358322"/>
            <a:ext cx="495300" cy="2246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背景_光路底_2"/>
          <p:cNvCxnSpPr/>
          <p:nvPr/>
        </p:nvCxnSpPr>
        <p:spPr>
          <a:xfrm>
            <a:off x="10061448" y="5358322"/>
            <a:ext cx="495300" cy="45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背景_光路亮线_2"/>
          <p:cNvCxnSpPr/>
          <p:nvPr/>
        </p:nvCxnSpPr>
        <p:spPr>
          <a:xfrm>
            <a:off x="10061448" y="5358322"/>
            <a:ext cx="495300" cy="45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背景_光路底_2"/>
          <p:cNvCxnSpPr/>
          <p:nvPr/>
        </p:nvCxnSpPr>
        <p:spPr>
          <a:xfrm>
            <a:off x="10556748" y="5358772"/>
            <a:ext cx="495300" cy="2791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背景_光路亮线_2"/>
          <p:cNvCxnSpPr/>
          <p:nvPr/>
        </p:nvCxnSpPr>
        <p:spPr>
          <a:xfrm>
            <a:off x="10556748" y="5358772"/>
            <a:ext cx="495300" cy="2791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背景_光路底_2"/>
          <p:cNvCxnSpPr/>
          <p:nvPr/>
        </p:nvCxnSpPr>
        <p:spPr>
          <a:xfrm>
            <a:off x="11052048" y="5386682"/>
            <a:ext cx="495300" cy="5575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背景_光路亮线_2"/>
          <p:cNvCxnSpPr/>
          <p:nvPr/>
        </p:nvCxnSpPr>
        <p:spPr>
          <a:xfrm>
            <a:off x="11052048" y="5386682"/>
            <a:ext cx="495300" cy="5575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背景_光路底_2"/>
          <p:cNvCxnSpPr/>
          <p:nvPr/>
        </p:nvCxnSpPr>
        <p:spPr>
          <a:xfrm>
            <a:off x="11547348" y="5442435"/>
            <a:ext cx="495300" cy="79762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背景_光路亮线_2"/>
          <p:cNvCxnSpPr/>
          <p:nvPr/>
        </p:nvCxnSpPr>
        <p:spPr>
          <a:xfrm>
            <a:off x="11547348" y="5442435"/>
            <a:ext cx="495300" cy="79762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4" name="背景_地平线光环"/>
          <p:cNvSpPr/>
          <p:nvPr/>
        </p:nvSpPr>
        <p:spPr>
          <a:xfrm>
            <a:off x="3721608" y="4140403"/>
            <a:ext cx="4754880" cy="1046073"/>
          </a:xfrm>
          <a:prstGeom prst="ellipse">
            <a:avLst/>
          </a:prstGeom>
          <a:noFill/>
          <a:ln w="11176">
            <a:solidFill>
              <a:srgbClr val="69E9FF">
                <a:alpha val="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背景_地平线光环"/>
          <p:cNvSpPr/>
          <p:nvPr/>
        </p:nvSpPr>
        <p:spPr>
          <a:xfrm>
            <a:off x="4315968" y="4271162"/>
            <a:ext cx="3566160" cy="784555"/>
          </a:xfrm>
          <a:prstGeom prst="ellipse">
            <a:avLst/>
          </a:prstGeom>
          <a:noFill/>
          <a:ln w="11176">
            <a:solidFill>
              <a:srgbClr val="69E9FF">
                <a:alpha val="1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背景_地平线光环"/>
          <p:cNvSpPr/>
          <p:nvPr/>
        </p:nvSpPr>
        <p:spPr>
          <a:xfrm>
            <a:off x="4910328" y="4401921"/>
            <a:ext cx="2377440" cy="523036"/>
          </a:xfrm>
          <a:prstGeom prst="ellipse">
            <a:avLst/>
          </a:prstGeom>
          <a:noFill/>
          <a:ln w="11176">
            <a:solidFill>
              <a:srgbClr val="69E9FF">
                <a:alpha val="14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母版黄标_S10_可编辑"/>
          <p:cNvSpPr/>
          <p:nvPr/>
        </p:nvSpPr>
        <p:spPr>
          <a:xfrm>
            <a:off x="438912" y="438912"/>
            <a:ext cx="932688" cy="292608"/>
          </a:xfrm>
          <a:prstGeom prst="roundRect">
            <a:avLst/>
          </a:prstGeom>
          <a:solidFill>
            <a:srgbClr val="FFC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19" b="1">
                <a:solidFill>
                  <a:srgbClr val="082944"/>
                </a:solidFill>
                <a:latin typeface="Arial"/>
              </a:rPr>
              <a:t>09 智用</a:t>
            </a:r>
          </a:p>
        </p:txBody>
      </p:sp>
      <p:sp>
        <p:nvSpPr>
          <p:cNvPr id="217" name="S10_步骤1_屋顶"/>
          <p:cNvSpPr/>
          <p:nvPr/>
        </p:nvSpPr>
        <p:spPr>
          <a:xfrm>
            <a:off x="1232976" y="2013143"/>
            <a:ext cx="368686" cy="172821"/>
          </a:xfrm>
          <a:prstGeom prst="triangle">
            <a:avLst/>
          </a:prstGeom>
          <a:solidFill>
            <a:srgbClr val="F0FCFF"/>
          </a:solidFill>
          <a:ln w="16764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S10_步骤1_房体"/>
          <p:cNvSpPr/>
          <p:nvPr/>
        </p:nvSpPr>
        <p:spPr>
          <a:xfrm>
            <a:off x="1271381" y="2182124"/>
            <a:ext cx="291876" cy="207385"/>
          </a:xfrm>
          <a:prstGeom prst="rect">
            <a:avLst/>
          </a:prstGeom>
          <a:solidFill>
            <a:srgbClr val="146C99">
              <a:alpha val="100000"/>
            </a:srgbClr>
          </a:solidFill>
          <a:ln w="15367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S10_步骤1_门"/>
          <p:cNvSpPr/>
          <p:nvPr/>
        </p:nvSpPr>
        <p:spPr>
          <a:xfrm>
            <a:off x="1436522" y="2251252"/>
            <a:ext cx="61447" cy="130576"/>
          </a:xfrm>
          <a:prstGeom prst="rect">
            <a:avLst/>
          </a:prstGeom>
          <a:solidFill>
            <a:srgbClr val="062B49">
              <a:alpha val="100000"/>
            </a:srgbClr>
          </a:solidFill>
          <a:ln w="9779">
            <a:solidFill>
              <a:srgbClr val="B0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0" name="S10_步骤箭头"/>
          <p:cNvCxnSpPr/>
          <p:nvPr/>
        </p:nvCxnSpPr>
        <p:spPr>
          <a:xfrm>
            <a:off x="1920240" y="2194560"/>
            <a:ext cx="155448" cy="0"/>
          </a:xfrm>
          <a:prstGeom prst="line">
            <a:avLst/>
          </a:prstGeom>
          <a:ln w="20955">
            <a:solidFill>
              <a:srgbClr val="63E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S10_步骤箭头"/>
          <p:cNvCxnSpPr/>
          <p:nvPr/>
        </p:nvCxnSpPr>
        <p:spPr>
          <a:xfrm>
            <a:off x="2029968" y="2194560"/>
            <a:ext cx="155448" cy="0"/>
          </a:xfrm>
          <a:prstGeom prst="line">
            <a:avLst/>
          </a:prstGeom>
          <a:ln w="20955">
            <a:solidFill>
              <a:srgbClr val="63E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2" name="S10_步骤2_文件"/>
          <p:cNvSpPr/>
          <p:nvPr/>
        </p:nvSpPr>
        <p:spPr>
          <a:xfrm>
            <a:off x="3572743" y="2051547"/>
            <a:ext cx="211226" cy="276514"/>
          </a:xfrm>
          <a:prstGeom prst="roundRect">
            <a:avLst/>
          </a:prstGeom>
          <a:solidFill>
            <a:srgbClr val="0A4569">
              <a:alpha val="100000"/>
            </a:srgbClr>
          </a:solidFill>
          <a:ln w="13970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3" name="S10_步骤2_文本1"/>
          <p:cNvCxnSpPr/>
          <p:nvPr/>
        </p:nvCxnSpPr>
        <p:spPr>
          <a:xfrm>
            <a:off x="3611148" y="2128357"/>
            <a:ext cx="130576" cy="0"/>
          </a:xfrm>
          <a:prstGeom prst="line">
            <a:avLst/>
          </a:prstGeom>
          <a:ln w="10160">
            <a:solidFill>
              <a:srgbClr val="DDF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S10_步骤2_文本2"/>
          <p:cNvCxnSpPr/>
          <p:nvPr/>
        </p:nvCxnSpPr>
        <p:spPr>
          <a:xfrm>
            <a:off x="3611148" y="2193645"/>
            <a:ext cx="130576" cy="0"/>
          </a:xfrm>
          <a:prstGeom prst="line">
            <a:avLst/>
          </a:prstGeom>
          <a:ln w="10160">
            <a:solidFill>
              <a:srgbClr val="DDF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S10_步骤2_文本3"/>
          <p:cNvCxnSpPr/>
          <p:nvPr/>
        </p:nvCxnSpPr>
        <p:spPr>
          <a:xfrm>
            <a:off x="3611148" y="2258933"/>
            <a:ext cx="130576" cy="0"/>
          </a:xfrm>
          <a:prstGeom prst="line">
            <a:avLst/>
          </a:prstGeom>
          <a:ln w="10160">
            <a:solidFill>
              <a:srgbClr val="DDF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6" name="S10_步骤2_放大镜圈"/>
          <p:cNvSpPr/>
          <p:nvPr/>
        </p:nvSpPr>
        <p:spPr>
          <a:xfrm>
            <a:off x="3741724" y="2235890"/>
            <a:ext cx="96012" cy="96012"/>
          </a:xfrm>
          <a:prstGeom prst="ellipse">
            <a:avLst/>
          </a:prstGeom>
          <a:solidFill>
            <a:srgbClr val="062B49">
              <a:alpha val="100000"/>
            </a:srgbClr>
          </a:solidFill>
          <a:ln w="19558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7" name="S10_步骤2_放大镜柄"/>
          <p:cNvCxnSpPr/>
          <p:nvPr/>
        </p:nvCxnSpPr>
        <p:spPr>
          <a:xfrm>
            <a:off x="3810853" y="2305019"/>
            <a:ext cx="46086" cy="46086"/>
          </a:xfrm>
          <a:prstGeom prst="line">
            <a:avLst/>
          </a:prstGeom>
          <a:ln w="27940">
            <a:solidFill>
              <a:srgbClr val="63E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S10_步骤箭头"/>
          <p:cNvCxnSpPr/>
          <p:nvPr/>
        </p:nvCxnSpPr>
        <p:spPr>
          <a:xfrm>
            <a:off x="4206240" y="2194560"/>
            <a:ext cx="155448" cy="0"/>
          </a:xfrm>
          <a:prstGeom prst="line">
            <a:avLst/>
          </a:prstGeom>
          <a:ln w="20955">
            <a:solidFill>
              <a:srgbClr val="63E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S10_步骤箭头"/>
          <p:cNvCxnSpPr/>
          <p:nvPr/>
        </p:nvCxnSpPr>
        <p:spPr>
          <a:xfrm>
            <a:off x="4315968" y="2194560"/>
            <a:ext cx="155448" cy="0"/>
          </a:xfrm>
          <a:prstGeom prst="line">
            <a:avLst/>
          </a:prstGeom>
          <a:ln w="20955">
            <a:solidFill>
              <a:srgbClr val="63E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S10_步骤3_扳手柄"/>
          <p:cNvCxnSpPr/>
          <p:nvPr/>
        </p:nvCxnSpPr>
        <p:spPr>
          <a:xfrm flipV="1">
            <a:off x="5946343" y="2120676"/>
            <a:ext cx="203545" cy="199705"/>
          </a:xfrm>
          <a:prstGeom prst="line">
            <a:avLst/>
          </a:prstGeom>
          <a:ln w="50800">
            <a:solidFill>
              <a:srgbClr val="63E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1" name="S10_步骤3_扳手头"/>
          <p:cNvSpPr/>
          <p:nvPr/>
        </p:nvSpPr>
        <p:spPr>
          <a:xfrm>
            <a:off x="6099962" y="2066909"/>
            <a:ext cx="119054" cy="119054"/>
          </a:xfrm>
          <a:prstGeom prst="ellipse">
            <a:avLst/>
          </a:prstGeom>
          <a:solidFill>
            <a:srgbClr val="062B49">
              <a:alpha val="100000"/>
            </a:srgbClr>
          </a:solidFill>
          <a:ln w="38100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S10_步骤3_扳手尾"/>
          <p:cNvSpPr/>
          <p:nvPr/>
        </p:nvSpPr>
        <p:spPr>
          <a:xfrm>
            <a:off x="5915619" y="2281976"/>
            <a:ext cx="72969" cy="72969"/>
          </a:xfrm>
          <a:prstGeom prst="ellipse">
            <a:avLst/>
          </a:prstGeom>
          <a:solidFill>
            <a:srgbClr val="062B49">
              <a:alpha val="100000"/>
            </a:srgbClr>
          </a:solidFill>
          <a:ln w="27940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S10_步骤3_齿轮"/>
          <p:cNvSpPr/>
          <p:nvPr/>
        </p:nvSpPr>
        <p:spPr>
          <a:xfrm>
            <a:off x="6099962" y="2220528"/>
            <a:ext cx="130576" cy="130576"/>
          </a:xfrm>
          <a:prstGeom prst="gear6">
            <a:avLst/>
          </a:prstGeom>
          <a:solidFill>
            <a:srgbClr val="63EC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4" name="S10_步骤箭头"/>
          <p:cNvCxnSpPr/>
          <p:nvPr/>
        </p:nvCxnSpPr>
        <p:spPr>
          <a:xfrm>
            <a:off x="6583680" y="2194560"/>
            <a:ext cx="155448" cy="0"/>
          </a:xfrm>
          <a:prstGeom prst="line">
            <a:avLst/>
          </a:prstGeom>
          <a:ln w="20955">
            <a:solidFill>
              <a:srgbClr val="63E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S10_步骤箭头"/>
          <p:cNvCxnSpPr/>
          <p:nvPr/>
        </p:nvCxnSpPr>
        <p:spPr>
          <a:xfrm>
            <a:off x="6693408" y="2194560"/>
            <a:ext cx="155448" cy="0"/>
          </a:xfrm>
          <a:prstGeom prst="line">
            <a:avLst/>
          </a:prstGeom>
          <a:ln w="20955">
            <a:solidFill>
              <a:srgbClr val="63E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6" name="S10_步骤4_纸张"/>
          <p:cNvSpPr/>
          <p:nvPr/>
        </p:nvSpPr>
        <p:spPr>
          <a:xfrm>
            <a:off x="8388705" y="2059228"/>
            <a:ext cx="230428" cy="307238"/>
          </a:xfrm>
          <a:prstGeom prst="roundRect">
            <a:avLst/>
          </a:prstGeom>
          <a:solidFill>
            <a:srgbClr val="125E86">
              <a:alpha val="100000"/>
            </a:srgbClr>
          </a:solidFill>
          <a:ln w="13970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7" name="S10_步骤4_文本1"/>
          <p:cNvCxnSpPr/>
          <p:nvPr/>
        </p:nvCxnSpPr>
        <p:spPr>
          <a:xfrm>
            <a:off x="8434791" y="2143719"/>
            <a:ext cx="138257" cy="0"/>
          </a:xfrm>
          <a:prstGeom prst="line">
            <a:avLst/>
          </a:prstGeom>
          <a:ln w="10160">
            <a:solidFill>
              <a:srgbClr val="DDF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S10_步骤4_文本2"/>
          <p:cNvCxnSpPr/>
          <p:nvPr/>
        </p:nvCxnSpPr>
        <p:spPr>
          <a:xfrm>
            <a:off x="8434791" y="2212848"/>
            <a:ext cx="138257" cy="0"/>
          </a:xfrm>
          <a:prstGeom prst="line">
            <a:avLst/>
          </a:prstGeom>
          <a:ln w="10160">
            <a:solidFill>
              <a:srgbClr val="DDF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S10_步骤4_文本3"/>
          <p:cNvCxnSpPr/>
          <p:nvPr/>
        </p:nvCxnSpPr>
        <p:spPr>
          <a:xfrm>
            <a:off x="8434791" y="2281976"/>
            <a:ext cx="138257" cy="0"/>
          </a:xfrm>
          <a:prstGeom prst="line">
            <a:avLst/>
          </a:prstGeom>
          <a:ln w="10160">
            <a:solidFill>
              <a:srgbClr val="DDF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S10_调度地图_连接"/>
          <p:cNvCxnSpPr/>
          <p:nvPr/>
        </p:nvCxnSpPr>
        <p:spPr>
          <a:xfrm flipV="1">
            <a:off x="1181879" y="4250720"/>
            <a:ext cx="144837" cy="110527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S10_调度地图_连接"/>
          <p:cNvCxnSpPr/>
          <p:nvPr/>
        </p:nvCxnSpPr>
        <p:spPr>
          <a:xfrm flipH="1">
            <a:off x="960821" y="4361247"/>
            <a:ext cx="221058" cy="1043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S10_调度地图_连接"/>
          <p:cNvCxnSpPr/>
          <p:nvPr/>
        </p:nvCxnSpPr>
        <p:spPr>
          <a:xfrm flipV="1">
            <a:off x="3291101" y="4441103"/>
            <a:ext cx="98648" cy="176776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S10_调度地图_连接"/>
          <p:cNvCxnSpPr/>
          <p:nvPr/>
        </p:nvCxnSpPr>
        <p:spPr>
          <a:xfrm flipH="1" flipV="1">
            <a:off x="3160101" y="4339318"/>
            <a:ext cx="131000" cy="278561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S10_调度地图_连接"/>
          <p:cNvCxnSpPr/>
          <p:nvPr/>
        </p:nvCxnSpPr>
        <p:spPr>
          <a:xfrm>
            <a:off x="3160101" y="4339318"/>
            <a:ext cx="229648" cy="101785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S10_调度地图_连接"/>
          <p:cNvCxnSpPr/>
          <p:nvPr/>
        </p:nvCxnSpPr>
        <p:spPr>
          <a:xfrm>
            <a:off x="3160101" y="4339318"/>
            <a:ext cx="131000" cy="278561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S10_调度地图_连接"/>
          <p:cNvCxnSpPr/>
          <p:nvPr/>
        </p:nvCxnSpPr>
        <p:spPr>
          <a:xfrm flipH="1">
            <a:off x="3291101" y="4441103"/>
            <a:ext cx="98648" cy="176776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S10_调度地图_连接"/>
          <p:cNvCxnSpPr/>
          <p:nvPr/>
        </p:nvCxnSpPr>
        <p:spPr>
          <a:xfrm flipH="1" flipV="1">
            <a:off x="3160101" y="4339318"/>
            <a:ext cx="229648" cy="101785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S10_调度地图_连接"/>
          <p:cNvCxnSpPr/>
          <p:nvPr/>
        </p:nvCxnSpPr>
        <p:spPr>
          <a:xfrm flipV="1">
            <a:off x="960821" y="4361247"/>
            <a:ext cx="221058" cy="1043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S10_调度地图_连接"/>
          <p:cNvCxnSpPr/>
          <p:nvPr/>
        </p:nvCxnSpPr>
        <p:spPr>
          <a:xfrm flipH="1" flipV="1">
            <a:off x="709419" y="4300403"/>
            <a:ext cx="251402" cy="61887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S10_调度地图_连接"/>
          <p:cNvCxnSpPr/>
          <p:nvPr/>
        </p:nvCxnSpPr>
        <p:spPr>
          <a:xfrm flipV="1">
            <a:off x="851950" y="4362290"/>
            <a:ext cx="108871" cy="488526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S10_调度地图_连接"/>
          <p:cNvCxnSpPr/>
          <p:nvPr/>
        </p:nvCxnSpPr>
        <p:spPr>
          <a:xfrm>
            <a:off x="851950" y="4850816"/>
            <a:ext cx="549804" cy="23697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S10_调度地图_连接"/>
          <p:cNvCxnSpPr/>
          <p:nvPr/>
        </p:nvCxnSpPr>
        <p:spPr>
          <a:xfrm flipH="1" flipV="1">
            <a:off x="3450476" y="4059636"/>
            <a:ext cx="435465" cy="179150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S10_调度地图_连接"/>
          <p:cNvCxnSpPr/>
          <p:nvPr/>
        </p:nvCxnSpPr>
        <p:spPr>
          <a:xfrm flipH="1">
            <a:off x="3389749" y="4238786"/>
            <a:ext cx="496192" cy="202317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S10_调度地图_连接"/>
          <p:cNvCxnSpPr/>
          <p:nvPr/>
        </p:nvCxnSpPr>
        <p:spPr>
          <a:xfrm flipH="1">
            <a:off x="1401754" y="4681892"/>
            <a:ext cx="332595" cy="192621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S10_调度地图_连接"/>
          <p:cNvCxnSpPr/>
          <p:nvPr/>
        </p:nvCxnSpPr>
        <p:spPr>
          <a:xfrm flipH="1" flipV="1">
            <a:off x="1326716" y="4250720"/>
            <a:ext cx="407633" cy="431172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S10_调度地图_连接"/>
          <p:cNvCxnSpPr/>
          <p:nvPr/>
        </p:nvCxnSpPr>
        <p:spPr>
          <a:xfrm flipH="1">
            <a:off x="1326716" y="4078110"/>
            <a:ext cx="51539" cy="172610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S10_调度地图_连接"/>
          <p:cNvCxnSpPr/>
          <p:nvPr/>
        </p:nvCxnSpPr>
        <p:spPr>
          <a:xfrm flipH="1">
            <a:off x="1181879" y="4078110"/>
            <a:ext cx="196376" cy="283137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S10_调度地图_连接"/>
          <p:cNvCxnSpPr/>
          <p:nvPr/>
        </p:nvCxnSpPr>
        <p:spPr>
          <a:xfrm flipV="1">
            <a:off x="1326716" y="4078110"/>
            <a:ext cx="51539" cy="172610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S10_调度地图_连接"/>
          <p:cNvCxnSpPr/>
          <p:nvPr/>
        </p:nvCxnSpPr>
        <p:spPr>
          <a:xfrm flipH="1">
            <a:off x="1181879" y="4250720"/>
            <a:ext cx="144837" cy="110527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S10_调度地图_连接"/>
          <p:cNvCxnSpPr/>
          <p:nvPr/>
        </p:nvCxnSpPr>
        <p:spPr>
          <a:xfrm flipH="1" flipV="1">
            <a:off x="2564366" y="4818239"/>
            <a:ext cx="239300" cy="63663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S10_调度地图_连接"/>
          <p:cNvCxnSpPr/>
          <p:nvPr/>
        </p:nvCxnSpPr>
        <p:spPr>
          <a:xfrm flipV="1">
            <a:off x="2803666" y="4617879"/>
            <a:ext cx="487435" cy="264023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S10_调度地图_连接"/>
          <p:cNvCxnSpPr/>
          <p:nvPr/>
        </p:nvCxnSpPr>
        <p:spPr>
          <a:xfrm flipV="1">
            <a:off x="1401754" y="4681892"/>
            <a:ext cx="332595" cy="192621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S10_调度地图_连接"/>
          <p:cNvCxnSpPr/>
          <p:nvPr/>
        </p:nvCxnSpPr>
        <p:spPr>
          <a:xfrm flipH="1" flipV="1">
            <a:off x="851950" y="4850816"/>
            <a:ext cx="549804" cy="23697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S10_调度地图_连接"/>
          <p:cNvCxnSpPr/>
          <p:nvPr/>
        </p:nvCxnSpPr>
        <p:spPr>
          <a:xfrm>
            <a:off x="2564366" y="4818239"/>
            <a:ext cx="239300" cy="63663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S10_调度地图_连接"/>
          <p:cNvCxnSpPr/>
          <p:nvPr/>
        </p:nvCxnSpPr>
        <p:spPr>
          <a:xfrm flipV="1">
            <a:off x="2564366" y="4617879"/>
            <a:ext cx="726735" cy="200360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S10_调度地图_连接"/>
          <p:cNvCxnSpPr/>
          <p:nvPr/>
        </p:nvCxnSpPr>
        <p:spPr>
          <a:xfrm flipH="1">
            <a:off x="3389749" y="4059636"/>
            <a:ext cx="60727" cy="381467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S10_调度地图_连接"/>
          <p:cNvCxnSpPr/>
          <p:nvPr/>
        </p:nvCxnSpPr>
        <p:spPr>
          <a:xfrm flipH="1">
            <a:off x="3160101" y="4059636"/>
            <a:ext cx="290375" cy="279682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S10_调度地图_连接"/>
          <p:cNvCxnSpPr/>
          <p:nvPr/>
        </p:nvCxnSpPr>
        <p:spPr>
          <a:xfrm>
            <a:off x="2878643" y="4022431"/>
            <a:ext cx="281458" cy="316887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S10_调度地图_连接"/>
          <p:cNvCxnSpPr/>
          <p:nvPr/>
        </p:nvCxnSpPr>
        <p:spPr>
          <a:xfrm>
            <a:off x="2878643" y="4022431"/>
            <a:ext cx="571833" cy="37205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S10_调度地图_连接"/>
          <p:cNvCxnSpPr/>
          <p:nvPr/>
        </p:nvCxnSpPr>
        <p:spPr>
          <a:xfrm>
            <a:off x="709419" y="4300403"/>
            <a:ext cx="251402" cy="61887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S10_调度地图_连接"/>
          <p:cNvCxnSpPr/>
          <p:nvPr/>
        </p:nvCxnSpPr>
        <p:spPr>
          <a:xfrm>
            <a:off x="709419" y="4300403"/>
            <a:ext cx="472460" cy="60844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2" name="S10_调度地图_节点0"/>
          <p:cNvSpPr/>
          <p:nvPr/>
        </p:nvSpPr>
        <p:spPr>
          <a:xfrm>
            <a:off x="1149875" y="4329243"/>
            <a:ext cx="64008" cy="64008"/>
          </a:xfrm>
          <a:prstGeom prst="ellipse">
            <a:avLst/>
          </a:prstGeom>
          <a:solidFill>
            <a:srgbClr val="63ECFF">
              <a:alpha val="9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S10_调度地图_节点1"/>
          <p:cNvSpPr/>
          <p:nvPr/>
        </p:nvSpPr>
        <p:spPr>
          <a:xfrm>
            <a:off x="3259097" y="4585875"/>
            <a:ext cx="64008" cy="64008"/>
          </a:xfrm>
          <a:prstGeom prst="ellipse">
            <a:avLst/>
          </a:prstGeom>
          <a:solidFill>
            <a:srgbClr val="63ECFF">
              <a:alpha val="9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S10_调度地图_节点2"/>
          <p:cNvSpPr/>
          <p:nvPr/>
        </p:nvSpPr>
        <p:spPr>
          <a:xfrm>
            <a:off x="3128097" y="4307314"/>
            <a:ext cx="64008" cy="64008"/>
          </a:xfrm>
          <a:prstGeom prst="ellipse">
            <a:avLst/>
          </a:prstGeom>
          <a:solidFill>
            <a:srgbClr val="63ECFF">
              <a:alpha val="9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S10_调度地图_节点3"/>
          <p:cNvSpPr/>
          <p:nvPr/>
        </p:nvSpPr>
        <p:spPr>
          <a:xfrm>
            <a:off x="3357745" y="4409099"/>
            <a:ext cx="64008" cy="64008"/>
          </a:xfrm>
          <a:prstGeom prst="ellipse">
            <a:avLst/>
          </a:prstGeom>
          <a:solidFill>
            <a:srgbClr val="FFC928">
              <a:alpha val="9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S10_调度地图_节点4"/>
          <p:cNvSpPr/>
          <p:nvPr/>
        </p:nvSpPr>
        <p:spPr>
          <a:xfrm>
            <a:off x="928817" y="4330286"/>
            <a:ext cx="64008" cy="64008"/>
          </a:xfrm>
          <a:prstGeom prst="ellipse">
            <a:avLst/>
          </a:prstGeom>
          <a:solidFill>
            <a:srgbClr val="63ECFF">
              <a:alpha val="9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S10_调度地图_节点5"/>
          <p:cNvSpPr/>
          <p:nvPr/>
        </p:nvSpPr>
        <p:spPr>
          <a:xfrm>
            <a:off x="819946" y="4818812"/>
            <a:ext cx="64008" cy="64008"/>
          </a:xfrm>
          <a:prstGeom prst="ellipse">
            <a:avLst/>
          </a:prstGeom>
          <a:solidFill>
            <a:srgbClr val="63ECFF">
              <a:alpha val="9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S10_调度地图_节点6"/>
          <p:cNvSpPr/>
          <p:nvPr/>
        </p:nvSpPr>
        <p:spPr>
          <a:xfrm>
            <a:off x="3853937" y="4206782"/>
            <a:ext cx="64008" cy="64008"/>
          </a:xfrm>
          <a:prstGeom prst="ellipse">
            <a:avLst/>
          </a:prstGeom>
          <a:solidFill>
            <a:srgbClr val="63ECFF">
              <a:alpha val="9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S10_调度地图_节点7"/>
          <p:cNvSpPr/>
          <p:nvPr/>
        </p:nvSpPr>
        <p:spPr>
          <a:xfrm>
            <a:off x="1702345" y="4649888"/>
            <a:ext cx="64008" cy="64008"/>
          </a:xfrm>
          <a:prstGeom prst="ellipse">
            <a:avLst/>
          </a:prstGeom>
          <a:solidFill>
            <a:srgbClr val="63ECFF">
              <a:alpha val="9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S10_调度地图_节点8"/>
          <p:cNvSpPr/>
          <p:nvPr/>
        </p:nvSpPr>
        <p:spPr>
          <a:xfrm>
            <a:off x="1346251" y="4046106"/>
            <a:ext cx="64008" cy="64008"/>
          </a:xfrm>
          <a:prstGeom prst="ellipse">
            <a:avLst/>
          </a:prstGeom>
          <a:solidFill>
            <a:srgbClr val="63ECFF">
              <a:alpha val="9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S10_调度地图_节点9"/>
          <p:cNvSpPr/>
          <p:nvPr/>
        </p:nvSpPr>
        <p:spPr>
          <a:xfrm>
            <a:off x="1294712" y="4218716"/>
            <a:ext cx="64008" cy="64008"/>
          </a:xfrm>
          <a:prstGeom prst="ellipse">
            <a:avLst/>
          </a:prstGeom>
          <a:solidFill>
            <a:srgbClr val="FFC928">
              <a:alpha val="9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S10_调度地图_节点10"/>
          <p:cNvSpPr/>
          <p:nvPr/>
        </p:nvSpPr>
        <p:spPr>
          <a:xfrm>
            <a:off x="2771662" y="4849898"/>
            <a:ext cx="64008" cy="64008"/>
          </a:xfrm>
          <a:prstGeom prst="ellipse">
            <a:avLst/>
          </a:prstGeom>
          <a:solidFill>
            <a:srgbClr val="63ECFF">
              <a:alpha val="9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S10_调度地图_节点11"/>
          <p:cNvSpPr/>
          <p:nvPr/>
        </p:nvSpPr>
        <p:spPr>
          <a:xfrm>
            <a:off x="1369750" y="4842509"/>
            <a:ext cx="64008" cy="64008"/>
          </a:xfrm>
          <a:prstGeom prst="ellipse">
            <a:avLst/>
          </a:prstGeom>
          <a:solidFill>
            <a:srgbClr val="63ECFF">
              <a:alpha val="9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S10_调度地图_节点12"/>
          <p:cNvSpPr/>
          <p:nvPr/>
        </p:nvSpPr>
        <p:spPr>
          <a:xfrm>
            <a:off x="2532362" y="4786235"/>
            <a:ext cx="64008" cy="64008"/>
          </a:xfrm>
          <a:prstGeom prst="ellipse">
            <a:avLst/>
          </a:prstGeom>
          <a:solidFill>
            <a:srgbClr val="63ECFF">
              <a:alpha val="9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S10_调度地图_节点13"/>
          <p:cNvSpPr/>
          <p:nvPr/>
        </p:nvSpPr>
        <p:spPr>
          <a:xfrm>
            <a:off x="3418472" y="4027632"/>
            <a:ext cx="64008" cy="64008"/>
          </a:xfrm>
          <a:prstGeom prst="ellipse">
            <a:avLst/>
          </a:prstGeom>
          <a:solidFill>
            <a:srgbClr val="FFC928">
              <a:alpha val="9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S10_调度地图_节点14"/>
          <p:cNvSpPr/>
          <p:nvPr/>
        </p:nvSpPr>
        <p:spPr>
          <a:xfrm>
            <a:off x="2846639" y="3990427"/>
            <a:ext cx="64008" cy="64008"/>
          </a:xfrm>
          <a:prstGeom prst="ellipse">
            <a:avLst/>
          </a:prstGeom>
          <a:solidFill>
            <a:srgbClr val="63ECFF">
              <a:alpha val="9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S10_调度地图_节点15"/>
          <p:cNvSpPr/>
          <p:nvPr/>
        </p:nvSpPr>
        <p:spPr>
          <a:xfrm>
            <a:off x="677415" y="4268399"/>
            <a:ext cx="64008" cy="64008"/>
          </a:xfrm>
          <a:prstGeom prst="ellipse">
            <a:avLst/>
          </a:prstGeom>
          <a:solidFill>
            <a:srgbClr val="63ECFF">
              <a:alpha val="9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S10_调度手机_外框"/>
          <p:cNvSpPr/>
          <p:nvPr/>
        </p:nvSpPr>
        <p:spPr>
          <a:xfrm>
            <a:off x="4709160" y="3273552"/>
            <a:ext cx="1234440" cy="2057400"/>
          </a:xfrm>
          <a:prstGeom prst="roundRect">
            <a:avLst/>
          </a:prstGeom>
          <a:solidFill>
            <a:srgbClr val="082B48">
              <a:alpha val="100000"/>
            </a:srgbClr>
          </a:solidFill>
          <a:ln w="13970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S10_调度手机_屏幕"/>
          <p:cNvSpPr/>
          <p:nvPr/>
        </p:nvSpPr>
        <p:spPr>
          <a:xfrm>
            <a:off x="4782312" y="3438144"/>
            <a:ext cx="1088136" cy="1709928"/>
          </a:xfrm>
          <a:prstGeom prst="rect">
            <a:avLst/>
          </a:prstGeom>
          <a:solidFill>
            <a:srgbClr val="0B3D5E">
              <a:alpha val="90000"/>
            </a:srgbClr>
          </a:solidFill>
          <a:ln w="8382">
            <a:solidFill>
              <a:srgbClr val="2B9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S10_调度手机_菜单1"/>
          <p:cNvSpPr/>
          <p:nvPr/>
        </p:nvSpPr>
        <p:spPr>
          <a:xfrm>
            <a:off x="4855464" y="3621024"/>
            <a:ext cx="941832" cy="182880"/>
          </a:xfrm>
          <a:prstGeom prst="roundRect">
            <a:avLst/>
          </a:prstGeom>
          <a:solidFill>
            <a:srgbClr val="156386">
              <a:alpha val="8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S10_调度手机_菜单2"/>
          <p:cNvSpPr/>
          <p:nvPr/>
        </p:nvSpPr>
        <p:spPr>
          <a:xfrm>
            <a:off x="4855464" y="3877056"/>
            <a:ext cx="941832" cy="182880"/>
          </a:xfrm>
          <a:prstGeom prst="roundRect">
            <a:avLst/>
          </a:prstGeom>
          <a:solidFill>
            <a:srgbClr val="156386">
              <a:alpha val="8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S10_调度手机_菜单3"/>
          <p:cNvSpPr/>
          <p:nvPr/>
        </p:nvSpPr>
        <p:spPr>
          <a:xfrm>
            <a:off x="4855464" y="4133087"/>
            <a:ext cx="941832" cy="182880"/>
          </a:xfrm>
          <a:prstGeom prst="roundRect">
            <a:avLst/>
          </a:prstGeom>
          <a:solidFill>
            <a:srgbClr val="156386">
              <a:alpha val="8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S10_调度手机_菜单4"/>
          <p:cNvSpPr/>
          <p:nvPr/>
        </p:nvSpPr>
        <p:spPr>
          <a:xfrm>
            <a:off x="4855464" y="4389120"/>
            <a:ext cx="941832" cy="182880"/>
          </a:xfrm>
          <a:prstGeom prst="roundRect">
            <a:avLst/>
          </a:prstGeom>
          <a:solidFill>
            <a:srgbClr val="156386">
              <a:alpha val="8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S10_调度手机_按钮"/>
          <p:cNvSpPr/>
          <p:nvPr/>
        </p:nvSpPr>
        <p:spPr>
          <a:xfrm>
            <a:off x="4974336" y="4983480"/>
            <a:ext cx="704088" cy="164592"/>
          </a:xfrm>
          <a:prstGeom prst="roundRect">
            <a:avLst/>
          </a:prstGeom>
          <a:solidFill>
            <a:srgbClr val="138CCC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S10_维修烤房_屋顶"/>
          <p:cNvSpPr/>
          <p:nvPr/>
        </p:nvSpPr>
        <p:spPr>
          <a:xfrm>
            <a:off x="6309725" y="4187586"/>
            <a:ext cx="456468" cy="213969"/>
          </a:xfrm>
          <a:prstGeom prst="triangle">
            <a:avLst/>
          </a:prstGeom>
          <a:solidFill>
            <a:srgbClr val="F0FCFF"/>
          </a:solidFill>
          <a:ln w="16764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S10_维修烤房_房体"/>
          <p:cNvSpPr/>
          <p:nvPr/>
        </p:nvSpPr>
        <p:spPr>
          <a:xfrm>
            <a:off x="6357274" y="4396800"/>
            <a:ext cx="361370" cy="256763"/>
          </a:xfrm>
          <a:prstGeom prst="rect">
            <a:avLst/>
          </a:prstGeom>
          <a:solidFill>
            <a:srgbClr val="146C99">
              <a:alpha val="100000"/>
            </a:srgbClr>
          </a:solidFill>
          <a:ln w="15367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S10_维修烤房_门"/>
          <p:cNvSpPr/>
          <p:nvPr/>
        </p:nvSpPr>
        <p:spPr>
          <a:xfrm>
            <a:off x="6561734" y="4482388"/>
            <a:ext cx="76078" cy="161665"/>
          </a:xfrm>
          <a:prstGeom prst="rect">
            <a:avLst/>
          </a:prstGeom>
          <a:solidFill>
            <a:srgbClr val="062B49">
              <a:alpha val="100000"/>
            </a:srgbClr>
          </a:solidFill>
          <a:ln w="9779">
            <a:solidFill>
              <a:srgbClr val="B0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8" name="S10_维修工具_扳手柄"/>
          <p:cNvCxnSpPr/>
          <p:nvPr/>
        </p:nvCxnSpPr>
        <p:spPr>
          <a:xfrm flipV="1">
            <a:off x="7122261" y="3858402"/>
            <a:ext cx="222931" cy="218724"/>
          </a:xfrm>
          <a:prstGeom prst="line">
            <a:avLst/>
          </a:prstGeom>
          <a:ln w="50800">
            <a:solidFill>
              <a:srgbClr val="63E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S10_维修工具_扳手头"/>
          <p:cNvSpPr/>
          <p:nvPr/>
        </p:nvSpPr>
        <p:spPr>
          <a:xfrm>
            <a:off x="7290511" y="3799514"/>
            <a:ext cx="130393" cy="130393"/>
          </a:xfrm>
          <a:prstGeom prst="ellipse">
            <a:avLst/>
          </a:prstGeom>
          <a:solidFill>
            <a:srgbClr val="062B49">
              <a:alpha val="100000"/>
            </a:srgbClr>
          </a:solidFill>
          <a:ln w="38100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S10_维修工具_扳手尾"/>
          <p:cNvSpPr/>
          <p:nvPr/>
        </p:nvSpPr>
        <p:spPr>
          <a:xfrm>
            <a:off x="7088611" y="4035064"/>
            <a:ext cx="79918" cy="79918"/>
          </a:xfrm>
          <a:prstGeom prst="ellipse">
            <a:avLst/>
          </a:prstGeom>
          <a:solidFill>
            <a:srgbClr val="062B49">
              <a:alpha val="100000"/>
            </a:srgbClr>
          </a:solidFill>
          <a:ln w="27940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S10_维修工具_齿轮"/>
          <p:cNvSpPr/>
          <p:nvPr/>
        </p:nvSpPr>
        <p:spPr>
          <a:xfrm>
            <a:off x="7290511" y="3967764"/>
            <a:ext cx="143012" cy="143012"/>
          </a:xfrm>
          <a:prstGeom prst="gear6">
            <a:avLst/>
          </a:prstGeom>
          <a:solidFill>
            <a:srgbClr val="63EC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S10_评价手机_外框"/>
          <p:cNvSpPr/>
          <p:nvPr/>
        </p:nvSpPr>
        <p:spPr>
          <a:xfrm>
            <a:off x="8778240" y="3273552"/>
            <a:ext cx="1234440" cy="2057400"/>
          </a:xfrm>
          <a:prstGeom prst="roundRect">
            <a:avLst/>
          </a:prstGeom>
          <a:solidFill>
            <a:srgbClr val="082B48">
              <a:alpha val="100000"/>
            </a:srgbClr>
          </a:solidFill>
          <a:ln w="13970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S10_评价手机_屏幕"/>
          <p:cNvSpPr/>
          <p:nvPr/>
        </p:nvSpPr>
        <p:spPr>
          <a:xfrm>
            <a:off x="8851392" y="3438144"/>
            <a:ext cx="1088136" cy="1709928"/>
          </a:xfrm>
          <a:prstGeom prst="rect">
            <a:avLst/>
          </a:prstGeom>
          <a:solidFill>
            <a:srgbClr val="0B3D5E">
              <a:alpha val="90000"/>
            </a:srgbClr>
          </a:solidFill>
          <a:ln w="8382">
            <a:solidFill>
              <a:srgbClr val="2B9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S10_评价手机_菜单1"/>
          <p:cNvSpPr/>
          <p:nvPr/>
        </p:nvSpPr>
        <p:spPr>
          <a:xfrm>
            <a:off x="8924544" y="3621024"/>
            <a:ext cx="941832" cy="182880"/>
          </a:xfrm>
          <a:prstGeom prst="roundRect">
            <a:avLst/>
          </a:prstGeom>
          <a:solidFill>
            <a:srgbClr val="156386">
              <a:alpha val="8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S10_评价手机_菜单2"/>
          <p:cNvSpPr/>
          <p:nvPr/>
        </p:nvSpPr>
        <p:spPr>
          <a:xfrm>
            <a:off x="8924544" y="3877056"/>
            <a:ext cx="941832" cy="182880"/>
          </a:xfrm>
          <a:prstGeom prst="roundRect">
            <a:avLst/>
          </a:prstGeom>
          <a:solidFill>
            <a:srgbClr val="156386">
              <a:alpha val="8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S10_评价手机_菜单3"/>
          <p:cNvSpPr/>
          <p:nvPr/>
        </p:nvSpPr>
        <p:spPr>
          <a:xfrm>
            <a:off x="8924544" y="4133087"/>
            <a:ext cx="941832" cy="182880"/>
          </a:xfrm>
          <a:prstGeom prst="roundRect">
            <a:avLst/>
          </a:prstGeom>
          <a:solidFill>
            <a:srgbClr val="156386">
              <a:alpha val="8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S10_评价手机_菜单4"/>
          <p:cNvSpPr/>
          <p:nvPr/>
        </p:nvSpPr>
        <p:spPr>
          <a:xfrm>
            <a:off x="8924544" y="4389120"/>
            <a:ext cx="941832" cy="182880"/>
          </a:xfrm>
          <a:prstGeom prst="roundRect">
            <a:avLst/>
          </a:prstGeom>
          <a:solidFill>
            <a:srgbClr val="156386">
              <a:alpha val="8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S10_评价手机_按钮"/>
          <p:cNvSpPr/>
          <p:nvPr/>
        </p:nvSpPr>
        <p:spPr>
          <a:xfrm>
            <a:off x="9043415" y="4983480"/>
            <a:ext cx="704088" cy="164592"/>
          </a:xfrm>
          <a:prstGeom prst="roundRect">
            <a:avLst/>
          </a:prstGeom>
          <a:solidFill>
            <a:srgbClr val="138CCC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S10_少跑腿_图标"/>
          <p:cNvSpPr/>
          <p:nvPr/>
        </p:nvSpPr>
        <p:spPr>
          <a:xfrm>
            <a:off x="4343400" y="5669280"/>
            <a:ext cx="246888" cy="246888"/>
          </a:xfrm>
          <a:prstGeom prst="ellipse">
            <a:avLst/>
          </a:prstGeom>
          <a:solidFill>
            <a:srgbClr val="12628E">
              <a:alpha val="100000"/>
            </a:srgbClr>
          </a:solidFill>
          <a:ln w="9779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S10_少等待_图标"/>
          <p:cNvSpPr/>
          <p:nvPr/>
        </p:nvSpPr>
        <p:spPr>
          <a:xfrm>
            <a:off x="5943600" y="5669280"/>
            <a:ext cx="246888" cy="246888"/>
          </a:xfrm>
          <a:prstGeom prst="ellipse">
            <a:avLst/>
          </a:prstGeom>
          <a:solidFill>
            <a:srgbClr val="12628E">
              <a:alpha val="100000"/>
            </a:srgbClr>
          </a:solidFill>
          <a:ln w="9779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S10_少协调_图标"/>
          <p:cNvSpPr/>
          <p:nvPr/>
        </p:nvSpPr>
        <p:spPr>
          <a:xfrm>
            <a:off x="7543800" y="5669280"/>
            <a:ext cx="246888" cy="246888"/>
          </a:xfrm>
          <a:prstGeom prst="ellipse">
            <a:avLst/>
          </a:prstGeom>
          <a:solidFill>
            <a:srgbClr val="12628E">
              <a:alpha val="100000"/>
            </a:srgbClr>
          </a:solidFill>
          <a:ln w="9779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原生可编辑文字_S10_001_双击编辑"/>
          <p:cNvSpPr txBox="1"/>
          <p:nvPr/>
        </p:nvSpPr>
        <p:spPr>
          <a:xfrm>
            <a:off x="1432560" y="381000"/>
            <a:ext cx="9342120" cy="91440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744">
                <a:solidFill>
                  <a:srgbClr val="F7FCFF"/>
                </a:solidFill>
                <a:latin typeface="Noto Serif CJK SC"/>
              </a:rPr>
              <a:t>智用：调度与抢修，真正落到烟农手里</a:t>
            </a:r>
          </a:p>
        </p:txBody>
      </p:sp>
      <p:sp>
        <p:nvSpPr>
          <p:cNvPr id="10" name="原生可编辑文字_S10_002_双击编辑"/>
          <p:cNvSpPr txBox="1"/>
          <p:nvPr/>
        </p:nvSpPr>
        <p:spPr>
          <a:xfrm>
            <a:off x="2453640" y="1043940"/>
            <a:ext cx="7155180" cy="56388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019">
                <a:solidFill>
                  <a:srgbClr val="F7FCFF"/>
                </a:solidFill>
                <a:latin typeface="Noto Serif CJK SC"/>
              </a:rPr>
              <a:t>从“打电话找房、找人、找配件”，变成“一键找房、发现可视、结果回写”</a:t>
            </a:r>
          </a:p>
        </p:txBody>
      </p:sp>
      <p:sp>
        <p:nvSpPr>
          <p:cNvPr id="12" name="原生可编辑文字_S10_003_双击编辑"/>
          <p:cNvSpPr txBox="1"/>
          <p:nvPr/>
        </p:nvSpPr>
        <p:spPr>
          <a:xfrm>
            <a:off x="967740" y="1676400"/>
            <a:ext cx="769620" cy="5943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744">
                <a:solidFill>
                  <a:srgbClr val="FFC928"/>
                </a:solidFill>
                <a:latin typeface="Noto Serif CJK SC"/>
              </a:rPr>
              <a:t>01</a:t>
            </a:r>
          </a:p>
        </p:txBody>
      </p:sp>
      <p:sp>
        <p:nvSpPr>
          <p:cNvPr id="14" name="原生可编辑文字_S10_004_双击编辑"/>
          <p:cNvSpPr txBox="1"/>
          <p:nvPr/>
        </p:nvSpPr>
        <p:spPr>
          <a:xfrm>
            <a:off x="3817620" y="1676400"/>
            <a:ext cx="891540" cy="5943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744">
                <a:solidFill>
                  <a:srgbClr val="FFC928"/>
                </a:solidFill>
                <a:latin typeface="Noto Serif CJK SC"/>
              </a:rPr>
              <a:t>02</a:t>
            </a:r>
          </a:p>
        </p:txBody>
      </p:sp>
      <p:sp>
        <p:nvSpPr>
          <p:cNvPr id="16" name="原生可编辑文字_S10_005_双击编辑"/>
          <p:cNvSpPr txBox="1"/>
          <p:nvPr/>
        </p:nvSpPr>
        <p:spPr>
          <a:xfrm>
            <a:off x="1287780" y="2331720"/>
            <a:ext cx="1318260" cy="48768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611">
                <a:solidFill>
                  <a:srgbClr val="F2F8FF"/>
                </a:solidFill>
                <a:latin typeface="Noto Serif CJK SC"/>
              </a:rPr>
              <a:t>找空闲房</a:t>
            </a:r>
          </a:p>
        </p:txBody>
      </p:sp>
      <p:sp>
        <p:nvSpPr>
          <p:cNvPr id="18" name="原生可编辑文字_S10_006_双击编辑"/>
          <p:cNvSpPr txBox="1"/>
          <p:nvPr/>
        </p:nvSpPr>
        <p:spPr>
          <a:xfrm>
            <a:off x="1021080" y="2689860"/>
            <a:ext cx="1866899" cy="39624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16">
                <a:solidFill>
                  <a:srgbClr val="F2F8FF"/>
                </a:solidFill>
                <a:latin typeface="Noto Sans CJK SC"/>
              </a:rPr>
              <a:t>状态可见 / 就近可选</a:t>
            </a:r>
          </a:p>
        </p:txBody>
      </p:sp>
      <p:sp>
        <p:nvSpPr>
          <p:cNvPr id="20" name="原生可编辑文字_S10_007_双击编辑"/>
          <p:cNvSpPr txBox="1"/>
          <p:nvPr/>
        </p:nvSpPr>
        <p:spPr>
          <a:xfrm>
            <a:off x="4190999" y="2331720"/>
            <a:ext cx="1333500" cy="48768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611">
                <a:solidFill>
                  <a:srgbClr val="F2F8FF"/>
                </a:solidFill>
                <a:latin typeface="Noto Serif CJK SC"/>
              </a:rPr>
              <a:t>发起调度</a:t>
            </a:r>
          </a:p>
        </p:txBody>
      </p:sp>
      <p:sp>
        <p:nvSpPr>
          <p:cNvPr id="22" name="原生可编辑文字_S10_008_双击编辑"/>
          <p:cNvSpPr txBox="1"/>
          <p:nvPr/>
        </p:nvSpPr>
        <p:spPr>
          <a:xfrm>
            <a:off x="3893819" y="2697480"/>
            <a:ext cx="1897380" cy="38862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683">
                <a:solidFill>
                  <a:srgbClr val="F2F8FF"/>
                </a:solidFill>
                <a:latin typeface="Noto Sans CJK SC"/>
              </a:rPr>
              <a:t>线上申请 / 一键提交</a:t>
            </a:r>
          </a:p>
        </p:txBody>
      </p:sp>
      <p:sp>
        <p:nvSpPr>
          <p:cNvPr id="24" name="原生可编辑文字_S10_009_双击编辑"/>
          <p:cNvSpPr txBox="1"/>
          <p:nvPr/>
        </p:nvSpPr>
        <p:spPr>
          <a:xfrm>
            <a:off x="6781800" y="1676400"/>
            <a:ext cx="906780" cy="60960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840">
                <a:solidFill>
                  <a:srgbClr val="FFC928"/>
                </a:solidFill>
                <a:latin typeface="Noto Serif CJK SC"/>
              </a:rPr>
              <a:t>03</a:t>
            </a:r>
          </a:p>
        </p:txBody>
      </p:sp>
      <p:sp>
        <p:nvSpPr>
          <p:cNvPr id="27" name="原生可编辑文字_S10_011_双击编辑"/>
          <p:cNvSpPr txBox="1"/>
          <p:nvPr/>
        </p:nvSpPr>
        <p:spPr>
          <a:xfrm>
            <a:off x="7208520" y="2331720"/>
            <a:ext cx="1348740" cy="48768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611">
                <a:solidFill>
                  <a:srgbClr val="F2F8FF"/>
                </a:solidFill>
                <a:latin typeface="Noto Serif CJK SC"/>
              </a:rPr>
              <a:t>故障报修</a:t>
            </a:r>
          </a:p>
        </p:txBody>
      </p:sp>
      <p:sp>
        <p:nvSpPr>
          <p:cNvPr id="29" name="原生可编辑文字_S10_012_双击编辑"/>
          <p:cNvSpPr txBox="1"/>
          <p:nvPr/>
        </p:nvSpPr>
        <p:spPr>
          <a:xfrm>
            <a:off x="6972300" y="2689860"/>
            <a:ext cx="1851660" cy="39624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16">
                <a:solidFill>
                  <a:srgbClr val="F2F8FF"/>
                </a:solidFill>
                <a:latin typeface="Noto Sans CJK SC"/>
              </a:rPr>
              <a:t>定位问题 / 自动派单</a:t>
            </a:r>
          </a:p>
        </p:txBody>
      </p:sp>
      <p:sp>
        <p:nvSpPr>
          <p:cNvPr id="31" name="原生可编辑文字_S10_013_双击编辑"/>
          <p:cNvSpPr txBox="1"/>
          <p:nvPr/>
        </p:nvSpPr>
        <p:spPr>
          <a:xfrm>
            <a:off x="3947160" y="3154679"/>
            <a:ext cx="746760" cy="4038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48">
                <a:solidFill>
                  <a:srgbClr val="F2F8FF"/>
                </a:solidFill>
                <a:latin typeface="Noto Sans CJK SC"/>
              </a:rPr>
              <a:t>调度申请</a:t>
            </a:r>
          </a:p>
        </p:txBody>
      </p:sp>
      <p:sp>
        <p:nvSpPr>
          <p:cNvPr id="33" name="原生可编辑文字_S10_014_双击编辑"/>
          <p:cNvSpPr txBox="1"/>
          <p:nvPr/>
        </p:nvSpPr>
        <p:spPr>
          <a:xfrm>
            <a:off x="3962399" y="3520440"/>
            <a:ext cx="624840" cy="3657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584">
                <a:solidFill>
                  <a:srgbClr val="F2F8FF"/>
                </a:solidFill>
                <a:latin typeface="Noto Sans CJK SC"/>
              </a:rPr>
              <a:t>选择烟房</a:t>
            </a:r>
          </a:p>
        </p:txBody>
      </p:sp>
      <p:sp>
        <p:nvSpPr>
          <p:cNvPr id="35" name="原生可编辑文字_S10_015_双击编辑"/>
          <p:cNvSpPr txBox="1"/>
          <p:nvPr/>
        </p:nvSpPr>
        <p:spPr>
          <a:xfrm>
            <a:off x="3962399" y="3985260"/>
            <a:ext cx="655320" cy="4038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48">
                <a:solidFill>
                  <a:srgbClr val="F2F8FF"/>
                </a:solidFill>
                <a:latin typeface="Noto Sans CJK SC"/>
              </a:rPr>
              <a:t>选择人员</a:t>
            </a:r>
          </a:p>
        </p:txBody>
      </p:sp>
      <p:sp>
        <p:nvSpPr>
          <p:cNvPr id="37" name="原生可编辑文字_S10_016_双击编辑"/>
          <p:cNvSpPr txBox="1"/>
          <p:nvPr/>
        </p:nvSpPr>
        <p:spPr>
          <a:xfrm>
            <a:off x="3970020" y="4366260"/>
            <a:ext cx="670560" cy="39624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16">
                <a:solidFill>
                  <a:srgbClr val="F2F8FF"/>
                </a:solidFill>
                <a:latin typeface="Noto Sans CJK SC"/>
              </a:rPr>
              <a:t>选择配件</a:t>
            </a:r>
          </a:p>
        </p:txBody>
      </p:sp>
      <p:sp>
        <p:nvSpPr>
          <p:cNvPr id="40" name="原生可编辑文字_S10_018_双击编辑"/>
          <p:cNvSpPr txBox="1"/>
          <p:nvPr/>
        </p:nvSpPr>
        <p:spPr>
          <a:xfrm>
            <a:off x="4404360" y="4815840"/>
            <a:ext cx="731520" cy="35814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551">
                <a:solidFill>
                  <a:srgbClr val="F2F8FF"/>
                </a:solidFill>
                <a:latin typeface="Noto Sans CJK SC"/>
              </a:rPr>
              <a:t>一键提交</a:t>
            </a:r>
          </a:p>
        </p:txBody>
      </p:sp>
      <p:sp>
        <p:nvSpPr>
          <p:cNvPr id="43" name="原生可编辑文字_S10_020_双击编辑"/>
          <p:cNvSpPr txBox="1"/>
          <p:nvPr/>
        </p:nvSpPr>
        <p:spPr>
          <a:xfrm>
            <a:off x="3840480" y="5471160"/>
            <a:ext cx="1013460" cy="43434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325">
                <a:solidFill>
                  <a:srgbClr val="FFC928"/>
                </a:solidFill>
                <a:latin typeface="Noto Serif CJK SC"/>
              </a:rPr>
              <a:t>少跑腿</a:t>
            </a:r>
          </a:p>
        </p:txBody>
      </p:sp>
      <p:sp>
        <p:nvSpPr>
          <p:cNvPr id="45" name="原生可编辑文字_S10_021_双击编辑"/>
          <p:cNvSpPr txBox="1"/>
          <p:nvPr/>
        </p:nvSpPr>
        <p:spPr>
          <a:xfrm>
            <a:off x="5928360" y="5463540"/>
            <a:ext cx="944879" cy="45720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448">
                <a:solidFill>
                  <a:srgbClr val="FFC928"/>
                </a:solidFill>
                <a:latin typeface="Noto Serif CJK SC"/>
              </a:rPr>
              <a:t>少等待</a:t>
            </a:r>
          </a:p>
        </p:txBody>
      </p:sp>
      <p:sp>
        <p:nvSpPr>
          <p:cNvPr id="47" name="原生可编辑文字_S10_022_双击编辑"/>
          <p:cNvSpPr txBox="1"/>
          <p:nvPr/>
        </p:nvSpPr>
        <p:spPr>
          <a:xfrm>
            <a:off x="7810499" y="5471160"/>
            <a:ext cx="1082040" cy="43434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325">
                <a:solidFill>
                  <a:srgbClr val="FFC928"/>
                </a:solidFill>
                <a:latin typeface="Noto Serif CJK SC"/>
              </a:rPr>
              <a:t>少协调</a:t>
            </a:r>
          </a:p>
        </p:txBody>
      </p:sp>
      <p:sp>
        <p:nvSpPr>
          <p:cNvPr id="49" name="原生可编辑文字_S10_023_双击编辑"/>
          <p:cNvSpPr txBox="1"/>
          <p:nvPr/>
        </p:nvSpPr>
        <p:spPr>
          <a:xfrm>
            <a:off x="9616440" y="1676400"/>
            <a:ext cx="876300" cy="5943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744">
                <a:solidFill>
                  <a:srgbClr val="FFC928"/>
                </a:solidFill>
                <a:latin typeface="Noto Serif CJK SC"/>
              </a:rPr>
              <a:t>04</a:t>
            </a:r>
          </a:p>
        </p:txBody>
      </p:sp>
      <p:sp>
        <p:nvSpPr>
          <p:cNvPr id="51" name="原生可编辑文字_S10_024_双击编辑"/>
          <p:cNvSpPr txBox="1"/>
          <p:nvPr/>
        </p:nvSpPr>
        <p:spPr>
          <a:xfrm>
            <a:off x="9989820" y="2331720"/>
            <a:ext cx="1318260" cy="48768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611">
                <a:solidFill>
                  <a:srgbClr val="F2F8FF"/>
                </a:solidFill>
                <a:latin typeface="Noto Serif CJK SC"/>
              </a:rPr>
              <a:t>评价回写</a:t>
            </a:r>
          </a:p>
        </p:txBody>
      </p:sp>
      <p:sp>
        <p:nvSpPr>
          <p:cNvPr id="53" name="原生可编辑文字_S10_025_双击编辑"/>
          <p:cNvSpPr txBox="1"/>
          <p:nvPr/>
        </p:nvSpPr>
        <p:spPr>
          <a:xfrm>
            <a:off x="9738360" y="2689860"/>
            <a:ext cx="1866899" cy="39624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16">
                <a:solidFill>
                  <a:srgbClr val="F2F8FF"/>
                </a:solidFill>
                <a:latin typeface="Noto Sans CJK SC"/>
              </a:rPr>
              <a:t>过程留痕 / 服务闭环</a:t>
            </a:r>
          </a:p>
        </p:txBody>
      </p:sp>
      <p:sp>
        <p:nvSpPr>
          <p:cNvPr id="55" name="原生可编辑文字_S10_026_双击编辑"/>
          <p:cNvSpPr txBox="1"/>
          <p:nvPr/>
        </p:nvSpPr>
        <p:spPr>
          <a:xfrm>
            <a:off x="10485120" y="3535680"/>
            <a:ext cx="678180" cy="35814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551">
                <a:solidFill>
                  <a:srgbClr val="F2F8FF"/>
                </a:solidFill>
                <a:latin typeface="Noto Sans CJK SC"/>
              </a:rPr>
              <a:t>服务评价</a:t>
            </a:r>
          </a:p>
        </p:txBody>
      </p:sp>
      <p:sp>
        <p:nvSpPr>
          <p:cNvPr id="57" name="原生可编辑文字_S10_027_双击编辑"/>
          <p:cNvSpPr txBox="1"/>
          <p:nvPr/>
        </p:nvSpPr>
        <p:spPr>
          <a:xfrm>
            <a:off x="10645140" y="4168140"/>
            <a:ext cx="609600" cy="33528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452">
                <a:solidFill>
                  <a:srgbClr val="F2F8FF"/>
                </a:solidFill>
                <a:latin typeface="Noto Sans CJK SC"/>
              </a:rPr>
              <a:t>服务及时</a:t>
            </a:r>
          </a:p>
        </p:txBody>
      </p:sp>
      <p:sp>
        <p:nvSpPr>
          <p:cNvPr id="59" name="原生可编辑文字_S10_028_双击编辑"/>
          <p:cNvSpPr txBox="1"/>
          <p:nvPr/>
        </p:nvSpPr>
        <p:spPr>
          <a:xfrm>
            <a:off x="10645140" y="4434840"/>
            <a:ext cx="609600" cy="3276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419">
                <a:solidFill>
                  <a:srgbClr val="F2F8FF"/>
                </a:solidFill>
                <a:latin typeface="Noto Sans CJK SC"/>
              </a:rPr>
              <a:t>维修专业</a:t>
            </a:r>
          </a:p>
        </p:txBody>
      </p:sp>
      <p:sp>
        <p:nvSpPr>
          <p:cNvPr id="61" name="原生可编辑文字_S10_029_双击编辑"/>
          <p:cNvSpPr txBox="1"/>
          <p:nvPr/>
        </p:nvSpPr>
        <p:spPr>
          <a:xfrm>
            <a:off x="10645140" y="4709160"/>
            <a:ext cx="586740" cy="3276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419">
                <a:solidFill>
                  <a:srgbClr val="F2F8FF"/>
                </a:solidFill>
                <a:latin typeface="Noto Sans CJK SC"/>
              </a:rPr>
              <a:t>问题解决</a:t>
            </a:r>
          </a:p>
        </p:txBody>
      </p:sp>
      <p:sp>
        <p:nvSpPr>
          <p:cNvPr id="63" name="原生可编辑文字_S10_030_双击编辑"/>
          <p:cNvSpPr txBox="1"/>
          <p:nvPr/>
        </p:nvSpPr>
        <p:spPr>
          <a:xfrm>
            <a:off x="10622280" y="4968240"/>
            <a:ext cx="609600" cy="3276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419">
                <a:solidFill>
                  <a:srgbClr val="F2F8FF"/>
                </a:solidFill>
                <a:latin typeface="Noto Sans CJK SC"/>
              </a:rPr>
              <a:t>非常满意</a:t>
            </a:r>
          </a:p>
        </p:txBody>
      </p:sp>
      <p:sp>
        <p:nvSpPr>
          <p:cNvPr id="65" name="原生可编辑文字_S10_031_双击编辑"/>
          <p:cNvSpPr txBox="1"/>
          <p:nvPr/>
        </p:nvSpPr>
        <p:spPr>
          <a:xfrm>
            <a:off x="2956560" y="6156960"/>
            <a:ext cx="6294120" cy="472439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800">
                <a:solidFill>
                  <a:srgbClr val="F2F8FF"/>
                </a:solidFill>
                <a:latin typeface="Noto Sans CJK SC"/>
              </a:rPr>
              <a:t>智用的价值，不是多一个入口，而是把调度和维修变成可追踪流程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_深蓝底_可编辑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B49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背景_左上光束_1"/>
          <p:cNvSpPr/>
          <p:nvPr/>
        </p:nvSpPr>
        <p:spPr>
          <a:xfrm>
            <a:off x="0" y="0"/>
            <a:ext cx="2423160" cy="1828800"/>
          </a:xfrm>
          <a:custGeom>
            <a:avLst/>
            <a:gdLst/>
            <a:ahLst/>
            <a:cxnLst/>
            <a:rect l="l" t="t" r="r" b="b"/>
            <a:pathLst>
              <a:path w="2423160" h="1828800">
                <a:moveTo>
                  <a:pt x="0" y="0"/>
                </a:moveTo>
                <a:lnTo>
                  <a:pt x="914400" y="0"/>
                </a:lnTo>
                <a:lnTo>
                  <a:pt x="2423160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8DEBFF">
              <a:alpha val="2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背景_左上光束_2"/>
          <p:cNvSpPr/>
          <p:nvPr/>
        </p:nvSpPr>
        <p:spPr>
          <a:xfrm>
            <a:off x="274320" y="0"/>
            <a:ext cx="2423159" cy="1828800"/>
          </a:xfrm>
          <a:custGeom>
            <a:avLst/>
            <a:gdLst/>
            <a:ahLst/>
            <a:cxnLst/>
            <a:rect l="l" t="t" r="r" b="b"/>
            <a:pathLst>
              <a:path w="2423159" h="1828800">
                <a:moveTo>
                  <a:pt x="0" y="0"/>
                </a:moveTo>
                <a:lnTo>
                  <a:pt x="914400" y="0"/>
                </a:lnTo>
                <a:lnTo>
                  <a:pt x="2423159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8DEBFF">
              <a:alpha val="2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背景_左上光束_3"/>
          <p:cNvSpPr/>
          <p:nvPr/>
        </p:nvSpPr>
        <p:spPr>
          <a:xfrm>
            <a:off x="640080" y="0"/>
            <a:ext cx="2423159" cy="1828800"/>
          </a:xfrm>
          <a:custGeom>
            <a:avLst/>
            <a:gdLst/>
            <a:ahLst/>
            <a:cxnLst/>
            <a:rect l="l" t="t" r="r" b="b"/>
            <a:pathLst>
              <a:path w="2423159" h="1828800">
                <a:moveTo>
                  <a:pt x="0" y="0"/>
                </a:moveTo>
                <a:lnTo>
                  <a:pt x="914400" y="0"/>
                </a:lnTo>
                <a:lnTo>
                  <a:pt x="2423159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8DEBFF">
              <a:alpha val="2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背景_星点_1"/>
          <p:cNvSpPr/>
          <p:nvPr/>
        </p:nvSpPr>
        <p:spPr>
          <a:xfrm>
            <a:off x="6243334" y="3849848"/>
            <a:ext cx="18288" cy="18288"/>
          </a:xfrm>
          <a:prstGeom prst="ellipse">
            <a:avLst/>
          </a:prstGeom>
          <a:solidFill>
            <a:srgbClr val="E8FDFF">
              <a:alpha val="56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背景_星点_2"/>
          <p:cNvSpPr/>
          <p:nvPr/>
        </p:nvSpPr>
        <p:spPr>
          <a:xfrm>
            <a:off x="2268326" y="3844223"/>
            <a:ext cx="22860" cy="22860"/>
          </a:xfrm>
          <a:prstGeom prst="ellipse">
            <a:avLst/>
          </a:prstGeom>
          <a:solidFill>
            <a:srgbClr val="E8FDFF">
              <a:alpha val="74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背景_星点_3"/>
          <p:cNvSpPr/>
          <p:nvPr/>
        </p:nvSpPr>
        <p:spPr>
          <a:xfrm>
            <a:off x="3688898" y="1160864"/>
            <a:ext cx="18288" cy="18288"/>
          </a:xfrm>
          <a:prstGeom prst="ellipse">
            <a:avLst/>
          </a:prstGeom>
          <a:solidFill>
            <a:srgbClr val="E8FDFF">
              <a:alpha val="31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背景_星点_4"/>
          <p:cNvSpPr/>
          <p:nvPr/>
        </p:nvSpPr>
        <p:spPr>
          <a:xfrm>
            <a:off x="798804" y="504638"/>
            <a:ext cx="22860" cy="22860"/>
          </a:xfrm>
          <a:prstGeom prst="ellipse">
            <a:avLst/>
          </a:prstGeom>
          <a:solidFill>
            <a:srgbClr val="E8FDFF">
              <a:alpha val="5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背景_星点_5"/>
          <p:cNvSpPr/>
          <p:nvPr/>
        </p:nvSpPr>
        <p:spPr>
          <a:xfrm>
            <a:off x="11049284" y="3858849"/>
            <a:ext cx="36576" cy="36576"/>
          </a:xfrm>
          <a:prstGeom prst="ellipse">
            <a:avLst/>
          </a:prstGeom>
          <a:solidFill>
            <a:srgbClr val="E8FDFF">
              <a:alpha val="74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背景_星点_6"/>
          <p:cNvSpPr/>
          <p:nvPr/>
        </p:nvSpPr>
        <p:spPr>
          <a:xfrm>
            <a:off x="1629496" y="1448572"/>
            <a:ext cx="27432" cy="27432"/>
          </a:xfrm>
          <a:prstGeom prst="ellipse">
            <a:avLst/>
          </a:prstGeom>
          <a:solidFill>
            <a:srgbClr val="E8FDFF">
              <a:alpha val="3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背景_星点_7"/>
          <p:cNvSpPr/>
          <p:nvPr/>
        </p:nvSpPr>
        <p:spPr>
          <a:xfrm>
            <a:off x="9789506" y="1828995"/>
            <a:ext cx="36576" cy="36576"/>
          </a:xfrm>
          <a:prstGeom prst="ellipse">
            <a:avLst/>
          </a:prstGeom>
          <a:solidFill>
            <a:srgbClr val="E8FDFF">
              <a:alpha val="4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背景_星点_8"/>
          <p:cNvSpPr/>
          <p:nvPr/>
        </p:nvSpPr>
        <p:spPr>
          <a:xfrm>
            <a:off x="3779705" y="2840075"/>
            <a:ext cx="36576" cy="36576"/>
          </a:xfrm>
          <a:prstGeom prst="ellipse">
            <a:avLst/>
          </a:prstGeom>
          <a:solidFill>
            <a:srgbClr val="E8FDFF">
              <a:alpha val="6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背景_星点_9"/>
          <p:cNvSpPr/>
          <p:nvPr/>
        </p:nvSpPr>
        <p:spPr>
          <a:xfrm>
            <a:off x="7108297" y="3712792"/>
            <a:ext cx="13716" cy="13716"/>
          </a:xfrm>
          <a:prstGeom prst="ellipse">
            <a:avLst/>
          </a:prstGeom>
          <a:solidFill>
            <a:srgbClr val="E8FDFF">
              <a:alpha val="38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背景_星点_10"/>
          <p:cNvSpPr/>
          <p:nvPr/>
        </p:nvSpPr>
        <p:spPr>
          <a:xfrm>
            <a:off x="7297386" y="3708319"/>
            <a:ext cx="13716" cy="13716"/>
          </a:xfrm>
          <a:prstGeom prst="ellipse">
            <a:avLst/>
          </a:prstGeom>
          <a:solidFill>
            <a:srgbClr val="E8FDFF">
              <a:alpha val="64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背景_星点_11"/>
          <p:cNvSpPr/>
          <p:nvPr/>
        </p:nvSpPr>
        <p:spPr>
          <a:xfrm>
            <a:off x="7093184" y="2117351"/>
            <a:ext cx="36576" cy="36576"/>
          </a:xfrm>
          <a:prstGeom prst="ellipse">
            <a:avLst/>
          </a:prstGeom>
          <a:solidFill>
            <a:srgbClr val="E8FDFF">
              <a:alpha val="38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背景_星点_12"/>
          <p:cNvSpPr/>
          <p:nvPr/>
        </p:nvSpPr>
        <p:spPr>
          <a:xfrm>
            <a:off x="4961397" y="3104535"/>
            <a:ext cx="27432" cy="27432"/>
          </a:xfrm>
          <a:prstGeom prst="ellipse">
            <a:avLst/>
          </a:prstGeom>
          <a:solidFill>
            <a:srgbClr val="E8FDFF">
              <a:alpha val="51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背景_星点_13"/>
          <p:cNvSpPr/>
          <p:nvPr/>
        </p:nvSpPr>
        <p:spPr>
          <a:xfrm>
            <a:off x="10312437" y="2353568"/>
            <a:ext cx="27432" cy="27432"/>
          </a:xfrm>
          <a:prstGeom prst="ellipse">
            <a:avLst/>
          </a:prstGeom>
          <a:solidFill>
            <a:srgbClr val="E8FDFF">
              <a:alpha val="31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背景_星点_14"/>
          <p:cNvSpPr/>
          <p:nvPr/>
        </p:nvSpPr>
        <p:spPr>
          <a:xfrm>
            <a:off x="10493815" y="1024894"/>
            <a:ext cx="18288" cy="18288"/>
          </a:xfrm>
          <a:prstGeom prst="ellipse">
            <a:avLst/>
          </a:prstGeom>
          <a:solidFill>
            <a:srgbClr val="E8FDFF">
              <a:alpha val="3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背景_星点_15"/>
          <p:cNvSpPr/>
          <p:nvPr/>
        </p:nvSpPr>
        <p:spPr>
          <a:xfrm>
            <a:off x="7228089" y="3182521"/>
            <a:ext cx="13716" cy="13716"/>
          </a:xfrm>
          <a:prstGeom prst="ellipse">
            <a:avLst/>
          </a:prstGeom>
          <a:solidFill>
            <a:srgbClr val="E8FDFF">
              <a:alpha val="5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背景_星点_16"/>
          <p:cNvSpPr/>
          <p:nvPr/>
        </p:nvSpPr>
        <p:spPr>
          <a:xfrm>
            <a:off x="9814719" y="3030495"/>
            <a:ext cx="22860" cy="22860"/>
          </a:xfrm>
          <a:prstGeom prst="ellipse">
            <a:avLst/>
          </a:prstGeom>
          <a:solidFill>
            <a:srgbClr val="E8FDFF">
              <a:alpha val="41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背景_星点_17"/>
          <p:cNvSpPr/>
          <p:nvPr/>
        </p:nvSpPr>
        <p:spPr>
          <a:xfrm>
            <a:off x="9209886" y="583071"/>
            <a:ext cx="36576" cy="36576"/>
          </a:xfrm>
          <a:prstGeom prst="ellipse">
            <a:avLst/>
          </a:prstGeom>
          <a:solidFill>
            <a:srgbClr val="E8FDFF">
              <a:alpha val="5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背景_星点_18"/>
          <p:cNvSpPr/>
          <p:nvPr/>
        </p:nvSpPr>
        <p:spPr>
          <a:xfrm>
            <a:off x="9362498" y="3250901"/>
            <a:ext cx="18288" cy="18288"/>
          </a:xfrm>
          <a:prstGeom prst="ellipse">
            <a:avLst/>
          </a:prstGeom>
          <a:solidFill>
            <a:srgbClr val="E8FDFF">
              <a:alpha val="59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背景_星点_19"/>
          <p:cNvSpPr/>
          <p:nvPr/>
        </p:nvSpPr>
        <p:spPr>
          <a:xfrm>
            <a:off x="991404" y="3993607"/>
            <a:ext cx="36576" cy="36576"/>
          </a:xfrm>
          <a:prstGeom prst="ellipse">
            <a:avLst/>
          </a:prstGeom>
          <a:solidFill>
            <a:srgbClr val="E8FDFF">
              <a:alpha val="63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背景_星点_20"/>
          <p:cNvSpPr/>
          <p:nvPr/>
        </p:nvSpPr>
        <p:spPr>
          <a:xfrm>
            <a:off x="8352999" y="1948901"/>
            <a:ext cx="13716" cy="13716"/>
          </a:xfrm>
          <a:prstGeom prst="ellipse">
            <a:avLst/>
          </a:prstGeom>
          <a:solidFill>
            <a:srgbClr val="E8FDFF">
              <a:alpha val="41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背景_星点_21"/>
          <p:cNvSpPr/>
          <p:nvPr/>
        </p:nvSpPr>
        <p:spPr>
          <a:xfrm>
            <a:off x="9901266" y="1532397"/>
            <a:ext cx="36576" cy="36576"/>
          </a:xfrm>
          <a:prstGeom prst="ellipse">
            <a:avLst/>
          </a:prstGeom>
          <a:solidFill>
            <a:srgbClr val="E8FDFF">
              <a:alpha val="7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背景_星点_22"/>
          <p:cNvSpPr/>
          <p:nvPr/>
        </p:nvSpPr>
        <p:spPr>
          <a:xfrm>
            <a:off x="4367864" y="4023970"/>
            <a:ext cx="27432" cy="27432"/>
          </a:xfrm>
          <a:prstGeom prst="ellipse">
            <a:avLst/>
          </a:prstGeom>
          <a:solidFill>
            <a:srgbClr val="E8FDFF">
              <a:alpha val="56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背景_星点_23"/>
          <p:cNvSpPr/>
          <p:nvPr/>
        </p:nvSpPr>
        <p:spPr>
          <a:xfrm>
            <a:off x="5152389" y="921443"/>
            <a:ext cx="13716" cy="13716"/>
          </a:xfrm>
          <a:prstGeom prst="ellipse">
            <a:avLst/>
          </a:prstGeom>
          <a:solidFill>
            <a:srgbClr val="E8FDFF">
              <a:alpha val="46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背景_星点_24"/>
          <p:cNvSpPr/>
          <p:nvPr/>
        </p:nvSpPr>
        <p:spPr>
          <a:xfrm>
            <a:off x="6768679" y="1316545"/>
            <a:ext cx="18288" cy="18288"/>
          </a:xfrm>
          <a:prstGeom prst="ellipse">
            <a:avLst/>
          </a:prstGeom>
          <a:solidFill>
            <a:srgbClr val="E8FDFF">
              <a:alpha val="6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背景_星点_25"/>
          <p:cNvSpPr/>
          <p:nvPr/>
        </p:nvSpPr>
        <p:spPr>
          <a:xfrm>
            <a:off x="10940345" y="2131729"/>
            <a:ext cx="36576" cy="36576"/>
          </a:xfrm>
          <a:prstGeom prst="ellipse">
            <a:avLst/>
          </a:prstGeom>
          <a:solidFill>
            <a:srgbClr val="E8FDFF">
              <a:alpha val="48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背景_星点_26"/>
          <p:cNvSpPr/>
          <p:nvPr/>
        </p:nvSpPr>
        <p:spPr>
          <a:xfrm>
            <a:off x="10538117" y="3607448"/>
            <a:ext cx="36576" cy="36576"/>
          </a:xfrm>
          <a:prstGeom prst="ellipse">
            <a:avLst/>
          </a:prstGeom>
          <a:solidFill>
            <a:srgbClr val="E8FDFF">
              <a:alpha val="6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背景_星点_27"/>
          <p:cNvSpPr/>
          <p:nvPr/>
        </p:nvSpPr>
        <p:spPr>
          <a:xfrm>
            <a:off x="2448424" y="4020657"/>
            <a:ext cx="36576" cy="36576"/>
          </a:xfrm>
          <a:prstGeom prst="ellipse">
            <a:avLst/>
          </a:prstGeom>
          <a:solidFill>
            <a:srgbClr val="E8FDFF">
              <a:alpha val="5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背景_星点_28"/>
          <p:cNvSpPr/>
          <p:nvPr/>
        </p:nvSpPr>
        <p:spPr>
          <a:xfrm>
            <a:off x="9225394" y="442600"/>
            <a:ext cx="27432" cy="27432"/>
          </a:xfrm>
          <a:prstGeom prst="ellipse">
            <a:avLst/>
          </a:prstGeom>
          <a:solidFill>
            <a:srgbClr val="E8FDFF">
              <a:alpha val="5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背景_星点_29"/>
          <p:cNvSpPr/>
          <p:nvPr/>
        </p:nvSpPr>
        <p:spPr>
          <a:xfrm>
            <a:off x="7834028" y="2423160"/>
            <a:ext cx="36576" cy="36576"/>
          </a:xfrm>
          <a:prstGeom prst="ellipse">
            <a:avLst/>
          </a:prstGeom>
          <a:solidFill>
            <a:srgbClr val="E8FDFF">
              <a:alpha val="6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背景_星点_30"/>
          <p:cNvSpPr/>
          <p:nvPr/>
        </p:nvSpPr>
        <p:spPr>
          <a:xfrm>
            <a:off x="9500552" y="3830265"/>
            <a:ext cx="18288" cy="18288"/>
          </a:xfrm>
          <a:prstGeom prst="ellipse">
            <a:avLst/>
          </a:prstGeom>
          <a:solidFill>
            <a:srgbClr val="E8FDFF">
              <a:alpha val="31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背景_星点_31"/>
          <p:cNvSpPr/>
          <p:nvPr/>
        </p:nvSpPr>
        <p:spPr>
          <a:xfrm>
            <a:off x="7621197" y="2844429"/>
            <a:ext cx="13716" cy="13716"/>
          </a:xfrm>
          <a:prstGeom prst="ellipse">
            <a:avLst/>
          </a:prstGeom>
          <a:solidFill>
            <a:srgbClr val="E8FDFF">
              <a:alpha val="66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背景_星点_32"/>
          <p:cNvSpPr/>
          <p:nvPr/>
        </p:nvSpPr>
        <p:spPr>
          <a:xfrm>
            <a:off x="4325287" y="2963429"/>
            <a:ext cx="22860" cy="22860"/>
          </a:xfrm>
          <a:prstGeom prst="ellipse">
            <a:avLst/>
          </a:prstGeom>
          <a:solidFill>
            <a:srgbClr val="E8FDFF">
              <a:alpha val="6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背景_星点_33"/>
          <p:cNvSpPr/>
          <p:nvPr/>
        </p:nvSpPr>
        <p:spPr>
          <a:xfrm>
            <a:off x="7362596" y="2717821"/>
            <a:ext cx="36576" cy="36576"/>
          </a:xfrm>
          <a:prstGeom prst="ellipse">
            <a:avLst/>
          </a:prstGeom>
          <a:solidFill>
            <a:srgbClr val="E8FDFF">
              <a:alpha val="39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背景_星点_34"/>
          <p:cNvSpPr/>
          <p:nvPr/>
        </p:nvSpPr>
        <p:spPr>
          <a:xfrm>
            <a:off x="452762" y="623916"/>
            <a:ext cx="18288" cy="18288"/>
          </a:xfrm>
          <a:prstGeom prst="ellipse">
            <a:avLst/>
          </a:prstGeom>
          <a:solidFill>
            <a:srgbClr val="E8FDFF">
              <a:alpha val="74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背景_星点_35"/>
          <p:cNvSpPr/>
          <p:nvPr/>
        </p:nvSpPr>
        <p:spPr>
          <a:xfrm>
            <a:off x="4223836" y="3715849"/>
            <a:ext cx="27432" cy="27432"/>
          </a:xfrm>
          <a:prstGeom prst="ellipse">
            <a:avLst/>
          </a:prstGeom>
          <a:solidFill>
            <a:srgbClr val="E8FDFF">
              <a:alpha val="31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背景_星点_36"/>
          <p:cNvSpPr/>
          <p:nvPr/>
        </p:nvSpPr>
        <p:spPr>
          <a:xfrm>
            <a:off x="11499902" y="1649862"/>
            <a:ext cx="36576" cy="36576"/>
          </a:xfrm>
          <a:prstGeom prst="ellipse">
            <a:avLst/>
          </a:prstGeom>
          <a:solidFill>
            <a:srgbClr val="E8FDFF">
              <a:alpha val="59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背景_星点_37"/>
          <p:cNvSpPr/>
          <p:nvPr/>
        </p:nvSpPr>
        <p:spPr>
          <a:xfrm>
            <a:off x="551184" y="1200144"/>
            <a:ext cx="36576" cy="36576"/>
          </a:xfrm>
          <a:prstGeom prst="ellipse">
            <a:avLst/>
          </a:prstGeom>
          <a:solidFill>
            <a:srgbClr val="E8FDFF">
              <a:alpha val="54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背景_星点_38"/>
          <p:cNvSpPr/>
          <p:nvPr/>
        </p:nvSpPr>
        <p:spPr>
          <a:xfrm>
            <a:off x="8806426" y="3294594"/>
            <a:ext cx="18288" cy="18288"/>
          </a:xfrm>
          <a:prstGeom prst="ellipse">
            <a:avLst/>
          </a:prstGeom>
          <a:solidFill>
            <a:srgbClr val="E8FDFF">
              <a:alpha val="5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背景_星点_39"/>
          <p:cNvSpPr/>
          <p:nvPr/>
        </p:nvSpPr>
        <p:spPr>
          <a:xfrm>
            <a:off x="4554727" y="3401374"/>
            <a:ext cx="18288" cy="18288"/>
          </a:xfrm>
          <a:prstGeom prst="ellipse">
            <a:avLst/>
          </a:prstGeom>
          <a:solidFill>
            <a:srgbClr val="E8FDFF">
              <a:alpha val="41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背景_星点_40"/>
          <p:cNvSpPr/>
          <p:nvPr/>
        </p:nvSpPr>
        <p:spPr>
          <a:xfrm>
            <a:off x="7712873" y="2390926"/>
            <a:ext cx="27432" cy="27432"/>
          </a:xfrm>
          <a:prstGeom prst="ellipse">
            <a:avLst/>
          </a:prstGeom>
          <a:solidFill>
            <a:srgbClr val="E8FDFF">
              <a:alpha val="73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背景_星点_41"/>
          <p:cNvSpPr/>
          <p:nvPr/>
        </p:nvSpPr>
        <p:spPr>
          <a:xfrm>
            <a:off x="9990937" y="4127724"/>
            <a:ext cx="27432" cy="27432"/>
          </a:xfrm>
          <a:prstGeom prst="ellipse">
            <a:avLst/>
          </a:prstGeom>
          <a:solidFill>
            <a:srgbClr val="E8FDFF">
              <a:alpha val="51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背景_星点_42"/>
          <p:cNvSpPr/>
          <p:nvPr/>
        </p:nvSpPr>
        <p:spPr>
          <a:xfrm>
            <a:off x="10671522" y="1818443"/>
            <a:ext cx="18288" cy="18288"/>
          </a:xfrm>
          <a:prstGeom prst="ellipse">
            <a:avLst/>
          </a:prstGeom>
          <a:solidFill>
            <a:srgbClr val="E8FDFF">
              <a:alpha val="48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背景_星点_43"/>
          <p:cNvSpPr/>
          <p:nvPr/>
        </p:nvSpPr>
        <p:spPr>
          <a:xfrm>
            <a:off x="9750526" y="1683718"/>
            <a:ext cx="36576" cy="36576"/>
          </a:xfrm>
          <a:prstGeom prst="ellipse">
            <a:avLst/>
          </a:prstGeom>
          <a:solidFill>
            <a:srgbClr val="E8FDFF">
              <a:alpha val="49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背景_星点_44"/>
          <p:cNvSpPr/>
          <p:nvPr/>
        </p:nvSpPr>
        <p:spPr>
          <a:xfrm>
            <a:off x="6607550" y="1386590"/>
            <a:ext cx="13716" cy="13716"/>
          </a:xfrm>
          <a:prstGeom prst="ellipse">
            <a:avLst/>
          </a:prstGeom>
          <a:solidFill>
            <a:srgbClr val="E8FDFF">
              <a:alpha val="4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背景_星点_45"/>
          <p:cNvSpPr/>
          <p:nvPr/>
        </p:nvSpPr>
        <p:spPr>
          <a:xfrm>
            <a:off x="1227227" y="1335879"/>
            <a:ext cx="13716" cy="13716"/>
          </a:xfrm>
          <a:prstGeom prst="ellipse">
            <a:avLst/>
          </a:prstGeom>
          <a:solidFill>
            <a:srgbClr val="E8FDFF">
              <a:alpha val="69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背景_云雾_1"/>
          <p:cNvSpPr/>
          <p:nvPr/>
        </p:nvSpPr>
        <p:spPr>
          <a:xfrm>
            <a:off x="-914400" y="3246120"/>
            <a:ext cx="5943600" cy="1005840"/>
          </a:xfrm>
          <a:prstGeom prst="ellipse">
            <a:avLst/>
          </a:prstGeom>
          <a:solidFill>
            <a:srgbClr val="DDF9FF">
              <a:alpha val="2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背景_云雾_2"/>
          <p:cNvSpPr/>
          <p:nvPr/>
        </p:nvSpPr>
        <p:spPr>
          <a:xfrm>
            <a:off x="3108960" y="3383280"/>
            <a:ext cx="5852160" cy="914400"/>
          </a:xfrm>
          <a:prstGeom prst="ellipse">
            <a:avLst/>
          </a:prstGeom>
          <a:solidFill>
            <a:srgbClr val="DDF9FF">
              <a:alpha val="2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背景_云雾_3"/>
          <p:cNvSpPr/>
          <p:nvPr/>
        </p:nvSpPr>
        <p:spPr>
          <a:xfrm>
            <a:off x="7498079" y="3246120"/>
            <a:ext cx="5669280" cy="1005840"/>
          </a:xfrm>
          <a:prstGeom prst="ellipse">
            <a:avLst/>
          </a:prstGeom>
          <a:solidFill>
            <a:srgbClr val="DDF9FF">
              <a:alpha val="2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背景_山体层_1"/>
          <p:cNvSpPr/>
          <p:nvPr/>
        </p:nvSpPr>
        <p:spPr>
          <a:xfrm>
            <a:off x="0" y="3278587"/>
            <a:ext cx="12191695" cy="3579413"/>
          </a:xfrm>
          <a:custGeom>
            <a:avLst/>
            <a:gdLst/>
            <a:ahLst/>
            <a:cxnLst/>
            <a:rect l="l" t="t" r="r" b="b"/>
            <a:pathLst>
              <a:path w="12191695" h="3579413">
                <a:moveTo>
                  <a:pt x="0" y="3579413"/>
                </a:moveTo>
                <a:lnTo>
                  <a:pt x="0" y="424733"/>
                </a:lnTo>
                <a:lnTo>
                  <a:pt x="502920" y="30004"/>
                </a:lnTo>
                <a:lnTo>
                  <a:pt x="1005840" y="181354"/>
                </a:lnTo>
                <a:lnTo>
                  <a:pt x="1417320" y="210741"/>
                </a:lnTo>
                <a:lnTo>
                  <a:pt x="1828800" y="412610"/>
                </a:lnTo>
                <a:lnTo>
                  <a:pt x="2194560" y="383182"/>
                </a:lnTo>
                <a:lnTo>
                  <a:pt x="2651760" y="343382"/>
                </a:lnTo>
                <a:lnTo>
                  <a:pt x="3063240" y="771301"/>
                </a:lnTo>
                <a:lnTo>
                  <a:pt x="3520440" y="844634"/>
                </a:lnTo>
                <a:lnTo>
                  <a:pt x="3931920" y="676338"/>
                </a:lnTo>
                <a:lnTo>
                  <a:pt x="4389120" y="423216"/>
                </a:lnTo>
                <a:lnTo>
                  <a:pt x="4892040" y="62364"/>
                </a:lnTo>
                <a:lnTo>
                  <a:pt x="5394960" y="342126"/>
                </a:lnTo>
                <a:lnTo>
                  <a:pt x="5852160" y="221530"/>
                </a:lnTo>
                <a:lnTo>
                  <a:pt x="6309360" y="176290"/>
                </a:lnTo>
                <a:lnTo>
                  <a:pt x="6858000" y="357716"/>
                </a:lnTo>
                <a:lnTo>
                  <a:pt x="7406640" y="743055"/>
                </a:lnTo>
                <a:lnTo>
                  <a:pt x="8001000" y="838585"/>
                </a:lnTo>
                <a:lnTo>
                  <a:pt x="8549640" y="418765"/>
                </a:lnTo>
                <a:lnTo>
                  <a:pt x="9052560" y="369638"/>
                </a:lnTo>
                <a:lnTo>
                  <a:pt x="9601200" y="269916"/>
                </a:lnTo>
                <a:lnTo>
                  <a:pt x="10149840" y="257250"/>
                </a:lnTo>
                <a:lnTo>
                  <a:pt x="10744200" y="0"/>
                </a:lnTo>
                <a:lnTo>
                  <a:pt x="11338560" y="568225"/>
                </a:lnTo>
                <a:lnTo>
                  <a:pt x="12188952" y="837003"/>
                </a:lnTo>
                <a:lnTo>
                  <a:pt x="12191695" y="3579413"/>
                </a:lnTo>
                <a:close/>
              </a:path>
            </a:pathLst>
          </a:custGeom>
          <a:solidFill>
            <a:srgbClr val="124D72">
              <a:alpha val="7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背景_山体层_2"/>
          <p:cNvSpPr/>
          <p:nvPr/>
        </p:nvSpPr>
        <p:spPr>
          <a:xfrm>
            <a:off x="0" y="3514638"/>
            <a:ext cx="12191695" cy="3343362"/>
          </a:xfrm>
          <a:custGeom>
            <a:avLst/>
            <a:gdLst/>
            <a:ahLst/>
            <a:cxnLst/>
            <a:rect l="l" t="t" r="r" b="b"/>
            <a:pathLst>
              <a:path w="12191695" h="3343362">
                <a:moveTo>
                  <a:pt x="0" y="3343362"/>
                </a:moveTo>
                <a:lnTo>
                  <a:pt x="0" y="89872"/>
                </a:lnTo>
                <a:lnTo>
                  <a:pt x="438912" y="0"/>
                </a:lnTo>
                <a:lnTo>
                  <a:pt x="914400" y="381022"/>
                </a:lnTo>
                <a:lnTo>
                  <a:pt x="1298448" y="393165"/>
                </a:lnTo>
                <a:lnTo>
                  <a:pt x="1737360" y="509037"/>
                </a:lnTo>
                <a:lnTo>
                  <a:pt x="2121408" y="549549"/>
                </a:lnTo>
                <a:lnTo>
                  <a:pt x="2487168" y="531820"/>
                </a:lnTo>
                <a:lnTo>
                  <a:pt x="2944368" y="900942"/>
                </a:lnTo>
                <a:lnTo>
                  <a:pt x="3429000" y="788411"/>
                </a:lnTo>
                <a:lnTo>
                  <a:pt x="3840480" y="398583"/>
                </a:lnTo>
                <a:lnTo>
                  <a:pt x="4315968" y="227901"/>
                </a:lnTo>
                <a:lnTo>
                  <a:pt x="4754880" y="80478"/>
                </a:lnTo>
                <a:lnTo>
                  <a:pt x="5212080" y="364102"/>
                </a:lnTo>
                <a:lnTo>
                  <a:pt x="5623560" y="394692"/>
                </a:lnTo>
                <a:lnTo>
                  <a:pt x="6053328" y="226250"/>
                </a:lnTo>
                <a:lnTo>
                  <a:pt x="6446520" y="495236"/>
                </a:lnTo>
                <a:lnTo>
                  <a:pt x="6949440" y="735339"/>
                </a:lnTo>
                <a:lnTo>
                  <a:pt x="7452360" y="925475"/>
                </a:lnTo>
                <a:lnTo>
                  <a:pt x="7955279" y="629255"/>
                </a:lnTo>
                <a:lnTo>
                  <a:pt x="8458200" y="222317"/>
                </a:lnTo>
                <a:lnTo>
                  <a:pt x="8915400" y="358180"/>
                </a:lnTo>
                <a:lnTo>
                  <a:pt x="9436608" y="236701"/>
                </a:lnTo>
                <a:lnTo>
                  <a:pt x="9921240" y="290787"/>
                </a:lnTo>
                <a:lnTo>
                  <a:pt x="10424160" y="149577"/>
                </a:lnTo>
                <a:lnTo>
                  <a:pt x="10972800" y="646414"/>
                </a:lnTo>
                <a:lnTo>
                  <a:pt x="11475720" y="892971"/>
                </a:lnTo>
                <a:lnTo>
                  <a:pt x="12188952" y="688790"/>
                </a:lnTo>
                <a:lnTo>
                  <a:pt x="12191695" y="3343362"/>
                </a:lnTo>
                <a:close/>
              </a:path>
            </a:pathLst>
          </a:custGeom>
          <a:solidFill>
            <a:srgbClr val="0F4165">
              <a:alpha val="8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背景_山体层_3"/>
          <p:cNvSpPr/>
          <p:nvPr/>
        </p:nvSpPr>
        <p:spPr>
          <a:xfrm>
            <a:off x="0" y="3810785"/>
            <a:ext cx="12191695" cy="3047215"/>
          </a:xfrm>
          <a:custGeom>
            <a:avLst/>
            <a:gdLst/>
            <a:ahLst/>
            <a:cxnLst/>
            <a:rect l="l" t="t" r="r" b="b"/>
            <a:pathLst>
              <a:path w="12191695" h="3047215">
                <a:moveTo>
                  <a:pt x="0" y="3047215"/>
                </a:moveTo>
                <a:lnTo>
                  <a:pt x="0" y="0"/>
                </a:lnTo>
                <a:lnTo>
                  <a:pt x="384048" y="183268"/>
                </a:lnTo>
                <a:lnTo>
                  <a:pt x="804672" y="615808"/>
                </a:lnTo>
                <a:lnTo>
                  <a:pt x="1188720" y="569560"/>
                </a:lnTo>
                <a:lnTo>
                  <a:pt x="1572768" y="550615"/>
                </a:lnTo>
                <a:lnTo>
                  <a:pt x="1965960" y="697285"/>
                </a:lnTo>
                <a:lnTo>
                  <a:pt x="2377440" y="690214"/>
                </a:lnTo>
                <a:lnTo>
                  <a:pt x="2788920" y="841443"/>
                </a:lnTo>
                <a:lnTo>
                  <a:pt x="3154680" y="781352"/>
                </a:lnTo>
                <a:lnTo>
                  <a:pt x="3611880" y="210878"/>
                </a:lnTo>
                <a:lnTo>
                  <a:pt x="4041648" y="121860"/>
                </a:lnTo>
                <a:lnTo>
                  <a:pt x="4443984" y="207229"/>
                </a:lnTo>
                <a:lnTo>
                  <a:pt x="4846320" y="285864"/>
                </a:lnTo>
                <a:lnTo>
                  <a:pt x="5303520" y="545930"/>
                </a:lnTo>
                <a:lnTo>
                  <a:pt x="5724144" y="414374"/>
                </a:lnTo>
                <a:lnTo>
                  <a:pt x="6144768" y="498172"/>
                </a:lnTo>
                <a:lnTo>
                  <a:pt x="6565392" y="890948"/>
                </a:lnTo>
                <a:lnTo>
                  <a:pt x="6967728" y="864269"/>
                </a:lnTo>
                <a:lnTo>
                  <a:pt x="7388352" y="739645"/>
                </a:lnTo>
                <a:lnTo>
                  <a:pt x="7790688" y="472346"/>
                </a:lnTo>
                <a:lnTo>
                  <a:pt x="8211312" y="97453"/>
                </a:lnTo>
                <a:lnTo>
                  <a:pt x="8641080" y="290337"/>
                </a:lnTo>
                <a:lnTo>
                  <a:pt x="9070848" y="377208"/>
                </a:lnTo>
                <a:lnTo>
                  <a:pt x="9491472" y="240901"/>
                </a:lnTo>
                <a:lnTo>
                  <a:pt x="9930384" y="374971"/>
                </a:lnTo>
                <a:lnTo>
                  <a:pt x="10387584" y="445894"/>
                </a:lnTo>
                <a:lnTo>
                  <a:pt x="10808208" y="811393"/>
                </a:lnTo>
                <a:lnTo>
                  <a:pt x="11292840" y="898375"/>
                </a:lnTo>
                <a:lnTo>
                  <a:pt x="12188952" y="459186"/>
                </a:lnTo>
                <a:lnTo>
                  <a:pt x="12191695" y="3047215"/>
                </a:lnTo>
                <a:close/>
              </a:path>
            </a:pathLst>
          </a:custGeom>
          <a:solidFill>
            <a:srgbClr val="0A3456">
              <a:alpha val="9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背景_数据光柱_1"/>
          <p:cNvCxnSpPr/>
          <p:nvPr/>
        </p:nvCxnSpPr>
        <p:spPr>
          <a:xfrm>
            <a:off x="502920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背景_光柱节点_1"/>
          <p:cNvSpPr/>
          <p:nvPr/>
        </p:nvSpPr>
        <p:spPr>
          <a:xfrm>
            <a:off x="480060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背景_数据光柱_2"/>
          <p:cNvCxnSpPr/>
          <p:nvPr/>
        </p:nvCxnSpPr>
        <p:spPr>
          <a:xfrm>
            <a:off x="749808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背景_光柱节点_2"/>
          <p:cNvSpPr/>
          <p:nvPr/>
        </p:nvSpPr>
        <p:spPr>
          <a:xfrm>
            <a:off x="726947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背景_数据光柱_3"/>
          <p:cNvCxnSpPr/>
          <p:nvPr/>
        </p:nvCxnSpPr>
        <p:spPr>
          <a:xfrm>
            <a:off x="969264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背景_光柱节点_3"/>
          <p:cNvSpPr/>
          <p:nvPr/>
        </p:nvSpPr>
        <p:spPr>
          <a:xfrm>
            <a:off x="946404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背景_数据光柱_4"/>
          <p:cNvCxnSpPr/>
          <p:nvPr/>
        </p:nvCxnSpPr>
        <p:spPr>
          <a:xfrm>
            <a:off x="10954512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背景_光柱节点_4"/>
          <p:cNvSpPr/>
          <p:nvPr/>
        </p:nvSpPr>
        <p:spPr>
          <a:xfrm>
            <a:off x="10931652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背景_数据光柱_5"/>
          <p:cNvCxnSpPr/>
          <p:nvPr/>
        </p:nvCxnSpPr>
        <p:spPr>
          <a:xfrm>
            <a:off x="11201400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背景_光柱节点_5"/>
          <p:cNvSpPr/>
          <p:nvPr/>
        </p:nvSpPr>
        <p:spPr>
          <a:xfrm>
            <a:off x="11178540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背景_数据光柱_6"/>
          <p:cNvCxnSpPr/>
          <p:nvPr/>
        </p:nvCxnSpPr>
        <p:spPr>
          <a:xfrm>
            <a:off x="11475720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背景_光柱节点_6"/>
          <p:cNvSpPr/>
          <p:nvPr/>
        </p:nvSpPr>
        <p:spPr>
          <a:xfrm>
            <a:off x="11452860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背景_地面暗层"/>
          <p:cNvSpPr/>
          <p:nvPr/>
        </p:nvSpPr>
        <p:spPr>
          <a:xfrm>
            <a:off x="0" y="4617720"/>
            <a:ext cx="12191695" cy="2240280"/>
          </a:xfrm>
          <a:prstGeom prst="rect">
            <a:avLst/>
          </a:prstGeom>
          <a:solidFill>
            <a:srgbClr val="062742">
              <a:alpha val="9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背景_光路底_0"/>
          <p:cNvCxnSpPr/>
          <p:nvPr/>
        </p:nvCxnSpPr>
        <p:spPr>
          <a:xfrm>
            <a:off x="155447" y="5500116"/>
            <a:ext cx="495301" cy="2269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背景_光路亮线_0"/>
          <p:cNvCxnSpPr/>
          <p:nvPr/>
        </p:nvCxnSpPr>
        <p:spPr>
          <a:xfrm>
            <a:off x="155447" y="5500116"/>
            <a:ext cx="495301" cy="2269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背景_光路底_0"/>
          <p:cNvCxnSpPr/>
          <p:nvPr/>
        </p:nvCxnSpPr>
        <p:spPr>
          <a:xfrm>
            <a:off x="650748" y="5522814"/>
            <a:ext cx="495299" cy="15742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背景_光路亮线_0"/>
          <p:cNvCxnSpPr/>
          <p:nvPr/>
        </p:nvCxnSpPr>
        <p:spPr>
          <a:xfrm>
            <a:off x="650748" y="5522814"/>
            <a:ext cx="495299" cy="15742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背景_光路底_0"/>
          <p:cNvCxnSpPr/>
          <p:nvPr/>
        </p:nvCxnSpPr>
        <p:spPr>
          <a:xfrm>
            <a:off x="1146047" y="5538556"/>
            <a:ext cx="495301" cy="38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背景_光路亮线_0"/>
          <p:cNvCxnSpPr/>
          <p:nvPr/>
        </p:nvCxnSpPr>
        <p:spPr>
          <a:xfrm>
            <a:off x="1146047" y="5538556"/>
            <a:ext cx="495301" cy="38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背景_光路底_0"/>
          <p:cNvCxnSpPr/>
          <p:nvPr/>
        </p:nvCxnSpPr>
        <p:spPr>
          <a:xfrm flipV="1">
            <a:off x="1641348" y="5518748"/>
            <a:ext cx="495299" cy="2019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背景_光路亮线_0"/>
          <p:cNvCxnSpPr/>
          <p:nvPr/>
        </p:nvCxnSpPr>
        <p:spPr>
          <a:xfrm flipV="1">
            <a:off x="1641348" y="5518748"/>
            <a:ext cx="495299" cy="2019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背景_光路底_0"/>
          <p:cNvCxnSpPr/>
          <p:nvPr/>
        </p:nvCxnSpPr>
        <p:spPr>
          <a:xfrm flipV="1">
            <a:off x="2136647" y="5476807"/>
            <a:ext cx="495301" cy="4194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背景_光路亮线_0"/>
          <p:cNvCxnSpPr/>
          <p:nvPr/>
        </p:nvCxnSpPr>
        <p:spPr>
          <a:xfrm flipV="1">
            <a:off x="2136647" y="5476807"/>
            <a:ext cx="495301" cy="4194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背景_光路底_0"/>
          <p:cNvCxnSpPr/>
          <p:nvPr/>
        </p:nvCxnSpPr>
        <p:spPr>
          <a:xfrm flipV="1">
            <a:off x="2631948" y="5416224"/>
            <a:ext cx="495300" cy="6058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背景_光路亮线_0"/>
          <p:cNvCxnSpPr/>
          <p:nvPr/>
        </p:nvCxnSpPr>
        <p:spPr>
          <a:xfrm flipV="1">
            <a:off x="2631948" y="5416224"/>
            <a:ext cx="495300" cy="6058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背景_光路底_0"/>
          <p:cNvCxnSpPr/>
          <p:nvPr/>
        </p:nvCxnSpPr>
        <p:spPr>
          <a:xfrm flipV="1">
            <a:off x="3127248" y="5343834"/>
            <a:ext cx="495300" cy="7239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背景_光路亮线_0"/>
          <p:cNvCxnSpPr/>
          <p:nvPr/>
        </p:nvCxnSpPr>
        <p:spPr>
          <a:xfrm flipV="1">
            <a:off x="3127248" y="5343834"/>
            <a:ext cx="495300" cy="7239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背景_光路底_0"/>
          <p:cNvCxnSpPr/>
          <p:nvPr/>
        </p:nvCxnSpPr>
        <p:spPr>
          <a:xfrm flipV="1">
            <a:off x="3622548" y="5269035"/>
            <a:ext cx="495299" cy="74799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背景_光路亮线_0"/>
          <p:cNvCxnSpPr/>
          <p:nvPr/>
        </p:nvCxnSpPr>
        <p:spPr>
          <a:xfrm flipV="1">
            <a:off x="3622548" y="5269035"/>
            <a:ext cx="495299" cy="74799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背景_光路底_0"/>
          <p:cNvCxnSpPr/>
          <p:nvPr/>
        </p:nvCxnSpPr>
        <p:spPr>
          <a:xfrm flipV="1">
            <a:off x="4117847" y="5202181"/>
            <a:ext cx="495301" cy="66854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背景_光路亮线_0"/>
          <p:cNvCxnSpPr/>
          <p:nvPr/>
        </p:nvCxnSpPr>
        <p:spPr>
          <a:xfrm flipV="1">
            <a:off x="4117847" y="5202181"/>
            <a:ext cx="495301" cy="66854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背景_光路底_0"/>
          <p:cNvCxnSpPr/>
          <p:nvPr/>
        </p:nvCxnSpPr>
        <p:spPr>
          <a:xfrm flipV="1">
            <a:off x="4613148" y="5152812"/>
            <a:ext cx="495300" cy="49369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背景_光路亮线_0"/>
          <p:cNvCxnSpPr/>
          <p:nvPr/>
        </p:nvCxnSpPr>
        <p:spPr>
          <a:xfrm flipV="1">
            <a:off x="4613148" y="5152812"/>
            <a:ext cx="495300" cy="49369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背景_光路底_0"/>
          <p:cNvCxnSpPr/>
          <p:nvPr/>
        </p:nvCxnSpPr>
        <p:spPr>
          <a:xfrm flipV="1">
            <a:off x="5108448" y="5128016"/>
            <a:ext cx="495300" cy="24796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背景_光路亮线_0"/>
          <p:cNvCxnSpPr/>
          <p:nvPr/>
        </p:nvCxnSpPr>
        <p:spPr>
          <a:xfrm flipV="1">
            <a:off x="5108448" y="5128016"/>
            <a:ext cx="495300" cy="24796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背景_光路底_0"/>
          <p:cNvCxnSpPr/>
          <p:nvPr/>
        </p:nvCxnSpPr>
        <p:spPr>
          <a:xfrm>
            <a:off x="5603748" y="5128016"/>
            <a:ext cx="495300" cy="320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背景_光路亮线_0"/>
          <p:cNvCxnSpPr/>
          <p:nvPr/>
        </p:nvCxnSpPr>
        <p:spPr>
          <a:xfrm>
            <a:off x="5603748" y="5128016"/>
            <a:ext cx="495300" cy="320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背景_光路底_0"/>
          <p:cNvCxnSpPr/>
          <p:nvPr/>
        </p:nvCxnSpPr>
        <p:spPr>
          <a:xfrm>
            <a:off x="6099048" y="5131221"/>
            <a:ext cx="495299" cy="3038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背景_光路亮线_0"/>
          <p:cNvCxnSpPr/>
          <p:nvPr/>
        </p:nvCxnSpPr>
        <p:spPr>
          <a:xfrm>
            <a:off x="6099048" y="5131221"/>
            <a:ext cx="495299" cy="3038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背景_光路底_0"/>
          <p:cNvCxnSpPr/>
          <p:nvPr/>
        </p:nvCxnSpPr>
        <p:spPr>
          <a:xfrm>
            <a:off x="6594347" y="5161608"/>
            <a:ext cx="495301" cy="5264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背景_光路亮线_0"/>
          <p:cNvCxnSpPr/>
          <p:nvPr/>
        </p:nvCxnSpPr>
        <p:spPr>
          <a:xfrm>
            <a:off x="6594347" y="5161608"/>
            <a:ext cx="495301" cy="5264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背景_光路底_0"/>
          <p:cNvCxnSpPr/>
          <p:nvPr/>
        </p:nvCxnSpPr>
        <p:spPr>
          <a:xfrm>
            <a:off x="7089648" y="5214248"/>
            <a:ext cx="495300" cy="6670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背景_光路亮线_0"/>
          <p:cNvCxnSpPr/>
          <p:nvPr/>
        </p:nvCxnSpPr>
        <p:spPr>
          <a:xfrm>
            <a:off x="7089648" y="5214248"/>
            <a:ext cx="495300" cy="6670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背景_光路底_0"/>
          <p:cNvCxnSpPr/>
          <p:nvPr/>
        </p:nvCxnSpPr>
        <p:spPr>
          <a:xfrm>
            <a:off x="7584948" y="5280949"/>
            <a:ext cx="495299" cy="70706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背景_光路亮线_0"/>
          <p:cNvCxnSpPr/>
          <p:nvPr/>
        </p:nvCxnSpPr>
        <p:spPr>
          <a:xfrm>
            <a:off x="7584948" y="5280949"/>
            <a:ext cx="495299" cy="70706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背景_光路底_0"/>
          <p:cNvCxnSpPr/>
          <p:nvPr/>
        </p:nvCxnSpPr>
        <p:spPr>
          <a:xfrm>
            <a:off x="8080247" y="5351655"/>
            <a:ext cx="495301" cy="6451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背景_光路亮线_0"/>
          <p:cNvCxnSpPr/>
          <p:nvPr/>
        </p:nvCxnSpPr>
        <p:spPr>
          <a:xfrm>
            <a:off x="8080247" y="5351655"/>
            <a:ext cx="495301" cy="6451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背景_光路底_0"/>
          <p:cNvCxnSpPr/>
          <p:nvPr/>
        </p:nvCxnSpPr>
        <p:spPr>
          <a:xfrm>
            <a:off x="8575548" y="5416170"/>
            <a:ext cx="495300" cy="49729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背景_光路亮线_0"/>
          <p:cNvCxnSpPr/>
          <p:nvPr/>
        </p:nvCxnSpPr>
        <p:spPr>
          <a:xfrm>
            <a:off x="8575548" y="5416170"/>
            <a:ext cx="495300" cy="49729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背景_光路底_0"/>
          <p:cNvCxnSpPr/>
          <p:nvPr/>
        </p:nvCxnSpPr>
        <p:spPr>
          <a:xfrm>
            <a:off x="9070848" y="5465899"/>
            <a:ext cx="495300" cy="2942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背景_光路亮线_0"/>
          <p:cNvCxnSpPr/>
          <p:nvPr/>
        </p:nvCxnSpPr>
        <p:spPr>
          <a:xfrm>
            <a:off x="9070848" y="5465899"/>
            <a:ext cx="495300" cy="2942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背景_光路底_0"/>
          <p:cNvCxnSpPr/>
          <p:nvPr/>
        </p:nvCxnSpPr>
        <p:spPr>
          <a:xfrm>
            <a:off x="9566148" y="5495320"/>
            <a:ext cx="495300" cy="761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背景_光路亮线_0"/>
          <p:cNvCxnSpPr/>
          <p:nvPr/>
        </p:nvCxnSpPr>
        <p:spPr>
          <a:xfrm>
            <a:off x="9566148" y="5495320"/>
            <a:ext cx="495300" cy="761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背景_光路底_0"/>
          <p:cNvCxnSpPr/>
          <p:nvPr/>
        </p:nvCxnSpPr>
        <p:spPr>
          <a:xfrm flipV="1">
            <a:off x="10061448" y="5491503"/>
            <a:ext cx="495300" cy="1142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背景_光路亮线_0"/>
          <p:cNvCxnSpPr/>
          <p:nvPr/>
        </p:nvCxnSpPr>
        <p:spPr>
          <a:xfrm flipV="1">
            <a:off x="10061448" y="5491503"/>
            <a:ext cx="495300" cy="1142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背景_光路底_0"/>
          <p:cNvCxnSpPr/>
          <p:nvPr/>
        </p:nvCxnSpPr>
        <p:spPr>
          <a:xfrm flipV="1">
            <a:off x="10556748" y="5467610"/>
            <a:ext cx="495300" cy="2389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背景_光路亮线_0"/>
          <p:cNvCxnSpPr/>
          <p:nvPr/>
        </p:nvCxnSpPr>
        <p:spPr>
          <a:xfrm flipV="1">
            <a:off x="10556748" y="5467610"/>
            <a:ext cx="495300" cy="2389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背景_光路底_0"/>
          <p:cNvCxnSpPr/>
          <p:nvPr/>
        </p:nvCxnSpPr>
        <p:spPr>
          <a:xfrm flipV="1">
            <a:off x="11052048" y="5440503"/>
            <a:ext cx="495300" cy="2710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背景_光路亮线_0"/>
          <p:cNvCxnSpPr/>
          <p:nvPr/>
        </p:nvCxnSpPr>
        <p:spPr>
          <a:xfrm flipV="1">
            <a:off x="11052048" y="5440503"/>
            <a:ext cx="495300" cy="2710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背景_光路底_0"/>
          <p:cNvCxnSpPr/>
          <p:nvPr/>
        </p:nvCxnSpPr>
        <p:spPr>
          <a:xfrm flipV="1">
            <a:off x="11547348" y="5420523"/>
            <a:ext cx="495300" cy="1998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背景_光路亮线_0"/>
          <p:cNvCxnSpPr/>
          <p:nvPr/>
        </p:nvCxnSpPr>
        <p:spPr>
          <a:xfrm flipV="1">
            <a:off x="11547348" y="5420523"/>
            <a:ext cx="495300" cy="1998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背景_光路底_1"/>
          <p:cNvCxnSpPr/>
          <p:nvPr/>
        </p:nvCxnSpPr>
        <p:spPr>
          <a:xfrm flipV="1">
            <a:off x="155447" y="5658465"/>
            <a:ext cx="495301" cy="1505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背景_光路亮线_1"/>
          <p:cNvCxnSpPr/>
          <p:nvPr/>
        </p:nvCxnSpPr>
        <p:spPr>
          <a:xfrm flipV="1">
            <a:off x="155447" y="5658465"/>
            <a:ext cx="495301" cy="1505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背景_光路底_1"/>
          <p:cNvCxnSpPr/>
          <p:nvPr/>
        </p:nvCxnSpPr>
        <p:spPr>
          <a:xfrm flipV="1">
            <a:off x="650748" y="5621848"/>
            <a:ext cx="495299" cy="3661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背景_光路亮线_1"/>
          <p:cNvCxnSpPr/>
          <p:nvPr/>
        </p:nvCxnSpPr>
        <p:spPr>
          <a:xfrm flipV="1">
            <a:off x="650748" y="5621848"/>
            <a:ext cx="495299" cy="3661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背景_光路底_1"/>
          <p:cNvCxnSpPr/>
          <p:nvPr/>
        </p:nvCxnSpPr>
        <p:spPr>
          <a:xfrm flipV="1">
            <a:off x="1146047" y="5564230"/>
            <a:ext cx="495301" cy="5761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背景_光路亮线_1"/>
          <p:cNvCxnSpPr/>
          <p:nvPr/>
        </p:nvCxnSpPr>
        <p:spPr>
          <a:xfrm flipV="1">
            <a:off x="1146047" y="5564230"/>
            <a:ext cx="495301" cy="5761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背景_光路底_1"/>
          <p:cNvCxnSpPr/>
          <p:nvPr/>
        </p:nvCxnSpPr>
        <p:spPr>
          <a:xfrm flipV="1">
            <a:off x="1641348" y="5490308"/>
            <a:ext cx="495299" cy="73922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背景_光路亮线_1"/>
          <p:cNvCxnSpPr/>
          <p:nvPr/>
        </p:nvCxnSpPr>
        <p:spPr>
          <a:xfrm flipV="1">
            <a:off x="1641348" y="5490308"/>
            <a:ext cx="495299" cy="73922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背景_光路底_1"/>
          <p:cNvCxnSpPr/>
          <p:nvPr/>
        </p:nvCxnSpPr>
        <p:spPr>
          <a:xfrm flipV="1">
            <a:off x="2136647" y="5408114"/>
            <a:ext cx="495301" cy="82194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背景_光路亮线_1"/>
          <p:cNvCxnSpPr/>
          <p:nvPr/>
        </p:nvCxnSpPr>
        <p:spPr>
          <a:xfrm flipV="1">
            <a:off x="2136647" y="5408114"/>
            <a:ext cx="495301" cy="82194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背景_光路底_1"/>
          <p:cNvCxnSpPr/>
          <p:nvPr/>
        </p:nvCxnSpPr>
        <p:spPr>
          <a:xfrm flipV="1">
            <a:off x="2631948" y="5327637"/>
            <a:ext cx="495300" cy="8047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背景_光路亮线_1"/>
          <p:cNvCxnSpPr/>
          <p:nvPr/>
        </p:nvCxnSpPr>
        <p:spPr>
          <a:xfrm flipV="1">
            <a:off x="2631948" y="5327637"/>
            <a:ext cx="495300" cy="8047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背景_光路底_1"/>
          <p:cNvCxnSpPr/>
          <p:nvPr/>
        </p:nvCxnSpPr>
        <p:spPr>
          <a:xfrm flipV="1">
            <a:off x="3127248" y="5259116"/>
            <a:ext cx="495300" cy="6852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背景_光路亮线_1"/>
          <p:cNvCxnSpPr/>
          <p:nvPr/>
        </p:nvCxnSpPr>
        <p:spPr>
          <a:xfrm flipV="1">
            <a:off x="3127248" y="5259116"/>
            <a:ext cx="495300" cy="6852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背景_光路底_1"/>
          <p:cNvCxnSpPr/>
          <p:nvPr/>
        </p:nvCxnSpPr>
        <p:spPr>
          <a:xfrm flipV="1">
            <a:off x="3622548" y="5211289"/>
            <a:ext cx="495299" cy="4782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背景_光路亮线_1"/>
          <p:cNvCxnSpPr/>
          <p:nvPr/>
        </p:nvCxnSpPr>
        <p:spPr>
          <a:xfrm flipV="1">
            <a:off x="3622548" y="5211289"/>
            <a:ext cx="495299" cy="4782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背景_光路底_1"/>
          <p:cNvCxnSpPr/>
          <p:nvPr/>
        </p:nvCxnSpPr>
        <p:spPr>
          <a:xfrm flipV="1">
            <a:off x="4117847" y="5189894"/>
            <a:ext cx="495301" cy="2139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背景_光路亮线_1"/>
          <p:cNvCxnSpPr/>
          <p:nvPr/>
        </p:nvCxnSpPr>
        <p:spPr>
          <a:xfrm flipV="1">
            <a:off x="4117847" y="5189894"/>
            <a:ext cx="495301" cy="2139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背景_光路底_1"/>
          <p:cNvCxnSpPr/>
          <p:nvPr/>
        </p:nvCxnSpPr>
        <p:spPr>
          <a:xfrm>
            <a:off x="4613148" y="5189894"/>
            <a:ext cx="495300" cy="679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背景_光路亮线_1"/>
          <p:cNvCxnSpPr/>
          <p:nvPr/>
        </p:nvCxnSpPr>
        <p:spPr>
          <a:xfrm>
            <a:off x="4613148" y="5189894"/>
            <a:ext cx="495300" cy="679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背景_光路底_1"/>
          <p:cNvCxnSpPr/>
          <p:nvPr/>
        </p:nvCxnSpPr>
        <p:spPr>
          <a:xfrm>
            <a:off x="5108448" y="5196692"/>
            <a:ext cx="495300" cy="3246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背景_光路亮线_1"/>
          <p:cNvCxnSpPr/>
          <p:nvPr/>
        </p:nvCxnSpPr>
        <p:spPr>
          <a:xfrm>
            <a:off x="5108448" y="5196692"/>
            <a:ext cx="495300" cy="3246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背景_光路底_1"/>
          <p:cNvCxnSpPr/>
          <p:nvPr/>
        </p:nvCxnSpPr>
        <p:spPr>
          <a:xfrm>
            <a:off x="5603748" y="5229160"/>
            <a:ext cx="495300" cy="5176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背景_光路亮线_1"/>
          <p:cNvCxnSpPr/>
          <p:nvPr/>
        </p:nvCxnSpPr>
        <p:spPr>
          <a:xfrm>
            <a:off x="5603748" y="5229160"/>
            <a:ext cx="495300" cy="5176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背景_光路底_1"/>
          <p:cNvCxnSpPr/>
          <p:nvPr/>
        </p:nvCxnSpPr>
        <p:spPr>
          <a:xfrm>
            <a:off x="6099048" y="5280928"/>
            <a:ext cx="495299" cy="6193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背景_光路亮线_1"/>
          <p:cNvCxnSpPr/>
          <p:nvPr/>
        </p:nvCxnSpPr>
        <p:spPr>
          <a:xfrm>
            <a:off x="6099048" y="5280928"/>
            <a:ext cx="495299" cy="6193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背景_光路底_1"/>
          <p:cNvCxnSpPr/>
          <p:nvPr/>
        </p:nvCxnSpPr>
        <p:spPr>
          <a:xfrm>
            <a:off x="6594347" y="5342866"/>
            <a:ext cx="495301" cy="6178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背景_光路亮线_1"/>
          <p:cNvCxnSpPr/>
          <p:nvPr/>
        </p:nvCxnSpPr>
        <p:spPr>
          <a:xfrm>
            <a:off x="6594347" y="5342866"/>
            <a:ext cx="495301" cy="6178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背景_光路底_1"/>
          <p:cNvCxnSpPr/>
          <p:nvPr/>
        </p:nvCxnSpPr>
        <p:spPr>
          <a:xfrm>
            <a:off x="7089648" y="5404647"/>
            <a:ext cx="495300" cy="5186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背景_光路亮线_1"/>
          <p:cNvCxnSpPr/>
          <p:nvPr/>
        </p:nvCxnSpPr>
        <p:spPr>
          <a:xfrm>
            <a:off x="7089648" y="5404647"/>
            <a:ext cx="495300" cy="5186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背景_光路底_1"/>
          <p:cNvCxnSpPr/>
          <p:nvPr/>
        </p:nvCxnSpPr>
        <p:spPr>
          <a:xfrm>
            <a:off x="7584948" y="5456515"/>
            <a:ext cx="495299" cy="3443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背景_光路亮线_1"/>
          <p:cNvCxnSpPr/>
          <p:nvPr/>
        </p:nvCxnSpPr>
        <p:spPr>
          <a:xfrm>
            <a:off x="7584948" y="5456515"/>
            <a:ext cx="495299" cy="3443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背景_光路底_1"/>
          <p:cNvCxnSpPr/>
          <p:nvPr/>
        </p:nvCxnSpPr>
        <p:spPr>
          <a:xfrm>
            <a:off x="8080247" y="5490952"/>
            <a:ext cx="495301" cy="13016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背景_光路亮线_1"/>
          <p:cNvCxnSpPr/>
          <p:nvPr/>
        </p:nvCxnSpPr>
        <p:spPr>
          <a:xfrm>
            <a:off x="8080247" y="5490952"/>
            <a:ext cx="495301" cy="13016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背景_光路底_1"/>
          <p:cNvCxnSpPr/>
          <p:nvPr/>
        </p:nvCxnSpPr>
        <p:spPr>
          <a:xfrm flipV="1">
            <a:off x="8575548" y="5495779"/>
            <a:ext cx="495300" cy="8189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背景_光路亮线_1"/>
          <p:cNvCxnSpPr/>
          <p:nvPr/>
        </p:nvCxnSpPr>
        <p:spPr>
          <a:xfrm flipV="1">
            <a:off x="8575548" y="5495779"/>
            <a:ext cx="495300" cy="8189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背景_光路底_1"/>
          <p:cNvCxnSpPr/>
          <p:nvPr/>
        </p:nvCxnSpPr>
        <p:spPr>
          <a:xfrm flipV="1">
            <a:off x="9070848" y="5470776"/>
            <a:ext cx="495300" cy="2500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背景_光路亮线_1"/>
          <p:cNvCxnSpPr/>
          <p:nvPr/>
        </p:nvCxnSpPr>
        <p:spPr>
          <a:xfrm flipV="1">
            <a:off x="9070848" y="5470776"/>
            <a:ext cx="495300" cy="2500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背景_光路底_1"/>
          <p:cNvCxnSpPr/>
          <p:nvPr/>
        </p:nvCxnSpPr>
        <p:spPr>
          <a:xfrm flipV="1">
            <a:off x="9566148" y="5436768"/>
            <a:ext cx="495300" cy="3400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背景_光路亮线_1"/>
          <p:cNvCxnSpPr/>
          <p:nvPr/>
        </p:nvCxnSpPr>
        <p:spPr>
          <a:xfrm flipV="1">
            <a:off x="9566148" y="5436768"/>
            <a:ext cx="495300" cy="3400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背景_光路底_1"/>
          <p:cNvCxnSpPr/>
          <p:nvPr/>
        </p:nvCxnSpPr>
        <p:spPr>
          <a:xfrm flipV="1">
            <a:off x="10061448" y="5403648"/>
            <a:ext cx="495300" cy="3312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背景_光路亮线_1"/>
          <p:cNvCxnSpPr/>
          <p:nvPr/>
        </p:nvCxnSpPr>
        <p:spPr>
          <a:xfrm flipV="1">
            <a:off x="10061448" y="5403648"/>
            <a:ext cx="495300" cy="3312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背景_光路底_1"/>
          <p:cNvCxnSpPr/>
          <p:nvPr/>
        </p:nvCxnSpPr>
        <p:spPr>
          <a:xfrm flipV="1">
            <a:off x="10556748" y="5381703"/>
            <a:ext cx="495300" cy="2194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背景_光路亮线_1"/>
          <p:cNvCxnSpPr/>
          <p:nvPr/>
        </p:nvCxnSpPr>
        <p:spPr>
          <a:xfrm flipV="1">
            <a:off x="10556748" y="5381703"/>
            <a:ext cx="495300" cy="2194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背景_光路底_1"/>
          <p:cNvCxnSpPr/>
          <p:nvPr/>
        </p:nvCxnSpPr>
        <p:spPr>
          <a:xfrm flipV="1">
            <a:off x="11052048" y="5379848"/>
            <a:ext cx="495300" cy="185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背景_光路亮线_1"/>
          <p:cNvCxnSpPr/>
          <p:nvPr/>
        </p:nvCxnSpPr>
        <p:spPr>
          <a:xfrm flipV="1">
            <a:off x="11052048" y="5379848"/>
            <a:ext cx="495300" cy="185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背景_光路底_1"/>
          <p:cNvCxnSpPr/>
          <p:nvPr/>
        </p:nvCxnSpPr>
        <p:spPr>
          <a:xfrm>
            <a:off x="11547348" y="5379848"/>
            <a:ext cx="495300" cy="2425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背景_光路亮线_1"/>
          <p:cNvCxnSpPr/>
          <p:nvPr/>
        </p:nvCxnSpPr>
        <p:spPr>
          <a:xfrm>
            <a:off x="11547348" y="5379848"/>
            <a:ext cx="495300" cy="2425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背景_光路底_2"/>
          <p:cNvCxnSpPr/>
          <p:nvPr/>
        </p:nvCxnSpPr>
        <p:spPr>
          <a:xfrm flipV="1">
            <a:off x="155447" y="5661198"/>
            <a:ext cx="495301" cy="7253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背景_光路亮线_2"/>
          <p:cNvCxnSpPr/>
          <p:nvPr/>
        </p:nvCxnSpPr>
        <p:spPr>
          <a:xfrm flipV="1">
            <a:off x="155447" y="5661198"/>
            <a:ext cx="495301" cy="7253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背景_光路底_2"/>
          <p:cNvCxnSpPr/>
          <p:nvPr/>
        </p:nvCxnSpPr>
        <p:spPr>
          <a:xfrm flipV="1">
            <a:off x="650748" y="5575238"/>
            <a:ext cx="495299" cy="8596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背景_光路亮线_2"/>
          <p:cNvCxnSpPr/>
          <p:nvPr/>
        </p:nvCxnSpPr>
        <p:spPr>
          <a:xfrm flipV="1">
            <a:off x="650748" y="5575238"/>
            <a:ext cx="495299" cy="8596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背景_光路底_2"/>
          <p:cNvCxnSpPr/>
          <p:nvPr/>
        </p:nvCxnSpPr>
        <p:spPr>
          <a:xfrm flipV="1">
            <a:off x="1146047" y="5484858"/>
            <a:ext cx="495301" cy="9038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背景_光路亮线_2"/>
          <p:cNvCxnSpPr/>
          <p:nvPr/>
        </p:nvCxnSpPr>
        <p:spPr>
          <a:xfrm flipV="1">
            <a:off x="1146047" y="5484858"/>
            <a:ext cx="495301" cy="9038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背景_光路底_2"/>
          <p:cNvCxnSpPr/>
          <p:nvPr/>
        </p:nvCxnSpPr>
        <p:spPr>
          <a:xfrm flipV="1">
            <a:off x="1641348" y="5400361"/>
            <a:ext cx="495299" cy="8449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背景_光路亮线_2"/>
          <p:cNvCxnSpPr/>
          <p:nvPr/>
        </p:nvCxnSpPr>
        <p:spPr>
          <a:xfrm flipV="1">
            <a:off x="1641348" y="5400361"/>
            <a:ext cx="495299" cy="8449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背景_光路底_2"/>
          <p:cNvCxnSpPr/>
          <p:nvPr/>
        </p:nvCxnSpPr>
        <p:spPr>
          <a:xfrm flipV="1">
            <a:off x="2136647" y="5331588"/>
            <a:ext cx="495301" cy="6877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背景_光路亮线_2"/>
          <p:cNvCxnSpPr/>
          <p:nvPr/>
        </p:nvCxnSpPr>
        <p:spPr>
          <a:xfrm flipV="1">
            <a:off x="2136647" y="5331588"/>
            <a:ext cx="495301" cy="6877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背景_光路底_2"/>
          <p:cNvCxnSpPr/>
          <p:nvPr/>
        </p:nvCxnSpPr>
        <p:spPr>
          <a:xfrm flipV="1">
            <a:off x="2631948" y="5286233"/>
            <a:ext cx="495300" cy="4535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背景_光路亮线_2"/>
          <p:cNvCxnSpPr/>
          <p:nvPr/>
        </p:nvCxnSpPr>
        <p:spPr>
          <a:xfrm flipV="1">
            <a:off x="2631948" y="5286233"/>
            <a:ext cx="495300" cy="4535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背景_光路底_2"/>
          <p:cNvCxnSpPr/>
          <p:nvPr/>
        </p:nvCxnSpPr>
        <p:spPr>
          <a:xfrm flipV="1">
            <a:off x="3127248" y="5268525"/>
            <a:ext cx="495300" cy="1770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背景_光路亮线_2"/>
          <p:cNvCxnSpPr/>
          <p:nvPr/>
        </p:nvCxnSpPr>
        <p:spPr>
          <a:xfrm flipV="1">
            <a:off x="3127248" y="5268525"/>
            <a:ext cx="495300" cy="1770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背景_光路底_2"/>
          <p:cNvCxnSpPr/>
          <p:nvPr/>
        </p:nvCxnSpPr>
        <p:spPr>
          <a:xfrm>
            <a:off x="3622548" y="5268525"/>
            <a:ext cx="495299" cy="998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背景_光路亮线_2"/>
          <p:cNvCxnSpPr/>
          <p:nvPr/>
        </p:nvCxnSpPr>
        <p:spPr>
          <a:xfrm>
            <a:off x="3622548" y="5268525"/>
            <a:ext cx="495299" cy="998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背景_光路底_2"/>
          <p:cNvCxnSpPr/>
          <p:nvPr/>
        </p:nvCxnSpPr>
        <p:spPr>
          <a:xfrm>
            <a:off x="4117847" y="5278506"/>
            <a:ext cx="495301" cy="3351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背景_光路亮线_2"/>
          <p:cNvCxnSpPr/>
          <p:nvPr/>
        </p:nvCxnSpPr>
        <p:spPr>
          <a:xfrm>
            <a:off x="4117847" y="5278506"/>
            <a:ext cx="495301" cy="3351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背景_光路底_2"/>
          <p:cNvCxnSpPr/>
          <p:nvPr/>
        </p:nvCxnSpPr>
        <p:spPr>
          <a:xfrm>
            <a:off x="4613148" y="5312024"/>
            <a:ext cx="495300" cy="4941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背景_光路亮线_2"/>
          <p:cNvCxnSpPr/>
          <p:nvPr/>
        </p:nvCxnSpPr>
        <p:spPr>
          <a:xfrm>
            <a:off x="4613148" y="5312024"/>
            <a:ext cx="495300" cy="4941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背景_光路底_2"/>
          <p:cNvCxnSpPr/>
          <p:nvPr/>
        </p:nvCxnSpPr>
        <p:spPr>
          <a:xfrm>
            <a:off x="5108448" y="5361441"/>
            <a:ext cx="495300" cy="55502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背景_光路亮线_2"/>
          <p:cNvCxnSpPr/>
          <p:nvPr/>
        </p:nvCxnSpPr>
        <p:spPr>
          <a:xfrm>
            <a:off x="5108448" y="5361441"/>
            <a:ext cx="495300" cy="55502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背景_光路底_2"/>
          <p:cNvCxnSpPr/>
          <p:nvPr/>
        </p:nvCxnSpPr>
        <p:spPr>
          <a:xfrm>
            <a:off x="5603748" y="5416943"/>
            <a:ext cx="495300" cy="51276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背景_光路亮线_2"/>
          <p:cNvCxnSpPr/>
          <p:nvPr/>
        </p:nvCxnSpPr>
        <p:spPr>
          <a:xfrm>
            <a:off x="5603748" y="5416943"/>
            <a:ext cx="495300" cy="51276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背景_光路底_2"/>
          <p:cNvCxnSpPr/>
          <p:nvPr/>
        </p:nvCxnSpPr>
        <p:spPr>
          <a:xfrm>
            <a:off x="6099048" y="5468219"/>
            <a:ext cx="495299" cy="38004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背景_光路亮线_2"/>
          <p:cNvCxnSpPr/>
          <p:nvPr/>
        </p:nvCxnSpPr>
        <p:spPr>
          <a:xfrm>
            <a:off x="6099048" y="5468219"/>
            <a:ext cx="495299" cy="38004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背景_光路底_2"/>
          <p:cNvCxnSpPr/>
          <p:nvPr/>
        </p:nvCxnSpPr>
        <p:spPr>
          <a:xfrm>
            <a:off x="6594347" y="5506223"/>
            <a:ext cx="495301" cy="18499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背景_光路亮线_2"/>
          <p:cNvCxnSpPr/>
          <p:nvPr/>
        </p:nvCxnSpPr>
        <p:spPr>
          <a:xfrm>
            <a:off x="6594347" y="5506223"/>
            <a:ext cx="495301" cy="18499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背景_光路底_2"/>
          <p:cNvCxnSpPr/>
          <p:nvPr/>
        </p:nvCxnSpPr>
        <p:spPr>
          <a:xfrm flipV="1">
            <a:off x="7089648" y="5521368"/>
            <a:ext cx="495300" cy="3354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背景_光路亮线_2"/>
          <p:cNvCxnSpPr/>
          <p:nvPr/>
        </p:nvCxnSpPr>
        <p:spPr>
          <a:xfrm flipV="1">
            <a:off x="7089648" y="5521368"/>
            <a:ext cx="495300" cy="3354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背景_光路底_2"/>
          <p:cNvCxnSpPr/>
          <p:nvPr/>
        </p:nvCxnSpPr>
        <p:spPr>
          <a:xfrm flipV="1">
            <a:off x="7584948" y="5498091"/>
            <a:ext cx="495299" cy="2327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背景_光路亮线_2"/>
          <p:cNvCxnSpPr/>
          <p:nvPr/>
        </p:nvCxnSpPr>
        <p:spPr>
          <a:xfrm flipV="1">
            <a:off x="7584948" y="5498091"/>
            <a:ext cx="495299" cy="2327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背景_光路底_2"/>
          <p:cNvCxnSpPr/>
          <p:nvPr/>
        </p:nvCxnSpPr>
        <p:spPr>
          <a:xfrm flipV="1">
            <a:off x="8080247" y="5460777"/>
            <a:ext cx="495301" cy="37314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背景_光路亮线_2"/>
          <p:cNvCxnSpPr/>
          <p:nvPr/>
        </p:nvCxnSpPr>
        <p:spPr>
          <a:xfrm flipV="1">
            <a:off x="8080247" y="5460777"/>
            <a:ext cx="495301" cy="37314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背景_光路底_2"/>
          <p:cNvCxnSpPr/>
          <p:nvPr/>
        </p:nvCxnSpPr>
        <p:spPr>
          <a:xfrm flipV="1">
            <a:off x="8575548" y="5418255"/>
            <a:ext cx="495300" cy="42522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背景_光路亮线_2"/>
          <p:cNvCxnSpPr/>
          <p:nvPr/>
        </p:nvCxnSpPr>
        <p:spPr>
          <a:xfrm flipV="1">
            <a:off x="8575548" y="5418255"/>
            <a:ext cx="495300" cy="42522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背景_光路底_2"/>
          <p:cNvCxnSpPr/>
          <p:nvPr/>
        </p:nvCxnSpPr>
        <p:spPr>
          <a:xfrm flipV="1">
            <a:off x="9070848" y="5380789"/>
            <a:ext cx="495300" cy="37466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背景_光路亮线_2"/>
          <p:cNvCxnSpPr/>
          <p:nvPr/>
        </p:nvCxnSpPr>
        <p:spPr>
          <a:xfrm flipV="1">
            <a:off x="9070848" y="5380789"/>
            <a:ext cx="495300" cy="37466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背景_光路底_2"/>
          <p:cNvCxnSpPr/>
          <p:nvPr/>
        </p:nvCxnSpPr>
        <p:spPr>
          <a:xfrm flipV="1">
            <a:off x="9566148" y="5358322"/>
            <a:ext cx="495300" cy="2246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背景_光路亮线_2"/>
          <p:cNvCxnSpPr/>
          <p:nvPr/>
        </p:nvCxnSpPr>
        <p:spPr>
          <a:xfrm flipV="1">
            <a:off x="9566148" y="5358322"/>
            <a:ext cx="495300" cy="2246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背景_光路底_2"/>
          <p:cNvCxnSpPr/>
          <p:nvPr/>
        </p:nvCxnSpPr>
        <p:spPr>
          <a:xfrm>
            <a:off x="10061448" y="5358322"/>
            <a:ext cx="495300" cy="45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背景_光路亮线_2"/>
          <p:cNvCxnSpPr/>
          <p:nvPr/>
        </p:nvCxnSpPr>
        <p:spPr>
          <a:xfrm>
            <a:off x="10061448" y="5358322"/>
            <a:ext cx="495300" cy="45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背景_光路底_2"/>
          <p:cNvCxnSpPr/>
          <p:nvPr/>
        </p:nvCxnSpPr>
        <p:spPr>
          <a:xfrm>
            <a:off x="10556748" y="5358772"/>
            <a:ext cx="495300" cy="2791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背景_光路亮线_2"/>
          <p:cNvCxnSpPr/>
          <p:nvPr/>
        </p:nvCxnSpPr>
        <p:spPr>
          <a:xfrm>
            <a:off x="10556748" y="5358772"/>
            <a:ext cx="495300" cy="2791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背景_光路底_2"/>
          <p:cNvCxnSpPr/>
          <p:nvPr/>
        </p:nvCxnSpPr>
        <p:spPr>
          <a:xfrm>
            <a:off x="11052048" y="5386682"/>
            <a:ext cx="495300" cy="5575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背景_光路亮线_2"/>
          <p:cNvCxnSpPr/>
          <p:nvPr/>
        </p:nvCxnSpPr>
        <p:spPr>
          <a:xfrm>
            <a:off x="11052048" y="5386682"/>
            <a:ext cx="495300" cy="5575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背景_光路底_2"/>
          <p:cNvCxnSpPr/>
          <p:nvPr/>
        </p:nvCxnSpPr>
        <p:spPr>
          <a:xfrm>
            <a:off x="11547348" y="5442435"/>
            <a:ext cx="495300" cy="79762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背景_光路亮线_2"/>
          <p:cNvCxnSpPr/>
          <p:nvPr/>
        </p:nvCxnSpPr>
        <p:spPr>
          <a:xfrm>
            <a:off x="11547348" y="5442435"/>
            <a:ext cx="495300" cy="79762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4" name="背景_地平线光环"/>
          <p:cNvSpPr/>
          <p:nvPr/>
        </p:nvSpPr>
        <p:spPr>
          <a:xfrm>
            <a:off x="3721608" y="4140403"/>
            <a:ext cx="4754880" cy="1046073"/>
          </a:xfrm>
          <a:prstGeom prst="ellipse">
            <a:avLst/>
          </a:prstGeom>
          <a:noFill/>
          <a:ln w="11176">
            <a:solidFill>
              <a:srgbClr val="69E9FF">
                <a:alpha val="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背景_地平线光环"/>
          <p:cNvSpPr/>
          <p:nvPr/>
        </p:nvSpPr>
        <p:spPr>
          <a:xfrm>
            <a:off x="4315968" y="4271162"/>
            <a:ext cx="3566160" cy="784555"/>
          </a:xfrm>
          <a:prstGeom prst="ellipse">
            <a:avLst/>
          </a:prstGeom>
          <a:noFill/>
          <a:ln w="11176">
            <a:solidFill>
              <a:srgbClr val="69E9FF">
                <a:alpha val="1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背景_地平线光环"/>
          <p:cNvSpPr/>
          <p:nvPr/>
        </p:nvSpPr>
        <p:spPr>
          <a:xfrm>
            <a:off x="4910328" y="4401921"/>
            <a:ext cx="2377440" cy="523036"/>
          </a:xfrm>
          <a:prstGeom prst="ellipse">
            <a:avLst/>
          </a:prstGeom>
          <a:noFill/>
          <a:ln w="11176">
            <a:solidFill>
              <a:srgbClr val="69E9FF">
                <a:alpha val="14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母版黄标_S11_可编辑"/>
          <p:cNvSpPr/>
          <p:nvPr/>
        </p:nvSpPr>
        <p:spPr>
          <a:xfrm>
            <a:off x="438912" y="438912"/>
            <a:ext cx="932688" cy="292608"/>
          </a:xfrm>
          <a:prstGeom prst="roundRect">
            <a:avLst/>
          </a:prstGeom>
          <a:solidFill>
            <a:srgbClr val="FFC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19" b="1">
                <a:solidFill>
                  <a:srgbClr val="082944"/>
                </a:solidFill>
                <a:latin typeface="Arial"/>
              </a:rPr>
              <a:t>10 智投</a:t>
            </a:r>
          </a:p>
        </p:txBody>
      </p:sp>
      <p:sp>
        <p:nvSpPr>
          <p:cNvPr id="217" name="S11_存量体检图标_柱1"/>
          <p:cNvSpPr/>
          <p:nvPr/>
        </p:nvSpPr>
        <p:spPr>
          <a:xfrm>
            <a:off x="1201887" y="3253544"/>
            <a:ext cx="96377" cy="126991"/>
          </a:xfrm>
          <a:prstGeom prst="rect">
            <a:avLst/>
          </a:prstGeom>
          <a:solidFill>
            <a:srgbClr val="63ECFF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S11_存量体检图标_柱2"/>
          <p:cNvSpPr/>
          <p:nvPr/>
        </p:nvSpPr>
        <p:spPr>
          <a:xfrm>
            <a:off x="1360627" y="3150364"/>
            <a:ext cx="96377" cy="230172"/>
          </a:xfrm>
          <a:prstGeom prst="rect">
            <a:avLst/>
          </a:prstGeom>
          <a:solidFill>
            <a:srgbClr val="63ECFF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S11_存量体检图标_柱3"/>
          <p:cNvSpPr/>
          <p:nvPr/>
        </p:nvSpPr>
        <p:spPr>
          <a:xfrm>
            <a:off x="1519367" y="3031309"/>
            <a:ext cx="96377" cy="349227"/>
          </a:xfrm>
          <a:prstGeom prst="rect">
            <a:avLst/>
          </a:prstGeom>
          <a:solidFill>
            <a:srgbClr val="63ECFF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0" name="S11_存量体检图标_基线"/>
          <p:cNvCxnSpPr/>
          <p:nvPr/>
        </p:nvCxnSpPr>
        <p:spPr>
          <a:xfrm>
            <a:off x="1156533" y="3391875"/>
            <a:ext cx="532912" cy="0"/>
          </a:xfrm>
          <a:prstGeom prst="line">
            <a:avLst/>
          </a:prstGeom>
          <a:ln w="13970">
            <a:solidFill>
              <a:srgbClr val="63E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1" name="S11_健康分布面板"/>
          <p:cNvSpPr/>
          <p:nvPr/>
        </p:nvSpPr>
        <p:spPr>
          <a:xfrm>
            <a:off x="566928" y="3703320"/>
            <a:ext cx="1463040" cy="1234440"/>
          </a:xfrm>
          <a:prstGeom prst="roundRect">
            <a:avLst/>
          </a:prstGeom>
          <a:solidFill>
            <a:srgbClr val="06324E">
              <a:alpha val="85000"/>
            </a:srgbClr>
          </a:solidFill>
          <a:ln w="9779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S11_健康条1"/>
          <p:cNvSpPr/>
          <p:nvPr/>
        </p:nvSpPr>
        <p:spPr>
          <a:xfrm>
            <a:off x="749808" y="3950208"/>
            <a:ext cx="425196" cy="91440"/>
          </a:xfrm>
          <a:prstGeom prst="rect">
            <a:avLst/>
          </a:prstGeom>
          <a:solidFill>
            <a:srgbClr val="63ECFF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S11_健康条2"/>
          <p:cNvSpPr/>
          <p:nvPr/>
        </p:nvSpPr>
        <p:spPr>
          <a:xfrm>
            <a:off x="749808" y="4169664"/>
            <a:ext cx="548640" cy="91440"/>
          </a:xfrm>
          <a:prstGeom prst="rect">
            <a:avLst/>
          </a:prstGeom>
          <a:solidFill>
            <a:srgbClr val="63ECFF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S11_健康条3"/>
          <p:cNvSpPr/>
          <p:nvPr/>
        </p:nvSpPr>
        <p:spPr>
          <a:xfrm>
            <a:off x="749808" y="4389120"/>
            <a:ext cx="329184" cy="91440"/>
          </a:xfrm>
          <a:prstGeom prst="rect">
            <a:avLst/>
          </a:prstGeom>
          <a:solidFill>
            <a:srgbClr val="FFC928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S11_健康条4"/>
          <p:cNvSpPr/>
          <p:nvPr/>
        </p:nvSpPr>
        <p:spPr>
          <a:xfrm>
            <a:off x="749808" y="4608576"/>
            <a:ext cx="205739" cy="91440"/>
          </a:xfrm>
          <a:prstGeom prst="rect">
            <a:avLst/>
          </a:prstGeom>
          <a:solidFill>
            <a:srgbClr val="FFC928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S11_缺口柱图_柱1"/>
          <p:cNvSpPr/>
          <p:nvPr/>
        </p:nvSpPr>
        <p:spPr>
          <a:xfrm>
            <a:off x="2926080" y="4537710"/>
            <a:ext cx="176980" cy="400050"/>
          </a:xfrm>
          <a:prstGeom prst="rect">
            <a:avLst/>
          </a:prstGeom>
          <a:solidFill>
            <a:srgbClr val="63ECFF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S11_缺口柱图_柱2"/>
          <p:cNvSpPr/>
          <p:nvPr/>
        </p:nvSpPr>
        <p:spPr>
          <a:xfrm>
            <a:off x="3200400" y="4389120"/>
            <a:ext cx="176980" cy="548640"/>
          </a:xfrm>
          <a:prstGeom prst="rect">
            <a:avLst/>
          </a:prstGeom>
          <a:solidFill>
            <a:srgbClr val="63ECFF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S11_缺口柱图_柱3"/>
          <p:cNvSpPr/>
          <p:nvPr/>
        </p:nvSpPr>
        <p:spPr>
          <a:xfrm>
            <a:off x="3474720" y="4274820"/>
            <a:ext cx="176980" cy="662940"/>
          </a:xfrm>
          <a:prstGeom prst="rect">
            <a:avLst/>
          </a:prstGeom>
          <a:solidFill>
            <a:srgbClr val="63ECFF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S11_缺口柱图_柱4"/>
          <p:cNvSpPr/>
          <p:nvPr/>
        </p:nvSpPr>
        <p:spPr>
          <a:xfrm>
            <a:off x="3749040" y="4114800"/>
            <a:ext cx="176980" cy="822959"/>
          </a:xfrm>
          <a:prstGeom prst="rect">
            <a:avLst/>
          </a:prstGeom>
          <a:solidFill>
            <a:srgbClr val="63ECFF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S11_缺口柱图_柱5"/>
          <p:cNvSpPr/>
          <p:nvPr/>
        </p:nvSpPr>
        <p:spPr>
          <a:xfrm>
            <a:off x="4023360" y="3954780"/>
            <a:ext cx="176980" cy="982980"/>
          </a:xfrm>
          <a:prstGeom prst="rect">
            <a:avLst/>
          </a:prstGeom>
          <a:solidFill>
            <a:srgbClr val="FFC928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S11_缺口柱图_柱6"/>
          <p:cNvSpPr/>
          <p:nvPr/>
        </p:nvSpPr>
        <p:spPr>
          <a:xfrm>
            <a:off x="4297680" y="4046220"/>
            <a:ext cx="176980" cy="891540"/>
          </a:xfrm>
          <a:prstGeom prst="rect">
            <a:avLst/>
          </a:prstGeom>
          <a:solidFill>
            <a:srgbClr val="63ECFF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S11_缺口柱图_柱7"/>
          <p:cNvSpPr/>
          <p:nvPr/>
        </p:nvSpPr>
        <p:spPr>
          <a:xfrm>
            <a:off x="4572000" y="4206240"/>
            <a:ext cx="176980" cy="731520"/>
          </a:xfrm>
          <a:prstGeom prst="rect">
            <a:avLst/>
          </a:prstGeom>
          <a:solidFill>
            <a:srgbClr val="63ECFF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3" name="S11_缺口柱图_基线"/>
          <p:cNvCxnSpPr/>
          <p:nvPr/>
        </p:nvCxnSpPr>
        <p:spPr>
          <a:xfrm>
            <a:off x="2880360" y="4937760"/>
            <a:ext cx="1965960" cy="0"/>
          </a:xfrm>
          <a:prstGeom prst="line">
            <a:avLst/>
          </a:prstGeom>
          <a:ln w="11176">
            <a:solidFill>
              <a:srgbClr val="6498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S11_选址地图_连接"/>
          <p:cNvCxnSpPr/>
          <p:nvPr/>
        </p:nvCxnSpPr>
        <p:spPr>
          <a:xfrm flipH="1">
            <a:off x="5742224" y="4263213"/>
            <a:ext cx="145575" cy="1192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S11_选址地图_连接"/>
          <p:cNvCxnSpPr/>
          <p:nvPr/>
        </p:nvCxnSpPr>
        <p:spPr>
          <a:xfrm flipV="1">
            <a:off x="5887799" y="4136897"/>
            <a:ext cx="95381" cy="126316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S11_选址地图_连接"/>
          <p:cNvCxnSpPr/>
          <p:nvPr/>
        </p:nvCxnSpPr>
        <p:spPr>
          <a:xfrm flipV="1">
            <a:off x="7276799" y="4354476"/>
            <a:ext cx="64964" cy="202031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S11_选址地图_连接"/>
          <p:cNvCxnSpPr/>
          <p:nvPr/>
        </p:nvCxnSpPr>
        <p:spPr>
          <a:xfrm flipH="1" flipV="1">
            <a:off x="7190530" y="4238151"/>
            <a:ext cx="86269" cy="318356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S11_选址地图_连接"/>
          <p:cNvCxnSpPr/>
          <p:nvPr/>
        </p:nvCxnSpPr>
        <p:spPr>
          <a:xfrm>
            <a:off x="7190530" y="4238151"/>
            <a:ext cx="151233" cy="116325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S11_选址地图_连接"/>
          <p:cNvCxnSpPr/>
          <p:nvPr/>
        </p:nvCxnSpPr>
        <p:spPr>
          <a:xfrm>
            <a:off x="7190530" y="4238151"/>
            <a:ext cx="86269" cy="318356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S11_选址地图_连接"/>
          <p:cNvCxnSpPr/>
          <p:nvPr/>
        </p:nvCxnSpPr>
        <p:spPr>
          <a:xfrm flipH="1" flipV="1">
            <a:off x="7190530" y="4238151"/>
            <a:ext cx="151233" cy="116325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S11_选址地图_连接"/>
          <p:cNvCxnSpPr/>
          <p:nvPr/>
        </p:nvCxnSpPr>
        <p:spPr>
          <a:xfrm flipH="1">
            <a:off x="7276799" y="4354476"/>
            <a:ext cx="64964" cy="202031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S11_选址地图_连接"/>
          <p:cNvCxnSpPr/>
          <p:nvPr/>
        </p:nvCxnSpPr>
        <p:spPr>
          <a:xfrm flipV="1">
            <a:off x="5742224" y="4263213"/>
            <a:ext cx="145575" cy="1192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S11_选址地图_连接"/>
          <p:cNvCxnSpPr/>
          <p:nvPr/>
        </p:nvCxnSpPr>
        <p:spPr>
          <a:xfrm flipH="1" flipV="1">
            <a:off x="5576667" y="4193676"/>
            <a:ext cx="165557" cy="70729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S11_选址地图_连接"/>
          <p:cNvCxnSpPr/>
          <p:nvPr/>
        </p:nvCxnSpPr>
        <p:spPr>
          <a:xfrm>
            <a:off x="5670529" y="4822721"/>
            <a:ext cx="362066" cy="27081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S11_选址地图_连接"/>
          <p:cNvCxnSpPr/>
          <p:nvPr/>
        </p:nvCxnSpPr>
        <p:spPr>
          <a:xfrm flipV="1">
            <a:off x="5670529" y="4264405"/>
            <a:ext cx="71695" cy="558316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S11_选址地图_连接"/>
          <p:cNvCxnSpPr/>
          <p:nvPr/>
        </p:nvCxnSpPr>
        <p:spPr>
          <a:xfrm flipH="1" flipV="1">
            <a:off x="7381753" y="3918514"/>
            <a:ext cx="286770" cy="204743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S11_选址地图_连接"/>
          <p:cNvCxnSpPr/>
          <p:nvPr/>
        </p:nvCxnSpPr>
        <p:spPr>
          <a:xfrm flipH="1">
            <a:off x="7341763" y="4123257"/>
            <a:ext cx="326760" cy="231219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S11_选址地图_连接"/>
          <p:cNvCxnSpPr/>
          <p:nvPr/>
        </p:nvCxnSpPr>
        <p:spPr>
          <a:xfrm flipH="1">
            <a:off x="6032595" y="4629665"/>
            <a:ext cx="219026" cy="220137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S11_选址地图_连接"/>
          <p:cNvCxnSpPr/>
          <p:nvPr/>
        </p:nvCxnSpPr>
        <p:spPr>
          <a:xfrm flipH="1" flipV="1">
            <a:off x="5887799" y="4263213"/>
            <a:ext cx="363822" cy="366452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S11_选址地图_连接"/>
          <p:cNvCxnSpPr/>
          <p:nvPr/>
        </p:nvCxnSpPr>
        <p:spPr>
          <a:xfrm flipH="1">
            <a:off x="5983180" y="3939628"/>
            <a:ext cx="33940" cy="197269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S11_选址地图_连接"/>
          <p:cNvCxnSpPr/>
          <p:nvPr/>
        </p:nvCxnSpPr>
        <p:spPr>
          <a:xfrm flipH="1">
            <a:off x="5887799" y="3939628"/>
            <a:ext cx="129321" cy="323585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S11_选址地图_连接"/>
          <p:cNvCxnSpPr/>
          <p:nvPr/>
        </p:nvCxnSpPr>
        <p:spPr>
          <a:xfrm flipH="1">
            <a:off x="5887799" y="4136897"/>
            <a:ext cx="95381" cy="126316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S11_选址地图_连接"/>
          <p:cNvCxnSpPr/>
          <p:nvPr/>
        </p:nvCxnSpPr>
        <p:spPr>
          <a:xfrm flipV="1">
            <a:off x="5983180" y="3939628"/>
            <a:ext cx="33940" cy="197269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S11_选址地图_连接"/>
          <p:cNvCxnSpPr/>
          <p:nvPr/>
        </p:nvCxnSpPr>
        <p:spPr>
          <a:xfrm flipH="1" flipV="1">
            <a:off x="6798217" y="4785489"/>
            <a:ext cx="157588" cy="72758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S11_选址地图_连接"/>
          <p:cNvCxnSpPr/>
          <p:nvPr/>
        </p:nvCxnSpPr>
        <p:spPr>
          <a:xfrm flipV="1">
            <a:off x="6955805" y="4556507"/>
            <a:ext cx="320994" cy="301740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S11_选址地图_连接"/>
          <p:cNvCxnSpPr/>
          <p:nvPr/>
        </p:nvCxnSpPr>
        <p:spPr>
          <a:xfrm flipV="1">
            <a:off x="6032595" y="4629665"/>
            <a:ext cx="219026" cy="220137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S11_选址地图_连接"/>
          <p:cNvCxnSpPr/>
          <p:nvPr/>
        </p:nvCxnSpPr>
        <p:spPr>
          <a:xfrm flipH="1" flipV="1">
            <a:off x="5670529" y="4822721"/>
            <a:ext cx="362066" cy="27081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S11_选址地图_连接"/>
          <p:cNvCxnSpPr/>
          <p:nvPr/>
        </p:nvCxnSpPr>
        <p:spPr>
          <a:xfrm>
            <a:off x="6798217" y="4785489"/>
            <a:ext cx="157588" cy="72758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S11_选址地图_连接"/>
          <p:cNvCxnSpPr/>
          <p:nvPr/>
        </p:nvCxnSpPr>
        <p:spPr>
          <a:xfrm flipV="1">
            <a:off x="6798217" y="4556507"/>
            <a:ext cx="478582" cy="228982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S11_选址地图_连接"/>
          <p:cNvCxnSpPr/>
          <p:nvPr/>
        </p:nvCxnSpPr>
        <p:spPr>
          <a:xfrm>
            <a:off x="7381753" y="3918514"/>
            <a:ext cx="286770" cy="204743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S11_选址地图_连接"/>
          <p:cNvCxnSpPr/>
          <p:nvPr/>
        </p:nvCxnSpPr>
        <p:spPr>
          <a:xfrm flipH="1">
            <a:off x="7190530" y="3918514"/>
            <a:ext cx="191223" cy="319637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S11_选址地图_连接"/>
          <p:cNvCxnSpPr/>
          <p:nvPr/>
        </p:nvCxnSpPr>
        <p:spPr>
          <a:xfrm>
            <a:off x="7005181" y="3875994"/>
            <a:ext cx="376572" cy="42520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S11_选址地图_连接"/>
          <p:cNvCxnSpPr/>
          <p:nvPr/>
        </p:nvCxnSpPr>
        <p:spPr>
          <a:xfrm>
            <a:off x="7005181" y="3875994"/>
            <a:ext cx="185349" cy="362157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S11_选址地图_连接"/>
          <p:cNvCxnSpPr/>
          <p:nvPr/>
        </p:nvCxnSpPr>
        <p:spPr>
          <a:xfrm>
            <a:off x="5576667" y="4193676"/>
            <a:ext cx="165557" cy="70729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S11_选址地图_连接"/>
          <p:cNvCxnSpPr/>
          <p:nvPr/>
        </p:nvCxnSpPr>
        <p:spPr>
          <a:xfrm>
            <a:off x="5576667" y="4193676"/>
            <a:ext cx="311132" cy="69537"/>
          </a:xfrm>
          <a:prstGeom prst="line">
            <a:avLst/>
          </a:prstGeom>
          <a:ln w="9779">
            <a:solidFill>
              <a:srgbClr val="1A8FC5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6" name="S11_选址地图_节点0"/>
          <p:cNvSpPr/>
          <p:nvPr/>
        </p:nvSpPr>
        <p:spPr>
          <a:xfrm>
            <a:off x="5855795" y="4231209"/>
            <a:ext cx="64008" cy="64008"/>
          </a:xfrm>
          <a:prstGeom prst="ellipse">
            <a:avLst/>
          </a:prstGeom>
          <a:solidFill>
            <a:srgbClr val="63ECFF">
              <a:alpha val="9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S11_选址地图_节点1"/>
          <p:cNvSpPr/>
          <p:nvPr/>
        </p:nvSpPr>
        <p:spPr>
          <a:xfrm>
            <a:off x="7244795" y="4524503"/>
            <a:ext cx="64008" cy="64008"/>
          </a:xfrm>
          <a:prstGeom prst="ellipse">
            <a:avLst/>
          </a:prstGeom>
          <a:solidFill>
            <a:srgbClr val="63ECFF">
              <a:alpha val="9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S11_选址地图_节点2"/>
          <p:cNvSpPr/>
          <p:nvPr/>
        </p:nvSpPr>
        <p:spPr>
          <a:xfrm>
            <a:off x="7158526" y="4206147"/>
            <a:ext cx="64008" cy="64008"/>
          </a:xfrm>
          <a:prstGeom prst="ellipse">
            <a:avLst/>
          </a:prstGeom>
          <a:solidFill>
            <a:srgbClr val="63ECFF">
              <a:alpha val="9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S11_选址地图_节点3"/>
          <p:cNvSpPr/>
          <p:nvPr/>
        </p:nvSpPr>
        <p:spPr>
          <a:xfrm>
            <a:off x="7309759" y="4322472"/>
            <a:ext cx="64008" cy="64008"/>
          </a:xfrm>
          <a:prstGeom prst="ellipse">
            <a:avLst/>
          </a:prstGeom>
          <a:solidFill>
            <a:srgbClr val="FFC928">
              <a:alpha val="9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S11_选址地图_节点4"/>
          <p:cNvSpPr/>
          <p:nvPr/>
        </p:nvSpPr>
        <p:spPr>
          <a:xfrm>
            <a:off x="5710220" y="4232401"/>
            <a:ext cx="64008" cy="64008"/>
          </a:xfrm>
          <a:prstGeom prst="ellipse">
            <a:avLst/>
          </a:prstGeom>
          <a:solidFill>
            <a:srgbClr val="63ECFF">
              <a:alpha val="9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S11_选址地图_节点5"/>
          <p:cNvSpPr/>
          <p:nvPr/>
        </p:nvSpPr>
        <p:spPr>
          <a:xfrm>
            <a:off x="5638525" y="4790717"/>
            <a:ext cx="64008" cy="64008"/>
          </a:xfrm>
          <a:prstGeom prst="ellipse">
            <a:avLst/>
          </a:prstGeom>
          <a:solidFill>
            <a:srgbClr val="63ECFF">
              <a:alpha val="9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S11_选址地图_节点6"/>
          <p:cNvSpPr/>
          <p:nvPr/>
        </p:nvSpPr>
        <p:spPr>
          <a:xfrm>
            <a:off x="7636519" y="4091253"/>
            <a:ext cx="64008" cy="64008"/>
          </a:xfrm>
          <a:prstGeom prst="ellipse">
            <a:avLst/>
          </a:prstGeom>
          <a:solidFill>
            <a:srgbClr val="63ECFF">
              <a:alpha val="9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S11_选址地图_节点7"/>
          <p:cNvSpPr/>
          <p:nvPr/>
        </p:nvSpPr>
        <p:spPr>
          <a:xfrm>
            <a:off x="6219617" y="4597661"/>
            <a:ext cx="64008" cy="64008"/>
          </a:xfrm>
          <a:prstGeom prst="ellipse">
            <a:avLst/>
          </a:prstGeom>
          <a:solidFill>
            <a:srgbClr val="63ECFF">
              <a:alpha val="9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S11_选址地图_节点8"/>
          <p:cNvSpPr/>
          <p:nvPr/>
        </p:nvSpPr>
        <p:spPr>
          <a:xfrm>
            <a:off x="5985116" y="3907624"/>
            <a:ext cx="64008" cy="64008"/>
          </a:xfrm>
          <a:prstGeom prst="ellipse">
            <a:avLst/>
          </a:prstGeom>
          <a:solidFill>
            <a:srgbClr val="63ECFF">
              <a:alpha val="9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S11_选址地图_节点9"/>
          <p:cNvSpPr/>
          <p:nvPr/>
        </p:nvSpPr>
        <p:spPr>
          <a:xfrm>
            <a:off x="5951176" y="4104893"/>
            <a:ext cx="64008" cy="64008"/>
          </a:xfrm>
          <a:prstGeom prst="ellipse">
            <a:avLst/>
          </a:prstGeom>
          <a:solidFill>
            <a:srgbClr val="FFC928">
              <a:alpha val="9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S11_选址地图_节点10"/>
          <p:cNvSpPr/>
          <p:nvPr/>
        </p:nvSpPr>
        <p:spPr>
          <a:xfrm>
            <a:off x="6923801" y="4826243"/>
            <a:ext cx="64008" cy="64008"/>
          </a:xfrm>
          <a:prstGeom prst="ellipse">
            <a:avLst/>
          </a:prstGeom>
          <a:solidFill>
            <a:srgbClr val="63ECFF">
              <a:alpha val="9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S11_选址地图_节点11"/>
          <p:cNvSpPr/>
          <p:nvPr/>
        </p:nvSpPr>
        <p:spPr>
          <a:xfrm>
            <a:off x="6000591" y="4817798"/>
            <a:ext cx="64008" cy="64008"/>
          </a:xfrm>
          <a:prstGeom prst="ellipse">
            <a:avLst/>
          </a:prstGeom>
          <a:solidFill>
            <a:srgbClr val="63ECFF">
              <a:alpha val="9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S11_选址地图_节点12"/>
          <p:cNvSpPr/>
          <p:nvPr/>
        </p:nvSpPr>
        <p:spPr>
          <a:xfrm>
            <a:off x="6766213" y="4753485"/>
            <a:ext cx="64008" cy="64008"/>
          </a:xfrm>
          <a:prstGeom prst="ellipse">
            <a:avLst/>
          </a:prstGeom>
          <a:solidFill>
            <a:srgbClr val="63ECFF">
              <a:alpha val="9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S11_选址地图_节点13"/>
          <p:cNvSpPr/>
          <p:nvPr/>
        </p:nvSpPr>
        <p:spPr>
          <a:xfrm>
            <a:off x="7349749" y="3886510"/>
            <a:ext cx="64008" cy="64008"/>
          </a:xfrm>
          <a:prstGeom prst="ellipse">
            <a:avLst/>
          </a:prstGeom>
          <a:solidFill>
            <a:srgbClr val="FFC928">
              <a:alpha val="9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S11_选址地图_节点14"/>
          <p:cNvSpPr/>
          <p:nvPr/>
        </p:nvSpPr>
        <p:spPr>
          <a:xfrm>
            <a:off x="6973177" y="3843990"/>
            <a:ext cx="64008" cy="64008"/>
          </a:xfrm>
          <a:prstGeom prst="ellipse">
            <a:avLst/>
          </a:prstGeom>
          <a:solidFill>
            <a:srgbClr val="63ECFF">
              <a:alpha val="9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S11_选址地图_节点15"/>
          <p:cNvSpPr/>
          <p:nvPr/>
        </p:nvSpPr>
        <p:spPr>
          <a:xfrm>
            <a:off x="5544663" y="4161672"/>
            <a:ext cx="64008" cy="64008"/>
          </a:xfrm>
          <a:prstGeom prst="ellipse">
            <a:avLst/>
          </a:prstGeom>
          <a:solidFill>
            <a:srgbClr val="63ECFF">
              <a:alpha val="9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S11_效果复盘面板"/>
          <p:cNvSpPr/>
          <p:nvPr/>
        </p:nvSpPr>
        <p:spPr>
          <a:xfrm>
            <a:off x="8321040" y="3657600"/>
            <a:ext cx="2148840" cy="1371600"/>
          </a:xfrm>
          <a:prstGeom prst="roundRect">
            <a:avLst/>
          </a:prstGeom>
          <a:solidFill>
            <a:srgbClr val="06324E">
              <a:alpha val="85000"/>
            </a:srgbClr>
          </a:solidFill>
          <a:ln w="9779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S11_复盘条1"/>
          <p:cNvSpPr/>
          <p:nvPr/>
        </p:nvSpPr>
        <p:spPr>
          <a:xfrm>
            <a:off x="8613648" y="3931920"/>
            <a:ext cx="903427" cy="100584"/>
          </a:xfrm>
          <a:prstGeom prst="rect">
            <a:avLst/>
          </a:prstGeom>
          <a:solidFill>
            <a:srgbClr val="63ECFF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S11_复盘条2"/>
          <p:cNvSpPr/>
          <p:nvPr/>
        </p:nvSpPr>
        <p:spPr>
          <a:xfrm>
            <a:off x="8613648" y="4242816"/>
            <a:ext cx="1046073" cy="100584"/>
          </a:xfrm>
          <a:prstGeom prst="rect">
            <a:avLst/>
          </a:prstGeom>
          <a:solidFill>
            <a:srgbClr val="63ECFF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S11_复盘条3"/>
          <p:cNvSpPr/>
          <p:nvPr/>
        </p:nvSpPr>
        <p:spPr>
          <a:xfrm>
            <a:off x="8613648" y="4553712"/>
            <a:ext cx="1093622" cy="100584"/>
          </a:xfrm>
          <a:prstGeom prst="rect">
            <a:avLst/>
          </a:prstGeom>
          <a:solidFill>
            <a:srgbClr val="FFC928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原生可编辑文字_S11_001_双击编辑"/>
          <p:cNvSpPr txBox="1"/>
          <p:nvPr/>
        </p:nvSpPr>
        <p:spPr>
          <a:xfrm>
            <a:off x="2171700" y="381000"/>
            <a:ext cx="8107680" cy="83820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432">
                <a:solidFill>
                  <a:srgbClr val="F7FCFF"/>
                </a:solidFill>
                <a:latin typeface="Noto Serif CJK SC"/>
              </a:rPr>
              <a:t>智投：把钱投到最该投的地方</a:t>
            </a:r>
          </a:p>
        </p:txBody>
      </p:sp>
      <p:sp>
        <p:nvSpPr>
          <p:cNvPr id="11" name="原生可编辑文字_S11_002_双击编辑"/>
          <p:cNvSpPr txBox="1"/>
          <p:nvPr/>
        </p:nvSpPr>
        <p:spPr>
          <a:xfrm>
            <a:off x="3375660" y="1104900"/>
            <a:ext cx="5394960" cy="472439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800">
                <a:solidFill>
                  <a:srgbClr val="F7FCFF"/>
                </a:solidFill>
                <a:latin typeface="Noto Sans CJK SC"/>
              </a:rPr>
              <a:t>存量先体检，增量再推演，选址和投入都用数据说话</a:t>
            </a:r>
          </a:p>
        </p:txBody>
      </p:sp>
      <p:sp>
        <p:nvSpPr>
          <p:cNvPr id="13" name="原生可编辑文字_S11_003_双击编辑"/>
          <p:cNvSpPr txBox="1"/>
          <p:nvPr/>
        </p:nvSpPr>
        <p:spPr>
          <a:xfrm>
            <a:off x="525780" y="1813560"/>
            <a:ext cx="716280" cy="5562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504">
                <a:solidFill>
                  <a:srgbClr val="FFC928"/>
                </a:solidFill>
                <a:latin typeface="Noto Serif CJK SC"/>
              </a:rPr>
              <a:t>01</a:t>
            </a:r>
          </a:p>
        </p:txBody>
      </p:sp>
      <p:sp>
        <p:nvSpPr>
          <p:cNvPr id="15" name="原生可编辑文字_S11_004_双击编辑"/>
          <p:cNvSpPr txBox="1"/>
          <p:nvPr/>
        </p:nvSpPr>
        <p:spPr>
          <a:xfrm>
            <a:off x="1714500" y="1889759"/>
            <a:ext cx="1295400" cy="48768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611">
                <a:solidFill>
                  <a:srgbClr val="63ECFF"/>
                </a:solidFill>
                <a:latin typeface="Noto Serif CJK SC"/>
              </a:rPr>
              <a:t>存量体检</a:t>
            </a:r>
          </a:p>
        </p:txBody>
      </p:sp>
      <p:sp>
        <p:nvSpPr>
          <p:cNvPr id="17" name="原生可编辑文字_S11_005_双击编辑"/>
          <p:cNvSpPr txBox="1"/>
          <p:nvPr/>
        </p:nvSpPr>
        <p:spPr>
          <a:xfrm>
            <a:off x="876300" y="2346960"/>
            <a:ext cx="1905000" cy="38862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683">
                <a:solidFill>
                  <a:srgbClr val="F2F8FF"/>
                </a:solidFill>
                <a:latin typeface="Noto Sans CJK SC"/>
              </a:rPr>
              <a:t>健康等级 / 寿命 / 风险</a:t>
            </a:r>
          </a:p>
        </p:txBody>
      </p:sp>
      <p:sp>
        <p:nvSpPr>
          <p:cNvPr id="19" name="原生可编辑文字_S11_006_双击编辑"/>
          <p:cNvSpPr txBox="1"/>
          <p:nvPr/>
        </p:nvSpPr>
        <p:spPr>
          <a:xfrm>
            <a:off x="312420" y="2849880"/>
            <a:ext cx="662940" cy="3276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419">
                <a:solidFill>
                  <a:srgbClr val="F2F8FF"/>
                </a:solidFill>
                <a:latin typeface="Noto Sans CJK SC"/>
              </a:rPr>
              <a:t>健康等级</a:t>
            </a:r>
          </a:p>
        </p:txBody>
      </p:sp>
      <p:sp>
        <p:nvSpPr>
          <p:cNvPr id="21" name="原生可编辑文字_S11_007_双击编辑"/>
          <p:cNvSpPr txBox="1"/>
          <p:nvPr/>
        </p:nvSpPr>
        <p:spPr>
          <a:xfrm>
            <a:off x="312420" y="3040379"/>
            <a:ext cx="411480" cy="3276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419">
                <a:solidFill>
                  <a:srgbClr val="F2F8FF"/>
                </a:solidFill>
                <a:latin typeface="Noto Sans CJK SC"/>
              </a:rPr>
              <a:t>优秀</a:t>
            </a:r>
          </a:p>
        </p:txBody>
      </p:sp>
      <p:sp>
        <p:nvSpPr>
          <p:cNvPr id="23" name="原生可编辑文字_S11_008_双击编辑"/>
          <p:cNvSpPr txBox="1"/>
          <p:nvPr/>
        </p:nvSpPr>
        <p:spPr>
          <a:xfrm>
            <a:off x="312420" y="3230880"/>
            <a:ext cx="411480" cy="3276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419">
                <a:solidFill>
                  <a:srgbClr val="F2F8FF"/>
                </a:solidFill>
                <a:latin typeface="Noto Sans CJK SC"/>
              </a:rPr>
              <a:t>良好</a:t>
            </a:r>
          </a:p>
        </p:txBody>
      </p:sp>
      <p:sp>
        <p:nvSpPr>
          <p:cNvPr id="25" name="原生可编辑文字_S11_009_双击编辑"/>
          <p:cNvSpPr txBox="1"/>
          <p:nvPr/>
        </p:nvSpPr>
        <p:spPr>
          <a:xfrm>
            <a:off x="327660" y="3429000"/>
            <a:ext cx="396240" cy="29718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287">
                <a:solidFill>
                  <a:srgbClr val="F2F8FF"/>
                </a:solidFill>
                <a:latin typeface="Noto Sans CJK SC"/>
              </a:rPr>
              <a:t>一般</a:t>
            </a:r>
          </a:p>
        </p:txBody>
      </p:sp>
      <p:sp>
        <p:nvSpPr>
          <p:cNvPr id="27" name="原生可编辑文字_S11_010_双击编辑"/>
          <p:cNvSpPr txBox="1"/>
          <p:nvPr/>
        </p:nvSpPr>
        <p:spPr>
          <a:xfrm>
            <a:off x="297180" y="3611879"/>
            <a:ext cx="426720" cy="3276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419">
                <a:solidFill>
                  <a:srgbClr val="F2F8FF"/>
                </a:solidFill>
                <a:latin typeface="Noto Sans CJK SC"/>
              </a:rPr>
              <a:t>较差</a:t>
            </a:r>
          </a:p>
        </p:txBody>
      </p:sp>
      <p:sp>
        <p:nvSpPr>
          <p:cNvPr id="29" name="原生可编辑文字_S11_011_双击编辑"/>
          <p:cNvSpPr txBox="1"/>
          <p:nvPr/>
        </p:nvSpPr>
        <p:spPr>
          <a:xfrm>
            <a:off x="1127760" y="3093720"/>
            <a:ext cx="434340" cy="30480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1920">
                <a:solidFill>
                  <a:srgbClr val="F2F8FF"/>
                </a:solidFill>
                <a:latin typeface="Noto Serif CJK SC"/>
              </a:rPr>
              <a:t>32%</a:t>
            </a:r>
          </a:p>
        </p:txBody>
      </p:sp>
      <p:sp>
        <p:nvSpPr>
          <p:cNvPr id="31" name="原生可编辑文字_S11_012_双击编辑"/>
          <p:cNvSpPr txBox="1"/>
          <p:nvPr/>
        </p:nvSpPr>
        <p:spPr>
          <a:xfrm>
            <a:off x="1143000" y="3268979"/>
            <a:ext cx="419100" cy="29718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1872">
                <a:solidFill>
                  <a:srgbClr val="F2F8FF"/>
                </a:solidFill>
                <a:latin typeface="Noto Serif CJK SC"/>
              </a:rPr>
              <a:t>45%</a:t>
            </a:r>
          </a:p>
        </p:txBody>
      </p:sp>
      <p:sp>
        <p:nvSpPr>
          <p:cNvPr id="33" name="原生可编辑文字_S11_013_双击编辑"/>
          <p:cNvSpPr txBox="1"/>
          <p:nvPr/>
        </p:nvSpPr>
        <p:spPr>
          <a:xfrm>
            <a:off x="1143000" y="3467100"/>
            <a:ext cx="419100" cy="2895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1823">
                <a:solidFill>
                  <a:srgbClr val="F2F8FF"/>
                </a:solidFill>
                <a:latin typeface="Noto Serif CJK SC"/>
              </a:rPr>
              <a:t>18%</a:t>
            </a:r>
          </a:p>
        </p:txBody>
      </p:sp>
      <p:sp>
        <p:nvSpPr>
          <p:cNvPr id="35" name="原生可编辑文字_S11_014_双击编辑"/>
          <p:cNvSpPr txBox="1"/>
          <p:nvPr/>
        </p:nvSpPr>
        <p:spPr>
          <a:xfrm>
            <a:off x="1165860" y="3642360"/>
            <a:ext cx="342900" cy="27432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1727">
                <a:solidFill>
                  <a:srgbClr val="F2F8FF"/>
                </a:solidFill>
                <a:latin typeface="Noto Serif CJK SC"/>
              </a:rPr>
              <a:t>5%</a:t>
            </a:r>
          </a:p>
        </p:txBody>
      </p:sp>
      <p:sp>
        <p:nvSpPr>
          <p:cNvPr id="37" name="原生可编辑文字_S11_015_双击编辑"/>
          <p:cNvSpPr txBox="1"/>
          <p:nvPr/>
        </p:nvSpPr>
        <p:spPr>
          <a:xfrm>
            <a:off x="2278380" y="3238500"/>
            <a:ext cx="716280" cy="3276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419">
                <a:solidFill>
                  <a:srgbClr val="F2F8FF"/>
                </a:solidFill>
                <a:latin typeface="Noto Sans CJK SC"/>
              </a:rPr>
              <a:t>寿命预测</a:t>
            </a:r>
          </a:p>
        </p:txBody>
      </p:sp>
      <p:sp>
        <p:nvSpPr>
          <p:cNvPr id="39" name="原生可编辑文字_S11_016_双击编辑"/>
          <p:cNvSpPr txBox="1"/>
          <p:nvPr/>
        </p:nvSpPr>
        <p:spPr>
          <a:xfrm>
            <a:off x="3611879" y="1882139"/>
            <a:ext cx="792480" cy="64008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4032">
                <a:solidFill>
                  <a:srgbClr val="FFC928"/>
                </a:solidFill>
                <a:latin typeface="Noto Serif CJK SC"/>
              </a:rPr>
              <a:t>02</a:t>
            </a:r>
          </a:p>
        </p:txBody>
      </p:sp>
      <p:sp>
        <p:nvSpPr>
          <p:cNvPr id="42" name="原生可编辑文字_S11_018_双击编辑"/>
          <p:cNvSpPr txBox="1"/>
          <p:nvPr/>
        </p:nvSpPr>
        <p:spPr>
          <a:xfrm>
            <a:off x="4815840" y="1988819"/>
            <a:ext cx="1295400" cy="4800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570">
                <a:solidFill>
                  <a:srgbClr val="63ECFF"/>
                </a:solidFill>
                <a:latin typeface="Noto Serif CJK SC"/>
              </a:rPr>
              <a:t>缺口识别</a:t>
            </a:r>
          </a:p>
        </p:txBody>
      </p:sp>
      <p:sp>
        <p:nvSpPr>
          <p:cNvPr id="44" name="原生可编辑文字_S11_019_双击编辑"/>
          <p:cNvSpPr txBox="1"/>
          <p:nvPr/>
        </p:nvSpPr>
        <p:spPr>
          <a:xfrm>
            <a:off x="3627120" y="2438400"/>
            <a:ext cx="2537460" cy="38100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650">
                <a:solidFill>
                  <a:srgbClr val="F2F8FF"/>
                </a:solidFill>
                <a:latin typeface="Noto Sans CJK SC"/>
              </a:rPr>
              <a:t>有效烤能 / 需求对比 / 真实缺口</a:t>
            </a:r>
          </a:p>
        </p:txBody>
      </p:sp>
      <p:sp>
        <p:nvSpPr>
          <p:cNvPr id="46" name="原生可编辑文字_S11_020_双击编辑"/>
          <p:cNvSpPr txBox="1"/>
          <p:nvPr/>
        </p:nvSpPr>
        <p:spPr>
          <a:xfrm>
            <a:off x="3520440" y="2910840"/>
            <a:ext cx="960120" cy="3276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419">
                <a:solidFill>
                  <a:srgbClr val="F2F8FF"/>
                </a:solidFill>
                <a:latin typeface="Noto Sans CJK SC"/>
              </a:rPr>
              <a:t>现状供给</a:t>
            </a:r>
          </a:p>
        </p:txBody>
      </p:sp>
      <p:sp>
        <p:nvSpPr>
          <p:cNvPr id="48" name="原生可编辑文字_S11_021_双击编辑"/>
          <p:cNvSpPr txBox="1"/>
          <p:nvPr/>
        </p:nvSpPr>
        <p:spPr>
          <a:xfrm>
            <a:off x="3558540" y="3108960"/>
            <a:ext cx="922020" cy="31242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353">
                <a:solidFill>
                  <a:srgbClr val="F2F8FF"/>
                </a:solidFill>
                <a:latin typeface="Noto Sans CJK SC"/>
              </a:rPr>
              <a:t>需求预测</a:t>
            </a:r>
          </a:p>
        </p:txBody>
      </p:sp>
      <p:sp>
        <p:nvSpPr>
          <p:cNvPr id="50" name="原生可编辑文字_S11_022_双击编辑"/>
          <p:cNvSpPr txBox="1"/>
          <p:nvPr/>
        </p:nvSpPr>
        <p:spPr>
          <a:xfrm>
            <a:off x="3840480" y="3307080"/>
            <a:ext cx="426720" cy="3276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1419">
                <a:solidFill>
                  <a:srgbClr val="FFC928"/>
                </a:solidFill>
                <a:latin typeface="Noto Sans CJK SC"/>
              </a:rPr>
              <a:t>缺口</a:t>
            </a:r>
          </a:p>
        </p:txBody>
      </p:sp>
      <p:sp>
        <p:nvSpPr>
          <p:cNvPr id="52" name="原生可编辑文字_S11_023_双击编辑"/>
          <p:cNvSpPr txBox="1"/>
          <p:nvPr/>
        </p:nvSpPr>
        <p:spPr>
          <a:xfrm>
            <a:off x="5631180" y="2964180"/>
            <a:ext cx="548640" cy="35052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518">
                <a:solidFill>
                  <a:srgbClr val="F2F8FF"/>
                </a:solidFill>
                <a:latin typeface="Noto Sans CJK SC"/>
              </a:rPr>
              <a:t>缺口率</a:t>
            </a:r>
          </a:p>
        </p:txBody>
      </p:sp>
      <p:sp>
        <p:nvSpPr>
          <p:cNvPr id="54" name="原生可编辑文字_S11_024_双击编辑"/>
          <p:cNvSpPr txBox="1"/>
          <p:nvPr/>
        </p:nvSpPr>
        <p:spPr>
          <a:xfrm>
            <a:off x="5646420" y="3375660"/>
            <a:ext cx="556260" cy="38100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400">
                <a:solidFill>
                  <a:srgbClr val="FFC928"/>
                </a:solidFill>
                <a:latin typeface="Noto Serif CJK SC"/>
              </a:rPr>
              <a:t>28%</a:t>
            </a:r>
          </a:p>
        </p:txBody>
      </p:sp>
      <p:sp>
        <p:nvSpPr>
          <p:cNvPr id="56" name="原生可编辑文字_S11_025_双击编辑"/>
          <p:cNvSpPr txBox="1"/>
          <p:nvPr/>
        </p:nvSpPr>
        <p:spPr>
          <a:xfrm>
            <a:off x="6621780" y="1958340"/>
            <a:ext cx="853440" cy="54102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408">
                <a:solidFill>
                  <a:srgbClr val="FFC928"/>
                </a:solidFill>
                <a:latin typeface="Noto Serif CJK SC"/>
              </a:rPr>
              <a:t>03</a:t>
            </a:r>
          </a:p>
        </p:txBody>
      </p:sp>
      <p:sp>
        <p:nvSpPr>
          <p:cNvPr id="59" name="原生可编辑文字_S11_027_双击编辑"/>
          <p:cNvSpPr txBox="1"/>
          <p:nvPr/>
        </p:nvSpPr>
        <p:spPr>
          <a:xfrm>
            <a:off x="7772400" y="1996439"/>
            <a:ext cx="1333500" cy="48768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611">
                <a:solidFill>
                  <a:srgbClr val="63ECFF"/>
                </a:solidFill>
                <a:latin typeface="Noto Serif CJK SC"/>
              </a:rPr>
              <a:t>选址推演</a:t>
            </a:r>
          </a:p>
        </p:txBody>
      </p:sp>
      <p:sp>
        <p:nvSpPr>
          <p:cNvPr id="61" name="原生可编辑文字_S11_028_双击编辑"/>
          <p:cNvSpPr txBox="1"/>
          <p:nvPr/>
        </p:nvSpPr>
        <p:spPr>
          <a:xfrm>
            <a:off x="6606540" y="2385060"/>
            <a:ext cx="2682240" cy="5181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800">
                <a:solidFill>
                  <a:srgbClr val="F2F8FF"/>
                </a:solidFill>
                <a:latin typeface="Noto Sans CJK SC"/>
              </a:rPr>
              <a:t>村组位置 / 服务半径 / 建设情景</a:t>
            </a:r>
          </a:p>
        </p:txBody>
      </p:sp>
      <p:sp>
        <p:nvSpPr>
          <p:cNvPr id="63" name="原生可编辑文字_S11_029_双击编辑"/>
          <p:cNvSpPr txBox="1"/>
          <p:nvPr/>
        </p:nvSpPr>
        <p:spPr>
          <a:xfrm>
            <a:off x="8694420" y="2827020"/>
            <a:ext cx="624840" cy="31242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353">
                <a:solidFill>
                  <a:srgbClr val="F2F8FF"/>
                </a:solidFill>
                <a:latin typeface="Noto Sans CJK SC"/>
              </a:rPr>
              <a:t>现有设施</a:t>
            </a:r>
          </a:p>
        </p:txBody>
      </p:sp>
      <p:sp>
        <p:nvSpPr>
          <p:cNvPr id="65" name="原生可编辑文字_S11_030_双击编辑"/>
          <p:cNvSpPr txBox="1"/>
          <p:nvPr/>
        </p:nvSpPr>
        <p:spPr>
          <a:xfrm>
            <a:off x="8679180" y="3002280"/>
            <a:ext cx="640080" cy="35052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518">
                <a:solidFill>
                  <a:srgbClr val="F2F8FF"/>
                </a:solidFill>
                <a:latin typeface="Noto Sans CJK SC"/>
              </a:rPr>
              <a:t>拟建设施</a:t>
            </a:r>
          </a:p>
        </p:txBody>
      </p:sp>
      <p:sp>
        <p:nvSpPr>
          <p:cNvPr id="67" name="原生可编辑文字_S11_031_双击编辑"/>
          <p:cNvSpPr txBox="1"/>
          <p:nvPr/>
        </p:nvSpPr>
        <p:spPr>
          <a:xfrm>
            <a:off x="8694420" y="3215640"/>
            <a:ext cx="624840" cy="3276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419">
                <a:solidFill>
                  <a:srgbClr val="F2F8FF"/>
                </a:solidFill>
                <a:latin typeface="Noto Sans CJK SC"/>
              </a:rPr>
              <a:t>服务半径</a:t>
            </a:r>
          </a:p>
        </p:txBody>
      </p:sp>
      <p:sp>
        <p:nvSpPr>
          <p:cNvPr id="69" name="原生可编辑文字_S11_032_双击编辑"/>
          <p:cNvSpPr txBox="1"/>
          <p:nvPr/>
        </p:nvSpPr>
        <p:spPr>
          <a:xfrm>
            <a:off x="8694420" y="3398520"/>
            <a:ext cx="624840" cy="3276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419">
                <a:solidFill>
                  <a:srgbClr val="F2F8FF"/>
                </a:solidFill>
                <a:latin typeface="Noto Sans CJK SC"/>
              </a:rPr>
              <a:t>服务覆盖</a:t>
            </a:r>
          </a:p>
        </p:txBody>
      </p:sp>
      <p:sp>
        <p:nvSpPr>
          <p:cNvPr id="71" name="原生可编辑文字_S11_033_双击编辑"/>
          <p:cNvSpPr txBox="1"/>
          <p:nvPr/>
        </p:nvSpPr>
        <p:spPr>
          <a:xfrm>
            <a:off x="9441180" y="1905000"/>
            <a:ext cx="731520" cy="57150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600">
                <a:solidFill>
                  <a:srgbClr val="FFC928"/>
                </a:solidFill>
                <a:latin typeface="Noto Serif CJK SC"/>
              </a:rPr>
              <a:t>04</a:t>
            </a:r>
          </a:p>
        </p:txBody>
      </p:sp>
      <p:sp>
        <p:nvSpPr>
          <p:cNvPr id="73" name="原生可编辑文字_S11_034_双击编辑"/>
          <p:cNvSpPr txBox="1"/>
          <p:nvPr/>
        </p:nvSpPr>
        <p:spPr>
          <a:xfrm>
            <a:off x="10538460" y="1859280"/>
            <a:ext cx="1310640" cy="56388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019">
                <a:solidFill>
                  <a:srgbClr val="63ECFF"/>
                </a:solidFill>
                <a:latin typeface="Noto Serif CJK SC"/>
              </a:rPr>
              <a:t>效果复盘</a:t>
            </a:r>
          </a:p>
        </p:txBody>
      </p:sp>
      <p:sp>
        <p:nvSpPr>
          <p:cNvPr id="75" name="原生可编辑文字_S11_035_双击编辑"/>
          <p:cNvSpPr txBox="1"/>
          <p:nvPr/>
        </p:nvSpPr>
        <p:spPr>
          <a:xfrm>
            <a:off x="9845040" y="2270760"/>
            <a:ext cx="2186940" cy="57912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100">
                <a:solidFill>
                  <a:srgbClr val="F2F8FF"/>
                </a:solidFill>
                <a:latin typeface="Noto Serif CJK SC"/>
              </a:rPr>
              <a:t>投入产出 / 使用率 / 后评估</a:t>
            </a:r>
          </a:p>
        </p:txBody>
      </p:sp>
      <p:sp>
        <p:nvSpPr>
          <p:cNvPr id="77" name="原生可编辑文字_S11_036_双击编辑"/>
          <p:cNvSpPr txBox="1"/>
          <p:nvPr/>
        </p:nvSpPr>
        <p:spPr>
          <a:xfrm>
            <a:off x="9707880" y="2918460"/>
            <a:ext cx="800100" cy="3657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584">
                <a:solidFill>
                  <a:srgbClr val="F2F8FF"/>
                </a:solidFill>
                <a:latin typeface="Noto Sans CJK SC"/>
              </a:rPr>
              <a:t>投入产出比</a:t>
            </a:r>
          </a:p>
        </p:txBody>
      </p:sp>
      <p:sp>
        <p:nvSpPr>
          <p:cNvPr id="79" name="原生可编辑文字_S11_037_双击编辑"/>
          <p:cNvSpPr txBox="1"/>
          <p:nvPr/>
        </p:nvSpPr>
        <p:spPr>
          <a:xfrm>
            <a:off x="9707880" y="3177540"/>
            <a:ext cx="800100" cy="3657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584">
                <a:solidFill>
                  <a:srgbClr val="F2F8FF"/>
                </a:solidFill>
                <a:latin typeface="Noto Sans CJK SC"/>
              </a:rPr>
              <a:t>设施使用率</a:t>
            </a:r>
          </a:p>
        </p:txBody>
      </p:sp>
      <p:sp>
        <p:nvSpPr>
          <p:cNvPr id="81" name="原生可编辑文字_S11_038_双击编辑"/>
          <p:cNvSpPr txBox="1"/>
          <p:nvPr/>
        </p:nvSpPr>
        <p:spPr>
          <a:xfrm>
            <a:off x="9707880" y="3451860"/>
            <a:ext cx="800100" cy="35814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551">
                <a:solidFill>
                  <a:srgbClr val="F2F8FF"/>
                </a:solidFill>
                <a:latin typeface="Noto Sans CJK SC"/>
              </a:rPr>
              <a:t>群众满意度</a:t>
            </a:r>
          </a:p>
        </p:txBody>
      </p:sp>
      <p:sp>
        <p:nvSpPr>
          <p:cNvPr id="83" name="原生可编辑文字_S11_039_双击编辑"/>
          <p:cNvSpPr txBox="1"/>
          <p:nvPr/>
        </p:nvSpPr>
        <p:spPr>
          <a:xfrm>
            <a:off x="11407140" y="2849880"/>
            <a:ext cx="502920" cy="3276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064">
                <a:solidFill>
                  <a:srgbClr val="F2F8FF"/>
                </a:solidFill>
                <a:latin typeface="Noto Serif CJK SC"/>
              </a:rPr>
              <a:t>1:2.8</a:t>
            </a:r>
          </a:p>
        </p:txBody>
      </p:sp>
      <p:sp>
        <p:nvSpPr>
          <p:cNvPr id="85" name="原生可编辑文字_S11_040_双击编辑"/>
          <p:cNvSpPr txBox="1"/>
          <p:nvPr/>
        </p:nvSpPr>
        <p:spPr>
          <a:xfrm>
            <a:off x="11407140" y="3093720"/>
            <a:ext cx="480060" cy="35052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208">
                <a:solidFill>
                  <a:srgbClr val="F2F8FF"/>
                </a:solidFill>
                <a:latin typeface="Noto Serif CJK SC"/>
              </a:rPr>
              <a:t>88%</a:t>
            </a:r>
          </a:p>
        </p:txBody>
      </p:sp>
      <p:sp>
        <p:nvSpPr>
          <p:cNvPr id="87" name="原生可编辑文字_S11_041_双击编辑"/>
          <p:cNvSpPr txBox="1"/>
          <p:nvPr/>
        </p:nvSpPr>
        <p:spPr>
          <a:xfrm>
            <a:off x="11407140" y="3352800"/>
            <a:ext cx="502920" cy="33528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112">
                <a:solidFill>
                  <a:srgbClr val="F2F8FF"/>
                </a:solidFill>
                <a:latin typeface="Noto Serif CJK SC"/>
              </a:rPr>
              <a:t>92%</a:t>
            </a:r>
          </a:p>
        </p:txBody>
      </p:sp>
      <p:sp>
        <p:nvSpPr>
          <p:cNvPr id="89" name="原生可编辑文字_S11_042_双击编辑"/>
          <p:cNvSpPr txBox="1"/>
          <p:nvPr/>
        </p:nvSpPr>
        <p:spPr>
          <a:xfrm>
            <a:off x="2667000" y="3802380"/>
            <a:ext cx="701040" cy="34290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485">
                <a:solidFill>
                  <a:srgbClr val="F2F8FF"/>
                </a:solidFill>
                <a:latin typeface="Noto Sans CJK SC"/>
              </a:rPr>
              <a:t>风险评估</a:t>
            </a:r>
          </a:p>
        </p:txBody>
      </p:sp>
      <p:sp>
        <p:nvSpPr>
          <p:cNvPr id="91" name="原生可编辑文字_S11_043_双击编辑"/>
          <p:cNvSpPr txBox="1"/>
          <p:nvPr/>
        </p:nvSpPr>
        <p:spPr>
          <a:xfrm>
            <a:off x="4000500" y="5341620"/>
            <a:ext cx="4343400" cy="5943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100">
                <a:solidFill>
                  <a:srgbClr val="FFC928"/>
                </a:solidFill>
                <a:latin typeface="Noto Serif CJK SC"/>
              </a:rPr>
              <a:t>先调剂、再维修、最后才新建</a:t>
            </a:r>
          </a:p>
        </p:txBody>
      </p:sp>
      <p:sp>
        <p:nvSpPr>
          <p:cNvPr id="93" name="原生可编辑文字_S11_044_双击编辑"/>
          <p:cNvSpPr txBox="1"/>
          <p:nvPr/>
        </p:nvSpPr>
        <p:spPr>
          <a:xfrm>
            <a:off x="3451860" y="6088380"/>
            <a:ext cx="5013960" cy="54102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896">
                <a:solidFill>
                  <a:srgbClr val="F2F8FF"/>
                </a:solidFill>
                <a:latin typeface="Noto Serif CJK SC"/>
              </a:rPr>
              <a:t>从“凭经验争项目”，变成“拿测算做决策”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_深蓝底_可编辑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B49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背景_左上光束_1"/>
          <p:cNvSpPr/>
          <p:nvPr/>
        </p:nvSpPr>
        <p:spPr>
          <a:xfrm>
            <a:off x="0" y="0"/>
            <a:ext cx="2423160" cy="1828800"/>
          </a:xfrm>
          <a:custGeom>
            <a:avLst/>
            <a:gdLst/>
            <a:ahLst/>
            <a:cxnLst/>
            <a:rect l="l" t="t" r="r" b="b"/>
            <a:pathLst>
              <a:path w="2423160" h="1828800">
                <a:moveTo>
                  <a:pt x="0" y="0"/>
                </a:moveTo>
                <a:lnTo>
                  <a:pt x="914400" y="0"/>
                </a:lnTo>
                <a:lnTo>
                  <a:pt x="2423160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8DEBFF">
              <a:alpha val="2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背景_左上光束_2"/>
          <p:cNvSpPr/>
          <p:nvPr/>
        </p:nvSpPr>
        <p:spPr>
          <a:xfrm>
            <a:off x="274320" y="0"/>
            <a:ext cx="2423159" cy="1828800"/>
          </a:xfrm>
          <a:custGeom>
            <a:avLst/>
            <a:gdLst/>
            <a:ahLst/>
            <a:cxnLst/>
            <a:rect l="l" t="t" r="r" b="b"/>
            <a:pathLst>
              <a:path w="2423159" h="1828800">
                <a:moveTo>
                  <a:pt x="0" y="0"/>
                </a:moveTo>
                <a:lnTo>
                  <a:pt x="914400" y="0"/>
                </a:lnTo>
                <a:lnTo>
                  <a:pt x="2423159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8DEBFF">
              <a:alpha val="2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背景_左上光束_3"/>
          <p:cNvSpPr/>
          <p:nvPr/>
        </p:nvSpPr>
        <p:spPr>
          <a:xfrm>
            <a:off x="640080" y="0"/>
            <a:ext cx="2423159" cy="1828800"/>
          </a:xfrm>
          <a:custGeom>
            <a:avLst/>
            <a:gdLst/>
            <a:ahLst/>
            <a:cxnLst/>
            <a:rect l="l" t="t" r="r" b="b"/>
            <a:pathLst>
              <a:path w="2423159" h="1828800">
                <a:moveTo>
                  <a:pt x="0" y="0"/>
                </a:moveTo>
                <a:lnTo>
                  <a:pt x="914400" y="0"/>
                </a:lnTo>
                <a:lnTo>
                  <a:pt x="2423159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8DEBFF">
              <a:alpha val="2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背景_星点_1"/>
          <p:cNvSpPr/>
          <p:nvPr/>
        </p:nvSpPr>
        <p:spPr>
          <a:xfrm>
            <a:off x="1458864" y="1737820"/>
            <a:ext cx="22860" cy="22860"/>
          </a:xfrm>
          <a:prstGeom prst="ellipse">
            <a:avLst/>
          </a:prstGeom>
          <a:solidFill>
            <a:srgbClr val="E8FDFF">
              <a:alpha val="38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背景_星点_2"/>
          <p:cNvSpPr/>
          <p:nvPr/>
        </p:nvSpPr>
        <p:spPr>
          <a:xfrm>
            <a:off x="477020" y="3571308"/>
            <a:ext cx="36576" cy="36576"/>
          </a:xfrm>
          <a:prstGeom prst="ellipse">
            <a:avLst/>
          </a:prstGeom>
          <a:solidFill>
            <a:srgbClr val="E8FDFF">
              <a:alpha val="56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背景_星点_3"/>
          <p:cNvSpPr/>
          <p:nvPr/>
        </p:nvSpPr>
        <p:spPr>
          <a:xfrm>
            <a:off x="4072323" y="735122"/>
            <a:ext cx="27432" cy="27432"/>
          </a:xfrm>
          <a:prstGeom prst="ellipse">
            <a:avLst/>
          </a:prstGeom>
          <a:solidFill>
            <a:srgbClr val="E8FDFF">
              <a:alpha val="6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背景_星点_4"/>
          <p:cNvSpPr/>
          <p:nvPr/>
        </p:nvSpPr>
        <p:spPr>
          <a:xfrm>
            <a:off x="10961480" y="1461238"/>
            <a:ext cx="18288" cy="18288"/>
          </a:xfrm>
          <a:prstGeom prst="ellipse">
            <a:avLst/>
          </a:prstGeom>
          <a:solidFill>
            <a:srgbClr val="E8FDFF">
              <a:alpha val="49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背景_星点_5"/>
          <p:cNvSpPr/>
          <p:nvPr/>
        </p:nvSpPr>
        <p:spPr>
          <a:xfrm>
            <a:off x="7650778" y="2611140"/>
            <a:ext cx="36576" cy="36576"/>
          </a:xfrm>
          <a:prstGeom prst="ellipse">
            <a:avLst/>
          </a:prstGeom>
          <a:solidFill>
            <a:srgbClr val="E8FDFF">
              <a:alpha val="56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背景_星点_6"/>
          <p:cNvSpPr/>
          <p:nvPr/>
        </p:nvSpPr>
        <p:spPr>
          <a:xfrm>
            <a:off x="6673674" y="2528078"/>
            <a:ext cx="36576" cy="36576"/>
          </a:xfrm>
          <a:prstGeom prst="ellipse">
            <a:avLst/>
          </a:prstGeom>
          <a:solidFill>
            <a:srgbClr val="E8FDFF">
              <a:alpha val="7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背景_星点_7"/>
          <p:cNvSpPr/>
          <p:nvPr/>
        </p:nvSpPr>
        <p:spPr>
          <a:xfrm>
            <a:off x="10084497" y="3320038"/>
            <a:ext cx="27432" cy="27432"/>
          </a:xfrm>
          <a:prstGeom prst="ellipse">
            <a:avLst/>
          </a:prstGeom>
          <a:solidFill>
            <a:srgbClr val="E8FDFF">
              <a:alpha val="74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背景_星点_8"/>
          <p:cNvSpPr/>
          <p:nvPr/>
        </p:nvSpPr>
        <p:spPr>
          <a:xfrm>
            <a:off x="732094" y="991337"/>
            <a:ext cx="27432" cy="27432"/>
          </a:xfrm>
          <a:prstGeom prst="ellipse">
            <a:avLst/>
          </a:prstGeom>
          <a:solidFill>
            <a:srgbClr val="E8FDFF">
              <a:alpha val="63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背景_星点_9"/>
          <p:cNvSpPr/>
          <p:nvPr/>
        </p:nvSpPr>
        <p:spPr>
          <a:xfrm>
            <a:off x="4382109" y="1930915"/>
            <a:ext cx="27432" cy="27432"/>
          </a:xfrm>
          <a:prstGeom prst="ellipse">
            <a:avLst/>
          </a:prstGeom>
          <a:solidFill>
            <a:srgbClr val="E8FDFF">
              <a:alpha val="68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背景_星点_10"/>
          <p:cNvSpPr/>
          <p:nvPr/>
        </p:nvSpPr>
        <p:spPr>
          <a:xfrm>
            <a:off x="11389576" y="1315201"/>
            <a:ext cx="18288" cy="18288"/>
          </a:xfrm>
          <a:prstGeom prst="ellipse">
            <a:avLst/>
          </a:prstGeom>
          <a:solidFill>
            <a:srgbClr val="E8FDFF">
              <a:alpha val="48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背景_星点_11"/>
          <p:cNvSpPr/>
          <p:nvPr/>
        </p:nvSpPr>
        <p:spPr>
          <a:xfrm>
            <a:off x="6166107" y="1578744"/>
            <a:ext cx="27432" cy="27432"/>
          </a:xfrm>
          <a:prstGeom prst="ellipse">
            <a:avLst/>
          </a:prstGeom>
          <a:solidFill>
            <a:srgbClr val="E8FDFF">
              <a:alpha val="66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背景_星点_12"/>
          <p:cNvSpPr/>
          <p:nvPr/>
        </p:nvSpPr>
        <p:spPr>
          <a:xfrm>
            <a:off x="9643964" y="3903163"/>
            <a:ext cx="22860" cy="22860"/>
          </a:xfrm>
          <a:prstGeom prst="ellipse">
            <a:avLst/>
          </a:prstGeom>
          <a:solidFill>
            <a:srgbClr val="E8FDFF">
              <a:alpha val="7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背景_星点_13"/>
          <p:cNvSpPr/>
          <p:nvPr/>
        </p:nvSpPr>
        <p:spPr>
          <a:xfrm>
            <a:off x="5519389" y="4167157"/>
            <a:ext cx="27432" cy="27432"/>
          </a:xfrm>
          <a:prstGeom prst="ellipse">
            <a:avLst/>
          </a:prstGeom>
          <a:solidFill>
            <a:srgbClr val="E8FDFF">
              <a:alpha val="31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背景_星点_14"/>
          <p:cNvSpPr/>
          <p:nvPr/>
        </p:nvSpPr>
        <p:spPr>
          <a:xfrm>
            <a:off x="10098928" y="3344454"/>
            <a:ext cx="36576" cy="36576"/>
          </a:xfrm>
          <a:prstGeom prst="ellipse">
            <a:avLst/>
          </a:prstGeom>
          <a:solidFill>
            <a:srgbClr val="E8FDFF">
              <a:alpha val="66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背景_星点_15"/>
          <p:cNvSpPr/>
          <p:nvPr/>
        </p:nvSpPr>
        <p:spPr>
          <a:xfrm>
            <a:off x="1853634" y="587391"/>
            <a:ext cx="27432" cy="27432"/>
          </a:xfrm>
          <a:prstGeom prst="ellipse">
            <a:avLst/>
          </a:prstGeom>
          <a:solidFill>
            <a:srgbClr val="E8FDFF">
              <a:alpha val="4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背景_星点_16"/>
          <p:cNvSpPr/>
          <p:nvPr/>
        </p:nvSpPr>
        <p:spPr>
          <a:xfrm>
            <a:off x="411485" y="556181"/>
            <a:ext cx="36576" cy="36576"/>
          </a:xfrm>
          <a:prstGeom prst="ellipse">
            <a:avLst/>
          </a:prstGeom>
          <a:solidFill>
            <a:srgbClr val="E8FDFF">
              <a:alpha val="54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背景_星点_17"/>
          <p:cNvSpPr/>
          <p:nvPr/>
        </p:nvSpPr>
        <p:spPr>
          <a:xfrm>
            <a:off x="10788181" y="338092"/>
            <a:ext cx="13716" cy="13716"/>
          </a:xfrm>
          <a:prstGeom prst="ellipse">
            <a:avLst/>
          </a:prstGeom>
          <a:solidFill>
            <a:srgbClr val="E8FDFF">
              <a:alpha val="41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背景_星点_18"/>
          <p:cNvSpPr/>
          <p:nvPr/>
        </p:nvSpPr>
        <p:spPr>
          <a:xfrm>
            <a:off x="11150591" y="451176"/>
            <a:ext cx="13716" cy="13716"/>
          </a:xfrm>
          <a:prstGeom prst="ellipse">
            <a:avLst/>
          </a:prstGeom>
          <a:solidFill>
            <a:srgbClr val="E8FDFF">
              <a:alpha val="3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背景_星点_19"/>
          <p:cNvSpPr/>
          <p:nvPr/>
        </p:nvSpPr>
        <p:spPr>
          <a:xfrm>
            <a:off x="6062794" y="3674837"/>
            <a:ext cx="27432" cy="27432"/>
          </a:xfrm>
          <a:prstGeom prst="ellipse">
            <a:avLst/>
          </a:prstGeom>
          <a:solidFill>
            <a:srgbClr val="E8FDFF">
              <a:alpha val="68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背景_星点_20"/>
          <p:cNvSpPr/>
          <p:nvPr/>
        </p:nvSpPr>
        <p:spPr>
          <a:xfrm>
            <a:off x="6061057" y="2801344"/>
            <a:ext cx="13716" cy="13716"/>
          </a:xfrm>
          <a:prstGeom prst="ellipse">
            <a:avLst/>
          </a:prstGeom>
          <a:solidFill>
            <a:srgbClr val="E8FDFF">
              <a:alpha val="6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背景_星点_21"/>
          <p:cNvSpPr/>
          <p:nvPr/>
        </p:nvSpPr>
        <p:spPr>
          <a:xfrm>
            <a:off x="9113284" y="1694037"/>
            <a:ext cx="18288" cy="18288"/>
          </a:xfrm>
          <a:prstGeom prst="ellipse">
            <a:avLst/>
          </a:prstGeom>
          <a:solidFill>
            <a:srgbClr val="E8FDFF">
              <a:alpha val="49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背景_星点_22"/>
          <p:cNvSpPr/>
          <p:nvPr/>
        </p:nvSpPr>
        <p:spPr>
          <a:xfrm>
            <a:off x="6335933" y="1185338"/>
            <a:ext cx="22860" cy="22860"/>
          </a:xfrm>
          <a:prstGeom prst="ellipse">
            <a:avLst/>
          </a:prstGeom>
          <a:solidFill>
            <a:srgbClr val="E8FDFF">
              <a:alpha val="38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背景_星点_23"/>
          <p:cNvSpPr/>
          <p:nvPr/>
        </p:nvSpPr>
        <p:spPr>
          <a:xfrm>
            <a:off x="8333198" y="871913"/>
            <a:ext cx="36576" cy="36576"/>
          </a:xfrm>
          <a:prstGeom prst="ellipse">
            <a:avLst/>
          </a:prstGeom>
          <a:solidFill>
            <a:srgbClr val="E8FDFF">
              <a:alpha val="74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背景_星点_24"/>
          <p:cNvSpPr/>
          <p:nvPr/>
        </p:nvSpPr>
        <p:spPr>
          <a:xfrm>
            <a:off x="3939839" y="1897290"/>
            <a:ext cx="13716" cy="13716"/>
          </a:xfrm>
          <a:prstGeom prst="ellipse">
            <a:avLst/>
          </a:prstGeom>
          <a:solidFill>
            <a:srgbClr val="E8FDFF">
              <a:alpha val="5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背景_星点_25"/>
          <p:cNvSpPr/>
          <p:nvPr/>
        </p:nvSpPr>
        <p:spPr>
          <a:xfrm>
            <a:off x="931048" y="804095"/>
            <a:ext cx="22860" cy="22860"/>
          </a:xfrm>
          <a:prstGeom prst="ellipse">
            <a:avLst/>
          </a:prstGeom>
          <a:solidFill>
            <a:srgbClr val="E8FDFF">
              <a:alpha val="41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背景_星点_26"/>
          <p:cNvSpPr/>
          <p:nvPr/>
        </p:nvSpPr>
        <p:spPr>
          <a:xfrm>
            <a:off x="8197515" y="814292"/>
            <a:ext cx="13716" cy="13716"/>
          </a:xfrm>
          <a:prstGeom prst="ellipse">
            <a:avLst/>
          </a:prstGeom>
          <a:solidFill>
            <a:srgbClr val="E8FDFF">
              <a:alpha val="58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背景_星点_27"/>
          <p:cNvSpPr/>
          <p:nvPr/>
        </p:nvSpPr>
        <p:spPr>
          <a:xfrm>
            <a:off x="8359208" y="2967487"/>
            <a:ext cx="13716" cy="13716"/>
          </a:xfrm>
          <a:prstGeom prst="ellipse">
            <a:avLst/>
          </a:prstGeom>
          <a:solidFill>
            <a:srgbClr val="E8FDFF">
              <a:alpha val="73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背景_星点_28"/>
          <p:cNvSpPr/>
          <p:nvPr/>
        </p:nvSpPr>
        <p:spPr>
          <a:xfrm>
            <a:off x="5347849" y="2124684"/>
            <a:ext cx="13716" cy="13716"/>
          </a:xfrm>
          <a:prstGeom prst="ellipse">
            <a:avLst/>
          </a:prstGeom>
          <a:solidFill>
            <a:srgbClr val="E8FDFF">
              <a:alpha val="36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背景_星点_29"/>
          <p:cNvSpPr/>
          <p:nvPr/>
        </p:nvSpPr>
        <p:spPr>
          <a:xfrm>
            <a:off x="8553759" y="808800"/>
            <a:ext cx="18288" cy="18288"/>
          </a:xfrm>
          <a:prstGeom prst="ellipse">
            <a:avLst/>
          </a:prstGeom>
          <a:solidFill>
            <a:srgbClr val="E8FDFF">
              <a:alpha val="5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背景_星点_30"/>
          <p:cNvSpPr/>
          <p:nvPr/>
        </p:nvSpPr>
        <p:spPr>
          <a:xfrm>
            <a:off x="2455980" y="3768920"/>
            <a:ext cx="18288" cy="18288"/>
          </a:xfrm>
          <a:prstGeom prst="ellipse">
            <a:avLst/>
          </a:prstGeom>
          <a:solidFill>
            <a:srgbClr val="E8FDFF">
              <a:alpha val="43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背景_星点_31"/>
          <p:cNvSpPr/>
          <p:nvPr/>
        </p:nvSpPr>
        <p:spPr>
          <a:xfrm>
            <a:off x="4720497" y="3243579"/>
            <a:ext cx="36576" cy="36576"/>
          </a:xfrm>
          <a:prstGeom prst="ellipse">
            <a:avLst/>
          </a:prstGeom>
          <a:solidFill>
            <a:srgbClr val="E8FDFF">
              <a:alpha val="4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背景_星点_32"/>
          <p:cNvSpPr/>
          <p:nvPr/>
        </p:nvSpPr>
        <p:spPr>
          <a:xfrm>
            <a:off x="8356569" y="2463895"/>
            <a:ext cx="27432" cy="27432"/>
          </a:xfrm>
          <a:prstGeom prst="ellipse">
            <a:avLst/>
          </a:prstGeom>
          <a:solidFill>
            <a:srgbClr val="E8FDFF">
              <a:alpha val="38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背景_星点_33"/>
          <p:cNvSpPr/>
          <p:nvPr/>
        </p:nvSpPr>
        <p:spPr>
          <a:xfrm>
            <a:off x="2188726" y="2609602"/>
            <a:ext cx="13716" cy="13716"/>
          </a:xfrm>
          <a:prstGeom prst="ellipse">
            <a:avLst/>
          </a:prstGeom>
          <a:solidFill>
            <a:srgbClr val="E8FDFF">
              <a:alpha val="48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背景_星点_34"/>
          <p:cNvSpPr/>
          <p:nvPr/>
        </p:nvSpPr>
        <p:spPr>
          <a:xfrm>
            <a:off x="9957746" y="2610436"/>
            <a:ext cx="27432" cy="27432"/>
          </a:xfrm>
          <a:prstGeom prst="ellipse">
            <a:avLst/>
          </a:prstGeom>
          <a:solidFill>
            <a:srgbClr val="E8FDFF">
              <a:alpha val="64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背景_星点_35"/>
          <p:cNvSpPr/>
          <p:nvPr/>
        </p:nvSpPr>
        <p:spPr>
          <a:xfrm>
            <a:off x="4388227" y="1670394"/>
            <a:ext cx="18288" cy="18288"/>
          </a:xfrm>
          <a:prstGeom prst="ellipse">
            <a:avLst/>
          </a:prstGeom>
          <a:solidFill>
            <a:srgbClr val="E8FDFF">
              <a:alpha val="5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背景_星点_36"/>
          <p:cNvSpPr/>
          <p:nvPr/>
        </p:nvSpPr>
        <p:spPr>
          <a:xfrm>
            <a:off x="7602866" y="3780758"/>
            <a:ext cx="27432" cy="27432"/>
          </a:xfrm>
          <a:prstGeom prst="ellipse">
            <a:avLst/>
          </a:prstGeom>
          <a:solidFill>
            <a:srgbClr val="E8FDFF">
              <a:alpha val="3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背景_星点_37"/>
          <p:cNvSpPr/>
          <p:nvPr/>
        </p:nvSpPr>
        <p:spPr>
          <a:xfrm>
            <a:off x="10485267" y="2336772"/>
            <a:ext cx="18288" cy="18288"/>
          </a:xfrm>
          <a:prstGeom prst="ellipse">
            <a:avLst/>
          </a:prstGeom>
          <a:solidFill>
            <a:srgbClr val="E8FDFF">
              <a:alpha val="71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背景_星点_38"/>
          <p:cNvSpPr/>
          <p:nvPr/>
        </p:nvSpPr>
        <p:spPr>
          <a:xfrm>
            <a:off x="1019430" y="3974300"/>
            <a:ext cx="18288" cy="18288"/>
          </a:xfrm>
          <a:prstGeom prst="ellipse">
            <a:avLst/>
          </a:prstGeom>
          <a:solidFill>
            <a:srgbClr val="E8FDFF">
              <a:alpha val="3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背景_星点_39"/>
          <p:cNvSpPr/>
          <p:nvPr/>
        </p:nvSpPr>
        <p:spPr>
          <a:xfrm>
            <a:off x="8346685" y="4172065"/>
            <a:ext cx="18288" cy="18288"/>
          </a:xfrm>
          <a:prstGeom prst="ellipse">
            <a:avLst/>
          </a:prstGeom>
          <a:solidFill>
            <a:srgbClr val="E8FDFF">
              <a:alpha val="74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背景_星点_40"/>
          <p:cNvSpPr/>
          <p:nvPr/>
        </p:nvSpPr>
        <p:spPr>
          <a:xfrm>
            <a:off x="6824137" y="931102"/>
            <a:ext cx="36576" cy="36576"/>
          </a:xfrm>
          <a:prstGeom prst="ellipse">
            <a:avLst/>
          </a:prstGeom>
          <a:solidFill>
            <a:srgbClr val="E8FDFF">
              <a:alpha val="63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背景_星点_41"/>
          <p:cNvSpPr/>
          <p:nvPr/>
        </p:nvSpPr>
        <p:spPr>
          <a:xfrm>
            <a:off x="4981636" y="2911405"/>
            <a:ext cx="22860" cy="22860"/>
          </a:xfrm>
          <a:prstGeom prst="ellipse">
            <a:avLst/>
          </a:prstGeom>
          <a:solidFill>
            <a:srgbClr val="E8FDFF">
              <a:alpha val="66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背景_星点_42"/>
          <p:cNvSpPr/>
          <p:nvPr/>
        </p:nvSpPr>
        <p:spPr>
          <a:xfrm>
            <a:off x="647000" y="2134136"/>
            <a:ext cx="13716" cy="13716"/>
          </a:xfrm>
          <a:prstGeom prst="ellipse">
            <a:avLst/>
          </a:prstGeom>
          <a:solidFill>
            <a:srgbClr val="E8FDFF">
              <a:alpha val="74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背景_星点_43"/>
          <p:cNvSpPr/>
          <p:nvPr/>
        </p:nvSpPr>
        <p:spPr>
          <a:xfrm>
            <a:off x="5964466" y="545517"/>
            <a:ext cx="36576" cy="36576"/>
          </a:xfrm>
          <a:prstGeom prst="ellipse">
            <a:avLst/>
          </a:prstGeom>
          <a:solidFill>
            <a:srgbClr val="E8FDFF">
              <a:alpha val="6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背景_星点_44"/>
          <p:cNvSpPr/>
          <p:nvPr/>
        </p:nvSpPr>
        <p:spPr>
          <a:xfrm>
            <a:off x="641682" y="2954229"/>
            <a:ext cx="13716" cy="13716"/>
          </a:xfrm>
          <a:prstGeom prst="ellipse">
            <a:avLst/>
          </a:prstGeom>
          <a:solidFill>
            <a:srgbClr val="E8FDFF">
              <a:alpha val="64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背景_星点_45"/>
          <p:cNvSpPr/>
          <p:nvPr/>
        </p:nvSpPr>
        <p:spPr>
          <a:xfrm>
            <a:off x="936284" y="2568486"/>
            <a:ext cx="18288" cy="18288"/>
          </a:xfrm>
          <a:prstGeom prst="ellipse">
            <a:avLst/>
          </a:prstGeom>
          <a:solidFill>
            <a:srgbClr val="E8FDFF">
              <a:alpha val="58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背景_云雾_1"/>
          <p:cNvSpPr/>
          <p:nvPr/>
        </p:nvSpPr>
        <p:spPr>
          <a:xfrm>
            <a:off x="-914400" y="3246120"/>
            <a:ext cx="5943600" cy="1005840"/>
          </a:xfrm>
          <a:prstGeom prst="ellipse">
            <a:avLst/>
          </a:prstGeom>
          <a:solidFill>
            <a:srgbClr val="DDF9FF">
              <a:alpha val="2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背景_云雾_2"/>
          <p:cNvSpPr/>
          <p:nvPr/>
        </p:nvSpPr>
        <p:spPr>
          <a:xfrm>
            <a:off x="3108960" y="3383280"/>
            <a:ext cx="5852160" cy="914400"/>
          </a:xfrm>
          <a:prstGeom prst="ellipse">
            <a:avLst/>
          </a:prstGeom>
          <a:solidFill>
            <a:srgbClr val="DDF9FF">
              <a:alpha val="2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背景_云雾_3"/>
          <p:cNvSpPr/>
          <p:nvPr/>
        </p:nvSpPr>
        <p:spPr>
          <a:xfrm>
            <a:off x="7498079" y="3246120"/>
            <a:ext cx="5669280" cy="1005840"/>
          </a:xfrm>
          <a:prstGeom prst="ellipse">
            <a:avLst/>
          </a:prstGeom>
          <a:solidFill>
            <a:srgbClr val="DDF9FF">
              <a:alpha val="2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背景_山体层_1"/>
          <p:cNvSpPr/>
          <p:nvPr/>
        </p:nvSpPr>
        <p:spPr>
          <a:xfrm>
            <a:off x="0" y="3278587"/>
            <a:ext cx="12191695" cy="3579413"/>
          </a:xfrm>
          <a:custGeom>
            <a:avLst/>
            <a:gdLst/>
            <a:ahLst/>
            <a:cxnLst/>
            <a:rect l="l" t="t" r="r" b="b"/>
            <a:pathLst>
              <a:path w="12191695" h="3579413">
                <a:moveTo>
                  <a:pt x="0" y="3579413"/>
                </a:moveTo>
                <a:lnTo>
                  <a:pt x="0" y="424733"/>
                </a:lnTo>
                <a:lnTo>
                  <a:pt x="502920" y="30004"/>
                </a:lnTo>
                <a:lnTo>
                  <a:pt x="1005840" y="181354"/>
                </a:lnTo>
                <a:lnTo>
                  <a:pt x="1417320" y="210741"/>
                </a:lnTo>
                <a:lnTo>
                  <a:pt x="1828800" y="412610"/>
                </a:lnTo>
                <a:lnTo>
                  <a:pt x="2194560" y="383182"/>
                </a:lnTo>
                <a:lnTo>
                  <a:pt x="2651760" y="343382"/>
                </a:lnTo>
                <a:lnTo>
                  <a:pt x="3063240" y="771301"/>
                </a:lnTo>
                <a:lnTo>
                  <a:pt x="3520440" y="844634"/>
                </a:lnTo>
                <a:lnTo>
                  <a:pt x="3931920" y="676338"/>
                </a:lnTo>
                <a:lnTo>
                  <a:pt x="4389120" y="423216"/>
                </a:lnTo>
                <a:lnTo>
                  <a:pt x="4892040" y="62364"/>
                </a:lnTo>
                <a:lnTo>
                  <a:pt x="5394960" y="342126"/>
                </a:lnTo>
                <a:lnTo>
                  <a:pt x="5852160" y="221530"/>
                </a:lnTo>
                <a:lnTo>
                  <a:pt x="6309360" y="176290"/>
                </a:lnTo>
                <a:lnTo>
                  <a:pt x="6858000" y="357716"/>
                </a:lnTo>
                <a:lnTo>
                  <a:pt x="7406640" y="743055"/>
                </a:lnTo>
                <a:lnTo>
                  <a:pt x="8001000" y="838585"/>
                </a:lnTo>
                <a:lnTo>
                  <a:pt x="8549640" y="418765"/>
                </a:lnTo>
                <a:lnTo>
                  <a:pt x="9052560" y="369638"/>
                </a:lnTo>
                <a:lnTo>
                  <a:pt x="9601200" y="269916"/>
                </a:lnTo>
                <a:lnTo>
                  <a:pt x="10149840" y="257250"/>
                </a:lnTo>
                <a:lnTo>
                  <a:pt x="10744200" y="0"/>
                </a:lnTo>
                <a:lnTo>
                  <a:pt x="11338560" y="568225"/>
                </a:lnTo>
                <a:lnTo>
                  <a:pt x="12188952" y="837003"/>
                </a:lnTo>
                <a:lnTo>
                  <a:pt x="12191695" y="3579413"/>
                </a:lnTo>
                <a:close/>
              </a:path>
            </a:pathLst>
          </a:custGeom>
          <a:solidFill>
            <a:srgbClr val="124D72">
              <a:alpha val="7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背景_山体层_2"/>
          <p:cNvSpPr/>
          <p:nvPr/>
        </p:nvSpPr>
        <p:spPr>
          <a:xfrm>
            <a:off x="0" y="3514638"/>
            <a:ext cx="12191695" cy="3343362"/>
          </a:xfrm>
          <a:custGeom>
            <a:avLst/>
            <a:gdLst/>
            <a:ahLst/>
            <a:cxnLst/>
            <a:rect l="l" t="t" r="r" b="b"/>
            <a:pathLst>
              <a:path w="12191695" h="3343362">
                <a:moveTo>
                  <a:pt x="0" y="3343362"/>
                </a:moveTo>
                <a:lnTo>
                  <a:pt x="0" y="89872"/>
                </a:lnTo>
                <a:lnTo>
                  <a:pt x="438912" y="0"/>
                </a:lnTo>
                <a:lnTo>
                  <a:pt x="914400" y="381022"/>
                </a:lnTo>
                <a:lnTo>
                  <a:pt x="1298448" y="393165"/>
                </a:lnTo>
                <a:lnTo>
                  <a:pt x="1737360" y="509037"/>
                </a:lnTo>
                <a:lnTo>
                  <a:pt x="2121408" y="549549"/>
                </a:lnTo>
                <a:lnTo>
                  <a:pt x="2487168" y="531820"/>
                </a:lnTo>
                <a:lnTo>
                  <a:pt x="2944368" y="900942"/>
                </a:lnTo>
                <a:lnTo>
                  <a:pt x="3429000" y="788411"/>
                </a:lnTo>
                <a:lnTo>
                  <a:pt x="3840480" y="398583"/>
                </a:lnTo>
                <a:lnTo>
                  <a:pt x="4315968" y="227901"/>
                </a:lnTo>
                <a:lnTo>
                  <a:pt x="4754880" y="80478"/>
                </a:lnTo>
                <a:lnTo>
                  <a:pt x="5212080" y="364102"/>
                </a:lnTo>
                <a:lnTo>
                  <a:pt x="5623560" y="394692"/>
                </a:lnTo>
                <a:lnTo>
                  <a:pt x="6053328" y="226250"/>
                </a:lnTo>
                <a:lnTo>
                  <a:pt x="6446520" y="495236"/>
                </a:lnTo>
                <a:lnTo>
                  <a:pt x="6949440" y="735339"/>
                </a:lnTo>
                <a:lnTo>
                  <a:pt x="7452360" y="925475"/>
                </a:lnTo>
                <a:lnTo>
                  <a:pt x="7955279" y="629255"/>
                </a:lnTo>
                <a:lnTo>
                  <a:pt x="8458200" y="222317"/>
                </a:lnTo>
                <a:lnTo>
                  <a:pt x="8915400" y="358180"/>
                </a:lnTo>
                <a:lnTo>
                  <a:pt x="9436608" y="236701"/>
                </a:lnTo>
                <a:lnTo>
                  <a:pt x="9921240" y="290787"/>
                </a:lnTo>
                <a:lnTo>
                  <a:pt x="10424160" y="149577"/>
                </a:lnTo>
                <a:lnTo>
                  <a:pt x="10972800" y="646414"/>
                </a:lnTo>
                <a:lnTo>
                  <a:pt x="11475720" y="892971"/>
                </a:lnTo>
                <a:lnTo>
                  <a:pt x="12188952" y="688790"/>
                </a:lnTo>
                <a:lnTo>
                  <a:pt x="12191695" y="3343362"/>
                </a:lnTo>
                <a:close/>
              </a:path>
            </a:pathLst>
          </a:custGeom>
          <a:solidFill>
            <a:srgbClr val="0F4165">
              <a:alpha val="8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背景_山体层_3"/>
          <p:cNvSpPr/>
          <p:nvPr/>
        </p:nvSpPr>
        <p:spPr>
          <a:xfrm>
            <a:off x="0" y="3810785"/>
            <a:ext cx="12191695" cy="3047215"/>
          </a:xfrm>
          <a:custGeom>
            <a:avLst/>
            <a:gdLst/>
            <a:ahLst/>
            <a:cxnLst/>
            <a:rect l="l" t="t" r="r" b="b"/>
            <a:pathLst>
              <a:path w="12191695" h="3047215">
                <a:moveTo>
                  <a:pt x="0" y="3047215"/>
                </a:moveTo>
                <a:lnTo>
                  <a:pt x="0" y="0"/>
                </a:lnTo>
                <a:lnTo>
                  <a:pt x="384048" y="183268"/>
                </a:lnTo>
                <a:lnTo>
                  <a:pt x="804672" y="615808"/>
                </a:lnTo>
                <a:lnTo>
                  <a:pt x="1188720" y="569560"/>
                </a:lnTo>
                <a:lnTo>
                  <a:pt x="1572768" y="550615"/>
                </a:lnTo>
                <a:lnTo>
                  <a:pt x="1965960" y="697285"/>
                </a:lnTo>
                <a:lnTo>
                  <a:pt x="2377440" y="690214"/>
                </a:lnTo>
                <a:lnTo>
                  <a:pt x="2788920" y="841443"/>
                </a:lnTo>
                <a:lnTo>
                  <a:pt x="3154680" y="781352"/>
                </a:lnTo>
                <a:lnTo>
                  <a:pt x="3611880" y="210878"/>
                </a:lnTo>
                <a:lnTo>
                  <a:pt x="4041648" y="121860"/>
                </a:lnTo>
                <a:lnTo>
                  <a:pt x="4443984" y="207229"/>
                </a:lnTo>
                <a:lnTo>
                  <a:pt x="4846320" y="285864"/>
                </a:lnTo>
                <a:lnTo>
                  <a:pt x="5303520" y="545930"/>
                </a:lnTo>
                <a:lnTo>
                  <a:pt x="5724144" y="414374"/>
                </a:lnTo>
                <a:lnTo>
                  <a:pt x="6144768" y="498172"/>
                </a:lnTo>
                <a:lnTo>
                  <a:pt x="6565392" y="890948"/>
                </a:lnTo>
                <a:lnTo>
                  <a:pt x="6967728" y="864269"/>
                </a:lnTo>
                <a:lnTo>
                  <a:pt x="7388352" y="739645"/>
                </a:lnTo>
                <a:lnTo>
                  <a:pt x="7790688" y="472346"/>
                </a:lnTo>
                <a:lnTo>
                  <a:pt x="8211312" y="97453"/>
                </a:lnTo>
                <a:lnTo>
                  <a:pt x="8641080" y="290337"/>
                </a:lnTo>
                <a:lnTo>
                  <a:pt x="9070848" y="377208"/>
                </a:lnTo>
                <a:lnTo>
                  <a:pt x="9491472" y="240901"/>
                </a:lnTo>
                <a:lnTo>
                  <a:pt x="9930384" y="374971"/>
                </a:lnTo>
                <a:lnTo>
                  <a:pt x="10387584" y="445894"/>
                </a:lnTo>
                <a:lnTo>
                  <a:pt x="10808208" y="811393"/>
                </a:lnTo>
                <a:lnTo>
                  <a:pt x="11292840" y="898375"/>
                </a:lnTo>
                <a:lnTo>
                  <a:pt x="12188952" y="459186"/>
                </a:lnTo>
                <a:lnTo>
                  <a:pt x="12191695" y="3047215"/>
                </a:lnTo>
                <a:close/>
              </a:path>
            </a:pathLst>
          </a:custGeom>
          <a:solidFill>
            <a:srgbClr val="0A3456">
              <a:alpha val="9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背景_数据光柱_1"/>
          <p:cNvCxnSpPr/>
          <p:nvPr/>
        </p:nvCxnSpPr>
        <p:spPr>
          <a:xfrm>
            <a:off x="502920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背景_光柱节点_1"/>
          <p:cNvSpPr/>
          <p:nvPr/>
        </p:nvSpPr>
        <p:spPr>
          <a:xfrm>
            <a:off x="480060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背景_数据光柱_2"/>
          <p:cNvCxnSpPr/>
          <p:nvPr/>
        </p:nvCxnSpPr>
        <p:spPr>
          <a:xfrm>
            <a:off x="749808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背景_光柱节点_2"/>
          <p:cNvSpPr/>
          <p:nvPr/>
        </p:nvSpPr>
        <p:spPr>
          <a:xfrm>
            <a:off x="726947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背景_数据光柱_3"/>
          <p:cNvCxnSpPr/>
          <p:nvPr/>
        </p:nvCxnSpPr>
        <p:spPr>
          <a:xfrm>
            <a:off x="969264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背景_光柱节点_3"/>
          <p:cNvSpPr/>
          <p:nvPr/>
        </p:nvSpPr>
        <p:spPr>
          <a:xfrm>
            <a:off x="946404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背景_数据光柱_4"/>
          <p:cNvCxnSpPr/>
          <p:nvPr/>
        </p:nvCxnSpPr>
        <p:spPr>
          <a:xfrm>
            <a:off x="10954512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背景_光柱节点_4"/>
          <p:cNvSpPr/>
          <p:nvPr/>
        </p:nvSpPr>
        <p:spPr>
          <a:xfrm>
            <a:off x="10931652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背景_数据光柱_5"/>
          <p:cNvCxnSpPr/>
          <p:nvPr/>
        </p:nvCxnSpPr>
        <p:spPr>
          <a:xfrm>
            <a:off x="11201400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背景_光柱节点_5"/>
          <p:cNvSpPr/>
          <p:nvPr/>
        </p:nvSpPr>
        <p:spPr>
          <a:xfrm>
            <a:off x="11178540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背景_数据光柱_6"/>
          <p:cNvCxnSpPr/>
          <p:nvPr/>
        </p:nvCxnSpPr>
        <p:spPr>
          <a:xfrm>
            <a:off x="11475720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背景_光柱节点_6"/>
          <p:cNvSpPr/>
          <p:nvPr/>
        </p:nvSpPr>
        <p:spPr>
          <a:xfrm>
            <a:off x="11452860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背景_地面暗层"/>
          <p:cNvSpPr/>
          <p:nvPr/>
        </p:nvSpPr>
        <p:spPr>
          <a:xfrm>
            <a:off x="0" y="4617720"/>
            <a:ext cx="12191695" cy="2240280"/>
          </a:xfrm>
          <a:prstGeom prst="rect">
            <a:avLst/>
          </a:prstGeom>
          <a:solidFill>
            <a:srgbClr val="062742">
              <a:alpha val="9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背景_光路底_0"/>
          <p:cNvCxnSpPr/>
          <p:nvPr/>
        </p:nvCxnSpPr>
        <p:spPr>
          <a:xfrm>
            <a:off x="155447" y="5500116"/>
            <a:ext cx="495301" cy="2269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背景_光路亮线_0"/>
          <p:cNvCxnSpPr/>
          <p:nvPr/>
        </p:nvCxnSpPr>
        <p:spPr>
          <a:xfrm>
            <a:off x="155447" y="5500116"/>
            <a:ext cx="495301" cy="2269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背景_光路底_0"/>
          <p:cNvCxnSpPr/>
          <p:nvPr/>
        </p:nvCxnSpPr>
        <p:spPr>
          <a:xfrm>
            <a:off x="650748" y="5522814"/>
            <a:ext cx="495299" cy="15742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背景_光路亮线_0"/>
          <p:cNvCxnSpPr/>
          <p:nvPr/>
        </p:nvCxnSpPr>
        <p:spPr>
          <a:xfrm>
            <a:off x="650748" y="5522814"/>
            <a:ext cx="495299" cy="15742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背景_光路底_0"/>
          <p:cNvCxnSpPr/>
          <p:nvPr/>
        </p:nvCxnSpPr>
        <p:spPr>
          <a:xfrm>
            <a:off x="1146047" y="5538556"/>
            <a:ext cx="495301" cy="38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背景_光路亮线_0"/>
          <p:cNvCxnSpPr/>
          <p:nvPr/>
        </p:nvCxnSpPr>
        <p:spPr>
          <a:xfrm>
            <a:off x="1146047" y="5538556"/>
            <a:ext cx="495301" cy="38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背景_光路底_0"/>
          <p:cNvCxnSpPr/>
          <p:nvPr/>
        </p:nvCxnSpPr>
        <p:spPr>
          <a:xfrm flipV="1">
            <a:off x="1641348" y="5518748"/>
            <a:ext cx="495299" cy="2019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背景_光路亮线_0"/>
          <p:cNvCxnSpPr/>
          <p:nvPr/>
        </p:nvCxnSpPr>
        <p:spPr>
          <a:xfrm flipV="1">
            <a:off x="1641348" y="5518748"/>
            <a:ext cx="495299" cy="2019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背景_光路底_0"/>
          <p:cNvCxnSpPr/>
          <p:nvPr/>
        </p:nvCxnSpPr>
        <p:spPr>
          <a:xfrm flipV="1">
            <a:off x="2136647" y="5476807"/>
            <a:ext cx="495301" cy="4194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背景_光路亮线_0"/>
          <p:cNvCxnSpPr/>
          <p:nvPr/>
        </p:nvCxnSpPr>
        <p:spPr>
          <a:xfrm flipV="1">
            <a:off x="2136647" y="5476807"/>
            <a:ext cx="495301" cy="4194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背景_光路底_0"/>
          <p:cNvCxnSpPr/>
          <p:nvPr/>
        </p:nvCxnSpPr>
        <p:spPr>
          <a:xfrm flipV="1">
            <a:off x="2631948" y="5416224"/>
            <a:ext cx="495300" cy="6058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背景_光路亮线_0"/>
          <p:cNvCxnSpPr/>
          <p:nvPr/>
        </p:nvCxnSpPr>
        <p:spPr>
          <a:xfrm flipV="1">
            <a:off x="2631948" y="5416224"/>
            <a:ext cx="495300" cy="6058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背景_光路底_0"/>
          <p:cNvCxnSpPr/>
          <p:nvPr/>
        </p:nvCxnSpPr>
        <p:spPr>
          <a:xfrm flipV="1">
            <a:off x="3127248" y="5343834"/>
            <a:ext cx="495300" cy="7239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背景_光路亮线_0"/>
          <p:cNvCxnSpPr/>
          <p:nvPr/>
        </p:nvCxnSpPr>
        <p:spPr>
          <a:xfrm flipV="1">
            <a:off x="3127248" y="5343834"/>
            <a:ext cx="495300" cy="7239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背景_光路底_0"/>
          <p:cNvCxnSpPr/>
          <p:nvPr/>
        </p:nvCxnSpPr>
        <p:spPr>
          <a:xfrm flipV="1">
            <a:off x="3622548" y="5269035"/>
            <a:ext cx="495299" cy="74799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背景_光路亮线_0"/>
          <p:cNvCxnSpPr/>
          <p:nvPr/>
        </p:nvCxnSpPr>
        <p:spPr>
          <a:xfrm flipV="1">
            <a:off x="3622548" y="5269035"/>
            <a:ext cx="495299" cy="74799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背景_光路底_0"/>
          <p:cNvCxnSpPr/>
          <p:nvPr/>
        </p:nvCxnSpPr>
        <p:spPr>
          <a:xfrm flipV="1">
            <a:off x="4117847" y="5202181"/>
            <a:ext cx="495301" cy="66854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背景_光路亮线_0"/>
          <p:cNvCxnSpPr/>
          <p:nvPr/>
        </p:nvCxnSpPr>
        <p:spPr>
          <a:xfrm flipV="1">
            <a:off x="4117847" y="5202181"/>
            <a:ext cx="495301" cy="66854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背景_光路底_0"/>
          <p:cNvCxnSpPr/>
          <p:nvPr/>
        </p:nvCxnSpPr>
        <p:spPr>
          <a:xfrm flipV="1">
            <a:off x="4613148" y="5152812"/>
            <a:ext cx="495300" cy="49369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背景_光路亮线_0"/>
          <p:cNvCxnSpPr/>
          <p:nvPr/>
        </p:nvCxnSpPr>
        <p:spPr>
          <a:xfrm flipV="1">
            <a:off x="4613148" y="5152812"/>
            <a:ext cx="495300" cy="49369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背景_光路底_0"/>
          <p:cNvCxnSpPr/>
          <p:nvPr/>
        </p:nvCxnSpPr>
        <p:spPr>
          <a:xfrm flipV="1">
            <a:off x="5108448" y="5128016"/>
            <a:ext cx="495300" cy="24796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背景_光路亮线_0"/>
          <p:cNvCxnSpPr/>
          <p:nvPr/>
        </p:nvCxnSpPr>
        <p:spPr>
          <a:xfrm flipV="1">
            <a:off x="5108448" y="5128016"/>
            <a:ext cx="495300" cy="24796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背景_光路底_0"/>
          <p:cNvCxnSpPr/>
          <p:nvPr/>
        </p:nvCxnSpPr>
        <p:spPr>
          <a:xfrm>
            <a:off x="5603748" y="5128016"/>
            <a:ext cx="495300" cy="320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背景_光路亮线_0"/>
          <p:cNvCxnSpPr/>
          <p:nvPr/>
        </p:nvCxnSpPr>
        <p:spPr>
          <a:xfrm>
            <a:off x="5603748" y="5128016"/>
            <a:ext cx="495300" cy="320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背景_光路底_0"/>
          <p:cNvCxnSpPr/>
          <p:nvPr/>
        </p:nvCxnSpPr>
        <p:spPr>
          <a:xfrm>
            <a:off x="6099048" y="5131221"/>
            <a:ext cx="495299" cy="3038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背景_光路亮线_0"/>
          <p:cNvCxnSpPr/>
          <p:nvPr/>
        </p:nvCxnSpPr>
        <p:spPr>
          <a:xfrm>
            <a:off x="6099048" y="5131221"/>
            <a:ext cx="495299" cy="3038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背景_光路底_0"/>
          <p:cNvCxnSpPr/>
          <p:nvPr/>
        </p:nvCxnSpPr>
        <p:spPr>
          <a:xfrm>
            <a:off x="6594347" y="5161608"/>
            <a:ext cx="495301" cy="5264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背景_光路亮线_0"/>
          <p:cNvCxnSpPr/>
          <p:nvPr/>
        </p:nvCxnSpPr>
        <p:spPr>
          <a:xfrm>
            <a:off x="6594347" y="5161608"/>
            <a:ext cx="495301" cy="5264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背景_光路底_0"/>
          <p:cNvCxnSpPr/>
          <p:nvPr/>
        </p:nvCxnSpPr>
        <p:spPr>
          <a:xfrm>
            <a:off x="7089648" y="5214248"/>
            <a:ext cx="495300" cy="6670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背景_光路亮线_0"/>
          <p:cNvCxnSpPr/>
          <p:nvPr/>
        </p:nvCxnSpPr>
        <p:spPr>
          <a:xfrm>
            <a:off x="7089648" y="5214248"/>
            <a:ext cx="495300" cy="6670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背景_光路底_0"/>
          <p:cNvCxnSpPr/>
          <p:nvPr/>
        </p:nvCxnSpPr>
        <p:spPr>
          <a:xfrm>
            <a:off x="7584948" y="5280949"/>
            <a:ext cx="495299" cy="70706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背景_光路亮线_0"/>
          <p:cNvCxnSpPr/>
          <p:nvPr/>
        </p:nvCxnSpPr>
        <p:spPr>
          <a:xfrm>
            <a:off x="7584948" y="5280949"/>
            <a:ext cx="495299" cy="70706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背景_光路底_0"/>
          <p:cNvCxnSpPr/>
          <p:nvPr/>
        </p:nvCxnSpPr>
        <p:spPr>
          <a:xfrm>
            <a:off x="8080247" y="5351655"/>
            <a:ext cx="495301" cy="6451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背景_光路亮线_0"/>
          <p:cNvCxnSpPr/>
          <p:nvPr/>
        </p:nvCxnSpPr>
        <p:spPr>
          <a:xfrm>
            <a:off x="8080247" y="5351655"/>
            <a:ext cx="495301" cy="6451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背景_光路底_0"/>
          <p:cNvCxnSpPr/>
          <p:nvPr/>
        </p:nvCxnSpPr>
        <p:spPr>
          <a:xfrm>
            <a:off x="8575548" y="5416170"/>
            <a:ext cx="495300" cy="49729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背景_光路亮线_0"/>
          <p:cNvCxnSpPr/>
          <p:nvPr/>
        </p:nvCxnSpPr>
        <p:spPr>
          <a:xfrm>
            <a:off x="8575548" y="5416170"/>
            <a:ext cx="495300" cy="49729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背景_光路底_0"/>
          <p:cNvCxnSpPr/>
          <p:nvPr/>
        </p:nvCxnSpPr>
        <p:spPr>
          <a:xfrm>
            <a:off x="9070848" y="5465899"/>
            <a:ext cx="495300" cy="2942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背景_光路亮线_0"/>
          <p:cNvCxnSpPr/>
          <p:nvPr/>
        </p:nvCxnSpPr>
        <p:spPr>
          <a:xfrm>
            <a:off x="9070848" y="5465899"/>
            <a:ext cx="495300" cy="2942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背景_光路底_0"/>
          <p:cNvCxnSpPr/>
          <p:nvPr/>
        </p:nvCxnSpPr>
        <p:spPr>
          <a:xfrm>
            <a:off x="9566148" y="5495320"/>
            <a:ext cx="495300" cy="761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背景_光路亮线_0"/>
          <p:cNvCxnSpPr/>
          <p:nvPr/>
        </p:nvCxnSpPr>
        <p:spPr>
          <a:xfrm>
            <a:off x="9566148" y="5495320"/>
            <a:ext cx="495300" cy="761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背景_光路底_0"/>
          <p:cNvCxnSpPr/>
          <p:nvPr/>
        </p:nvCxnSpPr>
        <p:spPr>
          <a:xfrm flipV="1">
            <a:off x="10061448" y="5491503"/>
            <a:ext cx="495300" cy="1142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背景_光路亮线_0"/>
          <p:cNvCxnSpPr/>
          <p:nvPr/>
        </p:nvCxnSpPr>
        <p:spPr>
          <a:xfrm flipV="1">
            <a:off x="10061448" y="5491503"/>
            <a:ext cx="495300" cy="1142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背景_光路底_0"/>
          <p:cNvCxnSpPr/>
          <p:nvPr/>
        </p:nvCxnSpPr>
        <p:spPr>
          <a:xfrm flipV="1">
            <a:off x="10556748" y="5467610"/>
            <a:ext cx="495300" cy="2389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背景_光路亮线_0"/>
          <p:cNvCxnSpPr/>
          <p:nvPr/>
        </p:nvCxnSpPr>
        <p:spPr>
          <a:xfrm flipV="1">
            <a:off x="10556748" y="5467610"/>
            <a:ext cx="495300" cy="2389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背景_光路底_0"/>
          <p:cNvCxnSpPr/>
          <p:nvPr/>
        </p:nvCxnSpPr>
        <p:spPr>
          <a:xfrm flipV="1">
            <a:off x="11052048" y="5440503"/>
            <a:ext cx="495300" cy="2710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背景_光路亮线_0"/>
          <p:cNvCxnSpPr/>
          <p:nvPr/>
        </p:nvCxnSpPr>
        <p:spPr>
          <a:xfrm flipV="1">
            <a:off x="11052048" y="5440503"/>
            <a:ext cx="495300" cy="2710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背景_光路底_0"/>
          <p:cNvCxnSpPr/>
          <p:nvPr/>
        </p:nvCxnSpPr>
        <p:spPr>
          <a:xfrm flipV="1">
            <a:off x="11547348" y="5420523"/>
            <a:ext cx="495300" cy="1998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背景_光路亮线_0"/>
          <p:cNvCxnSpPr/>
          <p:nvPr/>
        </p:nvCxnSpPr>
        <p:spPr>
          <a:xfrm flipV="1">
            <a:off x="11547348" y="5420523"/>
            <a:ext cx="495300" cy="1998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背景_光路底_1"/>
          <p:cNvCxnSpPr/>
          <p:nvPr/>
        </p:nvCxnSpPr>
        <p:spPr>
          <a:xfrm flipV="1">
            <a:off x="155447" y="5658465"/>
            <a:ext cx="495301" cy="1505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背景_光路亮线_1"/>
          <p:cNvCxnSpPr/>
          <p:nvPr/>
        </p:nvCxnSpPr>
        <p:spPr>
          <a:xfrm flipV="1">
            <a:off x="155447" y="5658465"/>
            <a:ext cx="495301" cy="1505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背景_光路底_1"/>
          <p:cNvCxnSpPr/>
          <p:nvPr/>
        </p:nvCxnSpPr>
        <p:spPr>
          <a:xfrm flipV="1">
            <a:off x="650748" y="5621848"/>
            <a:ext cx="495299" cy="3661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背景_光路亮线_1"/>
          <p:cNvCxnSpPr/>
          <p:nvPr/>
        </p:nvCxnSpPr>
        <p:spPr>
          <a:xfrm flipV="1">
            <a:off x="650748" y="5621848"/>
            <a:ext cx="495299" cy="3661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背景_光路底_1"/>
          <p:cNvCxnSpPr/>
          <p:nvPr/>
        </p:nvCxnSpPr>
        <p:spPr>
          <a:xfrm flipV="1">
            <a:off x="1146047" y="5564230"/>
            <a:ext cx="495301" cy="5761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背景_光路亮线_1"/>
          <p:cNvCxnSpPr/>
          <p:nvPr/>
        </p:nvCxnSpPr>
        <p:spPr>
          <a:xfrm flipV="1">
            <a:off x="1146047" y="5564230"/>
            <a:ext cx="495301" cy="5761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背景_光路底_1"/>
          <p:cNvCxnSpPr/>
          <p:nvPr/>
        </p:nvCxnSpPr>
        <p:spPr>
          <a:xfrm flipV="1">
            <a:off x="1641348" y="5490308"/>
            <a:ext cx="495299" cy="73922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背景_光路亮线_1"/>
          <p:cNvCxnSpPr/>
          <p:nvPr/>
        </p:nvCxnSpPr>
        <p:spPr>
          <a:xfrm flipV="1">
            <a:off x="1641348" y="5490308"/>
            <a:ext cx="495299" cy="73922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背景_光路底_1"/>
          <p:cNvCxnSpPr/>
          <p:nvPr/>
        </p:nvCxnSpPr>
        <p:spPr>
          <a:xfrm flipV="1">
            <a:off x="2136647" y="5408114"/>
            <a:ext cx="495301" cy="82194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背景_光路亮线_1"/>
          <p:cNvCxnSpPr/>
          <p:nvPr/>
        </p:nvCxnSpPr>
        <p:spPr>
          <a:xfrm flipV="1">
            <a:off x="2136647" y="5408114"/>
            <a:ext cx="495301" cy="82194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背景_光路底_1"/>
          <p:cNvCxnSpPr/>
          <p:nvPr/>
        </p:nvCxnSpPr>
        <p:spPr>
          <a:xfrm flipV="1">
            <a:off x="2631948" y="5327637"/>
            <a:ext cx="495300" cy="8047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背景_光路亮线_1"/>
          <p:cNvCxnSpPr/>
          <p:nvPr/>
        </p:nvCxnSpPr>
        <p:spPr>
          <a:xfrm flipV="1">
            <a:off x="2631948" y="5327637"/>
            <a:ext cx="495300" cy="8047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背景_光路底_1"/>
          <p:cNvCxnSpPr/>
          <p:nvPr/>
        </p:nvCxnSpPr>
        <p:spPr>
          <a:xfrm flipV="1">
            <a:off x="3127248" y="5259116"/>
            <a:ext cx="495300" cy="6852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背景_光路亮线_1"/>
          <p:cNvCxnSpPr/>
          <p:nvPr/>
        </p:nvCxnSpPr>
        <p:spPr>
          <a:xfrm flipV="1">
            <a:off x="3127248" y="5259116"/>
            <a:ext cx="495300" cy="6852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背景_光路底_1"/>
          <p:cNvCxnSpPr/>
          <p:nvPr/>
        </p:nvCxnSpPr>
        <p:spPr>
          <a:xfrm flipV="1">
            <a:off x="3622548" y="5211289"/>
            <a:ext cx="495299" cy="4782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背景_光路亮线_1"/>
          <p:cNvCxnSpPr/>
          <p:nvPr/>
        </p:nvCxnSpPr>
        <p:spPr>
          <a:xfrm flipV="1">
            <a:off x="3622548" y="5211289"/>
            <a:ext cx="495299" cy="4782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背景_光路底_1"/>
          <p:cNvCxnSpPr/>
          <p:nvPr/>
        </p:nvCxnSpPr>
        <p:spPr>
          <a:xfrm flipV="1">
            <a:off x="4117847" y="5189894"/>
            <a:ext cx="495301" cy="2139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背景_光路亮线_1"/>
          <p:cNvCxnSpPr/>
          <p:nvPr/>
        </p:nvCxnSpPr>
        <p:spPr>
          <a:xfrm flipV="1">
            <a:off x="4117847" y="5189894"/>
            <a:ext cx="495301" cy="2139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背景_光路底_1"/>
          <p:cNvCxnSpPr/>
          <p:nvPr/>
        </p:nvCxnSpPr>
        <p:spPr>
          <a:xfrm>
            <a:off x="4613148" y="5189894"/>
            <a:ext cx="495300" cy="679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背景_光路亮线_1"/>
          <p:cNvCxnSpPr/>
          <p:nvPr/>
        </p:nvCxnSpPr>
        <p:spPr>
          <a:xfrm>
            <a:off x="4613148" y="5189894"/>
            <a:ext cx="495300" cy="679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背景_光路底_1"/>
          <p:cNvCxnSpPr/>
          <p:nvPr/>
        </p:nvCxnSpPr>
        <p:spPr>
          <a:xfrm>
            <a:off x="5108448" y="5196692"/>
            <a:ext cx="495300" cy="3246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背景_光路亮线_1"/>
          <p:cNvCxnSpPr/>
          <p:nvPr/>
        </p:nvCxnSpPr>
        <p:spPr>
          <a:xfrm>
            <a:off x="5108448" y="5196692"/>
            <a:ext cx="495300" cy="3246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背景_光路底_1"/>
          <p:cNvCxnSpPr/>
          <p:nvPr/>
        </p:nvCxnSpPr>
        <p:spPr>
          <a:xfrm>
            <a:off x="5603748" y="5229160"/>
            <a:ext cx="495300" cy="5176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背景_光路亮线_1"/>
          <p:cNvCxnSpPr/>
          <p:nvPr/>
        </p:nvCxnSpPr>
        <p:spPr>
          <a:xfrm>
            <a:off x="5603748" y="5229160"/>
            <a:ext cx="495300" cy="5176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背景_光路底_1"/>
          <p:cNvCxnSpPr/>
          <p:nvPr/>
        </p:nvCxnSpPr>
        <p:spPr>
          <a:xfrm>
            <a:off x="6099048" y="5280928"/>
            <a:ext cx="495299" cy="6193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背景_光路亮线_1"/>
          <p:cNvCxnSpPr/>
          <p:nvPr/>
        </p:nvCxnSpPr>
        <p:spPr>
          <a:xfrm>
            <a:off x="6099048" y="5280928"/>
            <a:ext cx="495299" cy="6193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背景_光路底_1"/>
          <p:cNvCxnSpPr/>
          <p:nvPr/>
        </p:nvCxnSpPr>
        <p:spPr>
          <a:xfrm>
            <a:off x="6594347" y="5342866"/>
            <a:ext cx="495301" cy="6178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背景_光路亮线_1"/>
          <p:cNvCxnSpPr/>
          <p:nvPr/>
        </p:nvCxnSpPr>
        <p:spPr>
          <a:xfrm>
            <a:off x="6594347" y="5342866"/>
            <a:ext cx="495301" cy="6178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背景_光路底_1"/>
          <p:cNvCxnSpPr/>
          <p:nvPr/>
        </p:nvCxnSpPr>
        <p:spPr>
          <a:xfrm>
            <a:off x="7089648" y="5404647"/>
            <a:ext cx="495300" cy="5186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背景_光路亮线_1"/>
          <p:cNvCxnSpPr/>
          <p:nvPr/>
        </p:nvCxnSpPr>
        <p:spPr>
          <a:xfrm>
            <a:off x="7089648" y="5404647"/>
            <a:ext cx="495300" cy="5186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背景_光路底_1"/>
          <p:cNvCxnSpPr/>
          <p:nvPr/>
        </p:nvCxnSpPr>
        <p:spPr>
          <a:xfrm>
            <a:off x="7584948" y="5456515"/>
            <a:ext cx="495299" cy="3443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背景_光路亮线_1"/>
          <p:cNvCxnSpPr/>
          <p:nvPr/>
        </p:nvCxnSpPr>
        <p:spPr>
          <a:xfrm>
            <a:off x="7584948" y="5456515"/>
            <a:ext cx="495299" cy="3443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背景_光路底_1"/>
          <p:cNvCxnSpPr/>
          <p:nvPr/>
        </p:nvCxnSpPr>
        <p:spPr>
          <a:xfrm>
            <a:off x="8080247" y="5490952"/>
            <a:ext cx="495301" cy="13016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背景_光路亮线_1"/>
          <p:cNvCxnSpPr/>
          <p:nvPr/>
        </p:nvCxnSpPr>
        <p:spPr>
          <a:xfrm>
            <a:off x="8080247" y="5490952"/>
            <a:ext cx="495301" cy="13016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背景_光路底_1"/>
          <p:cNvCxnSpPr/>
          <p:nvPr/>
        </p:nvCxnSpPr>
        <p:spPr>
          <a:xfrm flipV="1">
            <a:off x="8575548" y="5495779"/>
            <a:ext cx="495300" cy="8189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背景_光路亮线_1"/>
          <p:cNvCxnSpPr/>
          <p:nvPr/>
        </p:nvCxnSpPr>
        <p:spPr>
          <a:xfrm flipV="1">
            <a:off x="8575548" y="5495779"/>
            <a:ext cx="495300" cy="8189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背景_光路底_1"/>
          <p:cNvCxnSpPr/>
          <p:nvPr/>
        </p:nvCxnSpPr>
        <p:spPr>
          <a:xfrm flipV="1">
            <a:off x="9070848" y="5470776"/>
            <a:ext cx="495300" cy="2500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背景_光路亮线_1"/>
          <p:cNvCxnSpPr/>
          <p:nvPr/>
        </p:nvCxnSpPr>
        <p:spPr>
          <a:xfrm flipV="1">
            <a:off x="9070848" y="5470776"/>
            <a:ext cx="495300" cy="2500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背景_光路底_1"/>
          <p:cNvCxnSpPr/>
          <p:nvPr/>
        </p:nvCxnSpPr>
        <p:spPr>
          <a:xfrm flipV="1">
            <a:off x="9566148" y="5436768"/>
            <a:ext cx="495300" cy="3400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背景_光路亮线_1"/>
          <p:cNvCxnSpPr/>
          <p:nvPr/>
        </p:nvCxnSpPr>
        <p:spPr>
          <a:xfrm flipV="1">
            <a:off x="9566148" y="5436768"/>
            <a:ext cx="495300" cy="3400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背景_光路底_1"/>
          <p:cNvCxnSpPr/>
          <p:nvPr/>
        </p:nvCxnSpPr>
        <p:spPr>
          <a:xfrm flipV="1">
            <a:off x="10061448" y="5403648"/>
            <a:ext cx="495300" cy="3312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背景_光路亮线_1"/>
          <p:cNvCxnSpPr/>
          <p:nvPr/>
        </p:nvCxnSpPr>
        <p:spPr>
          <a:xfrm flipV="1">
            <a:off x="10061448" y="5403648"/>
            <a:ext cx="495300" cy="3312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背景_光路底_1"/>
          <p:cNvCxnSpPr/>
          <p:nvPr/>
        </p:nvCxnSpPr>
        <p:spPr>
          <a:xfrm flipV="1">
            <a:off x="10556748" y="5381703"/>
            <a:ext cx="495300" cy="2194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背景_光路亮线_1"/>
          <p:cNvCxnSpPr/>
          <p:nvPr/>
        </p:nvCxnSpPr>
        <p:spPr>
          <a:xfrm flipV="1">
            <a:off x="10556748" y="5381703"/>
            <a:ext cx="495300" cy="2194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背景_光路底_1"/>
          <p:cNvCxnSpPr/>
          <p:nvPr/>
        </p:nvCxnSpPr>
        <p:spPr>
          <a:xfrm flipV="1">
            <a:off x="11052048" y="5379848"/>
            <a:ext cx="495300" cy="185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背景_光路亮线_1"/>
          <p:cNvCxnSpPr/>
          <p:nvPr/>
        </p:nvCxnSpPr>
        <p:spPr>
          <a:xfrm flipV="1">
            <a:off x="11052048" y="5379848"/>
            <a:ext cx="495300" cy="185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背景_光路底_1"/>
          <p:cNvCxnSpPr/>
          <p:nvPr/>
        </p:nvCxnSpPr>
        <p:spPr>
          <a:xfrm>
            <a:off x="11547348" y="5379848"/>
            <a:ext cx="495300" cy="2425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背景_光路亮线_1"/>
          <p:cNvCxnSpPr/>
          <p:nvPr/>
        </p:nvCxnSpPr>
        <p:spPr>
          <a:xfrm>
            <a:off x="11547348" y="5379848"/>
            <a:ext cx="495300" cy="2425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背景_光路底_2"/>
          <p:cNvCxnSpPr/>
          <p:nvPr/>
        </p:nvCxnSpPr>
        <p:spPr>
          <a:xfrm flipV="1">
            <a:off x="155447" y="5661198"/>
            <a:ext cx="495301" cy="7253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背景_光路亮线_2"/>
          <p:cNvCxnSpPr/>
          <p:nvPr/>
        </p:nvCxnSpPr>
        <p:spPr>
          <a:xfrm flipV="1">
            <a:off x="155447" y="5661198"/>
            <a:ext cx="495301" cy="7253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背景_光路底_2"/>
          <p:cNvCxnSpPr/>
          <p:nvPr/>
        </p:nvCxnSpPr>
        <p:spPr>
          <a:xfrm flipV="1">
            <a:off x="650748" y="5575238"/>
            <a:ext cx="495299" cy="8596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背景_光路亮线_2"/>
          <p:cNvCxnSpPr/>
          <p:nvPr/>
        </p:nvCxnSpPr>
        <p:spPr>
          <a:xfrm flipV="1">
            <a:off x="650748" y="5575238"/>
            <a:ext cx="495299" cy="8596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背景_光路底_2"/>
          <p:cNvCxnSpPr/>
          <p:nvPr/>
        </p:nvCxnSpPr>
        <p:spPr>
          <a:xfrm flipV="1">
            <a:off x="1146047" y="5484858"/>
            <a:ext cx="495301" cy="9038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背景_光路亮线_2"/>
          <p:cNvCxnSpPr/>
          <p:nvPr/>
        </p:nvCxnSpPr>
        <p:spPr>
          <a:xfrm flipV="1">
            <a:off x="1146047" y="5484858"/>
            <a:ext cx="495301" cy="9038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背景_光路底_2"/>
          <p:cNvCxnSpPr/>
          <p:nvPr/>
        </p:nvCxnSpPr>
        <p:spPr>
          <a:xfrm flipV="1">
            <a:off x="1641348" y="5400361"/>
            <a:ext cx="495299" cy="8449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背景_光路亮线_2"/>
          <p:cNvCxnSpPr/>
          <p:nvPr/>
        </p:nvCxnSpPr>
        <p:spPr>
          <a:xfrm flipV="1">
            <a:off x="1641348" y="5400361"/>
            <a:ext cx="495299" cy="8449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背景_光路底_2"/>
          <p:cNvCxnSpPr/>
          <p:nvPr/>
        </p:nvCxnSpPr>
        <p:spPr>
          <a:xfrm flipV="1">
            <a:off x="2136647" y="5331588"/>
            <a:ext cx="495301" cy="6877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背景_光路亮线_2"/>
          <p:cNvCxnSpPr/>
          <p:nvPr/>
        </p:nvCxnSpPr>
        <p:spPr>
          <a:xfrm flipV="1">
            <a:off x="2136647" y="5331588"/>
            <a:ext cx="495301" cy="6877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背景_光路底_2"/>
          <p:cNvCxnSpPr/>
          <p:nvPr/>
        </p:nvCxnSpPr>
        <p:spPr>
          <a:xfrm flipV="1">
            <a:off x="2631948" y="5286233"/>
            <a:ext cx="495300" cy="4535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背景_光路亮线_2"/>
          <p:cNvCxnSpPr/>
          <p:nvPr/>
        </p:nvCxnSpPr>
        <p:spPr>
          <a:xfrm flipV="1">
            <a:off x="2631948" y="5286233"/>
            <a:ext cx="495300" cy="4535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背景_光路底_2"/>
          <p:cNvCxnSpPr/>
          <p:nvPr/>
        </p:nvCxnSpPr>
        <p:spPr>
          <a:xfrm flipV="1">
            <a:off x="3127248" y="5268525"/>
            <a:ext cx="495300" cy="1770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背景_光路亮线_2"/>
          <p:cNvCxnSpPr/>
          <p:nvPr/>
        </p:nvCxnSpPr>
        <p:spPr>
          <a:xfrm flipV="1">
            <a:off x="3127248" y="5268525"/>
            <a:ext cx="495300" cy="1770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背景_光路底_2"/>
          <p:cNvCxnSpPr/>
          <p:nvPr/>
        </p:nvCxnSpPr>
        <p:spPr>
          <a:xfrm>
            <a:off x="3622548" y="5268525"/>
            <a:ext cx="495299" cy="998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背景_光路亮线_2"/>
          <p:cNvCxnSpPr/>
          <p:nvPr/>
        </p:nvCxnSpPr>
        <p:spPr>
          <a:xfrm>
            <a:off x="3622548" y="5268525"/>
            <a:ext cx="495299" cy="998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背景_光路底_2"/>
          <p:cNvCxnSpPr/>
          <p:nvPr/>
        </p:nvCxnSpPr>
        <p:spPr>
          <a:xfrm>
            <a:off x="4117847" y="5278506"/>
            <a:ext cx="495301" cy="3351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背景_光路亮线_2"/>
          <p:cNvCxnSpPr/>
          <p:nvPr/>
        </p:nvCxnSpPr>
        <p:spPr>
          <a:xfrm>
            <a:off x="4117847" y="5278506"/>
            <a:ext cx="495301" cy="3351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背景_光路底_2"/>
          <p:cNvCxnSpPr/>
          <p:nvPr/>
        </p:nvCxnSpPr>
        <p:spPr>
          <a:xfrm>
            <a:off x="4613148" y="5312024"/>
            <a:ext cx="495300" cy="4941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背景_光路亮线_2"/>
          <p:cNvCxnSpPr/>
          <p:nvPr/>
        </p:nvCxnSpPr>
        <p:spPr>
          <a:xfrm>
            <a:off x="4613148" y="5312024"/>
            <a:ext cx="495300" cy="4941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背景_光路底_2"/>
          <p:cNvCxnSpPr/>
          <p:nvPr/>
        </p:nvCxnSpPr>
        <p:spPr>
          <a:xfrm>
            <a:off x="5108448" y="5361441"/>
            <a:ext cx="495300" cy="55502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背景_光路亮线_2"/>
          <p:cNvCxnSpPr/>
          <p:nvPr/>
        </p:nvCxnSpPr>
        <p:spPr>
          <a:xfrm>
            <a:off x="5108448" y="5361441"/>
            <a:ext cx="495300" cy="55502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背景_光路底_2"/>
          <p:cNvCxnSpPr/>
          <p:nvPr/>
        </p:nvCxnSpPr>
        <p:spPr>
          <a:xfrm>
            <a:off x="5603748" y="5416943"/>
            <a:ext cx="495300" cy="51276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背景_光路亮线_2"/>
          <p:cNvCxnSpPr/>
          <p:nvPr/>
        </p:nvCxnSpPr>
        <p:spPr>
          <a:xfrm>
            <a:off x="5603748" y="5416943"/>
            <a:ext cx="495300" cy="51276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背景_光路底_2"/>
          <p:cNvCxnSpPr/>
          <p:nvPr/>
        </p:nvCxnSpPr>
        <p:spPr>
          <a:xfrm>
            <a:off x="6099048" y="5468219"/>
            <a:ext cx="495299" cy="38004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背景_光路亮线_2"/>
          <p:cNvCxnSpPr/>
          <p:nvPr/>
        </p:nvCxnSpPr>
        <p:spPr>
          <a:xfrm>
            <a:off x="6099048" y="5468219"/>
            <a:ext cx="495299" cy="38004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背景_光路底_2"/>
          <p:cNvCxnSpPr/>
          <p:nvPr/>
        </p:nvCxnSpPr>
        <p:spPr>
          <a:xfrm>
            <a:off x="6594347" y="5506223"/>
            <a:ext cx="495301" cy="18499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背景_光路亮线_2"/>
          <p:cNvCxnSpPr/>
          <p:nvPr/>
        </p:nvCxnSpPr>
        <p:spPr>
          <a:xfrm>
            <a:off x="6594347" y="5506223"/>
            <a:ext cx="495301" cy="18499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背景_光路底_2"/>
          <p:cNvCxnSpPr/>
          <p:nvPr/>
        </p:nvCxnSpPr>
        <p:spPr>
          <a:xfrm flipV="1">
            <a:off x="7089648" y="5521368"/>
            <a:ext cx="495300" cy="3354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背景_光路亮线_2"/>
          <p:cNvCxnSpPr/>
          <p:nvPr/>
        </p:nvCxnSpPr>
        <p:spPr>
          <a:xfrm flipV="1">
            <a:off x="7089648" y="5521368"/>
            <a:ext cx="495300" cy="3354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背景_光路底_2"/>
          <p:cNvCxnSpPr/>
          <p:nvPr/>
        </p:nvCxnSpPr>
        <p:spPr>
          <a:xfrm flipV="1">
            <a:off x="7584948" y="5498091"/>
            <a:ext cx="495299" cy="2327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背景_光路亮线_2"/>
          <p:cNvCxnSpPr/>
          <p:nvPr/>
        </p:nvCxnSpPr>
        <p:spPr>
          <a:xfrm flipV="1">
            <a:off x="7584948" y="5498091"/>
            <a:ext cx="495299" cy="2327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背景_光路底_2"/>
          <p:cNvCxnSpPr/>
          <p:nvPr/>
        </p:nvCxnSpPr>
        <p:spPr>
          <a:xfrm flipV="1">
            <a:off x="8080247" y="5460777"/>
            <a:ext cx="495301" cy="37314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背景_光路亮线_2"/>
          <p:cNvCxnSpPr/>
          <p:nvPr/>
        </p:nvCxnSpPr>
        <p:spPr>
          <a:xfrm flipV="1">
            <a:off x="8080247" y="5460777"/>
            <a:ext cx="495301" cy="37314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背景_光路底_2"/>
          <p:cNvCxnSpPr/>
          <p:nvPr/>
        </p:nvCxnSpPr>
        <p:spPr>
          <a:xfrm flipV="1">
            <a:off x="8575548" y="5418255"/>
            <a:ext cx="495300" cy="42522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背景_光路亮线_2"/>
          <p:cNvCxnSpPr/>
          <p:nvPr/>
        </p:nvCxnSpPr>
        <p:spPr>
          <a:xfrm flipV="1">
            <a:off x="8575548" y="5418255"/>
            <a:ext cx="495300" cy="42522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背景_光路底_2"/>
          <p:cNvCxnSpPr/>
          <p:nvPr/>
        </p:nvCxnSpPr>
        <p:spPr>
          <a:xfrm flipV="1">
            <a:off x="9070848" y="5380789"/>
            <a:ext cx="495300" cy="37466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背景_光路亮线_2"/>
          <p:cNvCxnSpPr/>
          <p:nvPr/>
        </p:nvCxnSpPr>
        <p:spPr>
          <a:xfrm flipV="1">
            <a:off x="9070848" y="5380789"/>
            <a:ext cx="495300" cy="37466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背景_光路底_2"/>
          <p:cNvCxnSpPr/>
          <p:nvPr/>
        </p:nvCxnSpPr>
        <p:spPr>
          <a:xfrm flipV="1">
            <a:off x="9566148" y="5358322"/>
            <a:ext cx="495300" cy="2246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背景_光路亮线_2"/>
          <p:cNvCxnSpPr/>
          <p:nvPr/>
        </p:nvCxnSpPr>
        <p:spPr>
          <a:xfrm flipV="1">
            <a:off x="9566148" y="5358322"/>
            <a:ext cx="495300" cy="2246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背景_光路底_2"/>
          <p:cNvCxnSpPr/>
          <p:nvPr/>
        </p:nvCxnSpPr>
        <p:spPr>
          <a:xfrm>
            <a:off x="10061448" y="5358322"/>
            <a:ext cx="495300" cy="45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背景_光路亮线_2"/>
          <p:cNvCxnSpPr/>
          <p:nvPr/>
        </p:nvCxnSpPr>
        <p:spPr>
          <a:xfrm>
            <a:off x="10061448" y="5358322"/>
            <a:ext cx="495300" cy="45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背景_光路底_2"/>
          <p:cNvCxnSpPr/>
          <p:nvPr/>
        </p:nvCxnSpPr>
        <p:spPr>
          <a:xfrm>
            <a:off x="10556748" y="5358772"/>
            <a:ext cx="495300" cy="2791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背景_光路亮线_2"/>
          <p:cNvCxnSpPr/>
          <p:nvPr/>
        </p:nvCxnSpPr>
        <p:spPr>
          <a:xfrm>
            <a:off x="10556748" y="5358772"/>
            <a:ext cx="495300" cy="2791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背景_光路底_2"/>
          <p:cNvCxnSpPr/>
          <p:nvPr/>
        </p:nvCxnSpPr>
        <p:spPr>
          <a:xfrm>
            <a:off x="11052048" y="5386682"/>
            <a:ext cx="495300" cy="5575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背景_光路亮线_2"/>
          <p:cNvCxnSpPr/>
          <p:nvPr/>
        </p:nvCxnSpPr>
        <p:spPr>
          <a:xfrm>
            <a:off x="11052048" y="5386682"/>
            <a:ext cx="495300" cy="5575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背景_光路底_2"/>
          <p:cNvCxnSpPr/>
          <p:nvPr/>
        </p:nvCxnSpPr>
        <p:spPr>
          <a:xfrm>
            <a:off x="11547348" y="5442435"/>
            <a:ext cx="495300" cy="79762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背景_光路亮线_2"/>
          <p:cNvCxnSpPr/>
          <p:nvPr/>
        </p:nvCxnSpPr>
        <p:spPr>
          <a:xfrm>
            <a:off x="11547348" y="5442435"/>
            <a:ext cx="495300" cy="79762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4" name="背景_地平线光环"/>
          <p:cNvSpPr/>
          <p:nvPr/>
        </p:nvSpPr>
        <p:spPr>
          <a:xfrm>
            <a:off x="3721608" y="4140403"/>
            <a:ext cx="4754880" cy="1046073"/>
          </a:xfrm>
          <a:prstGeom prst="ellipse">
            <a:avLst/>
          </a:prstGeom>
          <a:noFill/>
          <a:ln w="11176">
            <a:solidFill>
              <a:srgbClr val="69E9FF">
                <a:alpha val="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背景_地平线光环"/>
          <p:cNvSpPr/>
          <p:nvPr/>
        </p:nvSpPr>
        <p:spPr>
          <a:xfrm>
            <a:off x="4315968" y="4271162"/>
            <a:ext cx="3566160" cy="784555"/>
          </a:xfrm>
          <a:prstGeom prst="ellipse">
            <a:avLst/>
          </a:prstGeom>
          <a:noFill/>
          <a:ln w="11176">
            <a:solidFill>
              <a:srgbClr val="69E9FF">
                <a:alpha val="1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背景_地平线光环"/>
          <p:cNvSpPr/>
          <p:nvPr/>
        </p:nvSpPr>
        <p:spPr>
          <a:xfrm>
            <a:off x="4910328" y="4401921"/>
            <a:ext cx="2377440" cy="523036"/>
          </a:xfrm>
          <a:prstGeom prst="ellipse">
            <a:avLst/>
          </a:prstGeom>
          <a:noFill/>
          <a:ln w="11176">
            <a:solidFill>
              <a:srgbClr val="69E9FF">
                <a:alpha val="14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母版黄标_S12_可编辑"/>
          <p:cNvSpPr/>
          <p:nvPr/>
        </p:nvSpPr>
        <p:spPr>
          <a:xfrm>
            <a:off x="438912" y="438912"/>
            <a:ext cx="932688" cy="292608"/>
          </a:xfrm>
          <a:prstGeom prst="roundRect">
            <a:avLst/>
          </a:prstGeom>
          <a:solidFill>
            <a:srgbClr val="FFC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19" b="1">
                <a:solidFill>
                  <a:srgbClr val="082944"/>
                </a:solidFill>
                <a:latin typeface="Arial"/>
              </a:rPr>
              <a:t>11 智管</a:t>
            </a:r>
          </a:p>
        </p:txBody>
      </p:sp>
      <p:sp>
        <p:nvSpPr>
          <p:cNvPr id="217" name="S12_中心烤房_屋顶"/>
          <p:cNvSpPr/>
          <p:nvPr/>
        </p:nvSpPr>
        <p:spPr>
          <a:xfrm>
            <a:off x="5633069" y="3218322"/>
            <a:ext cx="895380" cy="419709"/>
          </a:xfrm>
          <a:prstGeom prst="triangle">
            <a:avLst/>
          </a:prstGeom>
          <a:solidFill>
            <a:srgbClr val="F0FCFF"/>
          </a:solidFill>
          <a:ln w="16764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S12_中心烤房_房体"/>
          <p:cNvSpPr/>
          <p:nvPr/>
        </p:nvSpPr>
        <p:spPr>
          <a:xfrm>
            <a:off x="5726338" y="3628704"/>
            <a:ext cx="708842" cy="503651"/>
          </a:xfrm>
          <a:prstGeom prst="rect">
            <a:avLst/>
          </a:prstGeom>
          <a:solidFill>
            <a:srgbClr val="146C99">
              <a:alpha val="100000"/>
            </a:srgbClr>
          </a:solidFill>
          <a:ln w="15367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S12_中心烤房_门"/>
          <p:cNvSpPr/>
          <p:nvPr/>
        </p:nvSpPr>
        <p:spPr>
          <a:xfrm>
            <a:off x="6127394" y="3796588"/>
            <a:ext cx="149230" cy="317113"/>
          </a:xfrm>
          <a:prstGeom prst="rect">
            <a:avLst/>
          </a:prstGeom>
          <a:solidFill>
            <a:srgbClr val="062B49">
              <a:alpha val="100000"/>
            </a:srgbClr>
          </a:solidFill>
          <a:ln w="9779">
            <a:solidFill>
              <a:srgbClr val="B0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S12_中心平台_光环1"/>
          <p:cNvSpPr/>
          <p:nvPr/>
        </p:nvSpPr>
        <p:spPr>
          <a:xfrm>
            <a:off x="5372100" y="4078224"/>
            <a:ext cx="1417320" cy="256032"/>
          </a:xfrm>
          <a:prstGeom prst="ellipse">
            <a:avLst/>
          </a:prstGeom>
          <a:noFill/>
          <a:ln w="22352">
            <a:solidFill>
              <a:srgbClr val="63ECFF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S12_中心平台_光环2"/>
          <p:cNvSpPr/>
          <p:nvPr/>
        </p:nvSpPr>
        <p:spPr>
          <a:xfrm>
            <a:off x="5542178" y="4108947"/>
            <a:ext cx="1077163" cy="194584"/>
          </a:xfrm>
          <a:prstGeom prst="ellipse">
            <a:avLst/>
          </a:prstGeom>
          <a:noFill/>
          <a:ln w="13970">
            <a:solidFill>
              <a:srgbClr val="63ECFF">
                <a:alpha val="6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S12_中心平台_光环3"/>
          <p:cNvSpPr/>
          <p:nvPr/>
        </p:nvSpPr>
        <p:spPr>
          <a:xfrm>
            <a:off x="5712256" y="4139671"/>
            <a:ext cx="737006" cy="133136"/>
          </a:xfrm>
          <a:prstGeom prst="ellipse">
            <a:avLst/>
          </a:prstGeom>
          <a:noFill/>
          <a:ln w="13970">
            <a:solidFill>
              <a:srgbClr val="63ECFF">
                <a:alpha val="49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S12_建档_纸张"/>
          <p:cNvSpPr/>
          <p:nvPr/>
        </p:nvSpPr>
        <p:spPr>
          <a:xfrm>
            <a:off x="4445812" y="2163470"/>
            <a:ext cx="252374" cy="336499"/>
          </a:xfrm>
          <a:prstGeom prst="roundRect">
            <a:avLst/>
          </a:prstGeom>
          <a:solidFill>
            <a:srgbClr val="125E86">
              <a:alpha val="100000"/>
            </a:srgbClr>
          </a:solidFill>
          <a:ln w="13970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4" name="S12_建档_文本1"/>
          <p:cNvCxnSpPr/>
          <p:nvPr/>
        </p:nvCxnSpPr>
        <p:spPr>
          <a:xfrm>
            <a:off x="4496287" y="2256007"/>
            <a:ext cx="151425" cy="0"/>
          </a:xfrm>
          <a:prstGeom prst="line">
            <a:avLst/>
          </a:prstGeom>
          <a:ln w="10160">
            <a:solidFill>
              <a:srgbClr val="DDF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S12_建档_文本2"/>
          <p:cNvCxnSpPr/>
          <p:nvPr/>
        </p:nvCxnSpPr>
        <p:spPr>
          <a:xfrm>
            <a:off x="4496287" y="2331720"/>
            <a:ext cx="151425" cy="0"/>
          </a:xfrm>
          <a:prstGeom prst="line">
            <a:avLst/>
          </a:prstGeom>
          <a:ln w="10160">
            <a:solidFill>
              <a:srgbClr val="DDF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S12_建档_文本3"/>
          <p:cNvCxnSpPr/>
          <p:nvPr/>
        </p:nvCxnSpPr>
        <p:spPr>
          <a:xfrm>
            <a:off x="4496287" y="2407432"/>
            <a:ext cx="151425" cy="0"/>
          </a:xfrm>
          <a:prstGeom prst="line">
            <a:avLst/>
          </a:prstGeom>
          <a:ln w="10160">
            <a:solidFill>
              <a:srgbClr val="DDF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7" name="S12_建档_平台_光环1"/>
          <p:cNvSpPr/>
          <p:nvPr/>
        </p:nvSpPr>
        <p:spPr>
          <a:xfrm>
            <a:off x="4251960" y="2514600"/>
            <a:ext cx="640080" cy="146304"/>
          </a:xfrm>
          <a:prstGeom prst="ellipse">
            <a:avLst/>
          </a:prstGeom>
          <a:noFill/>
          <a:ln w="22352">
            <a:solidFill>
              <a:srgbClr val="63ECFF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S12_建档_平台_光环2"/>
          <p:cNvSpPr/>
          <p:nvPr/>
        </p:nvSpPr>
        <p:spPr>
          <a:xfrm>
            <a:off x="4328769" y="2532156"/>
            <a:ext cx="486460" cy="111191"/>
          </a:xfrm>
          <a:prstGeom prst="ellipse">
            <a:avLst/>
          </a:prstGeom>
          <a:noFill/>
          <a:ln w="13970">
            <a:solidFill>
              <a:srgbClr val="63ECFF">
                <a:alpha val="6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S12_建档_平台_光环3"/>
          <p:cNvSpPr/>
          <p:nvPr/>
        </p:nvSpPr>
        <p:spPr>
          <a:xfrm>
            <a:off x="4405579" y="2549712"/>
            <a:ext cx="332841" cy="76078"/>
          </a:xfrm>
          <a:prstGeom prst="ellipse">
            <a:avLst/>
          </a:prstGeom>
          <a:noFill/>
          <a:ln w="13970">
            <a:solidFill>
              <a:srgbClr val="63ECFF">
                <a:alpha val="49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0" name="S12_建档_连接"/>
          <p:cNvCxnSpPr/>
          <p:nvPr/>
        </p:nvCxnSpPr>
        <p:spPr>
          <a:xfrm flipH="1" flipV="1">
            <a:off x="4572000" y="2331720"/>
            <a:ext cx="1508760" cy="1417319"/>
          </a:xfrm>
          <a:prstGeom prst="line">
            <a:avLst/>
          </a:prstGeom>
          <a:ln w="11176">
            <a:solidFill>
              <a:srgbClr val="63ECFF">
                <a:alpha val="8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1" name="S12_巡检_文件"/>
          <p:cNvSpPr/>
          <p:nvPr/>
        </p:nvSpPr>
        <p:spPr>
          <a:xfrm>
            <a:off x="7492227" y="2155057"/>
            <a:ext cx="231343" cy="302849"/>
          </a:xfrm>
          <a:prstGeom prst="roundRect">
            <a:avLst/>
          </a:prstGeom>
          <a:solidFill>
            <a:srgbClr val="0A4569">
              <a:alpha val="100000"/>
            </a:srgbClr>
          </a:solidFill>
          <a:ln w="13970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2" name="S12_巡检_文本1"/>
          <p:cNvCxnSpPr/>
          <p:nvPr/>
        </p:nvCxnSpPr>
        <p:spPr>
          <a:xfrm>
            <a:off x="7534290" y="2239182"/>
            <a:ext cx="143012" cy="0"/>
          </a:xfrm>
          <a:prstGeom prst="line">
            <a:avLst/>
          </a:prstGeom>
          <a:ln w="10160">
            <a:solidFill>
              <a:srgbClr val="DDF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S12_巡检_文本2"/>
          <p:cNvCxnSpPr/>
          <p:nvPr/>
        </p:nvCxnSpPr>
        <p:spPr>
          <a:xfrm>
            <a:off x="7534290" y="2310688"/>
            <a:ext cx="143012" cy="0"/>
          </a:xfrm>
          <a:prstGeom prst="line">
            <a:avLst/>
          </a:prstGeom>
          <a:ln w="10160">
            <a:solidFill>
              <a:srgbClr val="DDF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S12_巡检_文本3"/>
          <p:cNvCxnSpPr/>
          <p:nvPr/>
        </p:nvCxnSpPr>
        <p:spPr>
          <a:xfrm>
            <a:off x="7534290" y="2382194"/>
            <a:ext cx="143012" cy="0"/>
          </a:xfrm>
          <a:prstGeom prst="line">
            <a:avLst/>
          </a:prstGeom>
          <a:ln w="10160">
            <a:solidFill>
              <a:srgbClr val="DDF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5" name="S12_巡检_放大镜圈"/>
          <p:cNvSpPr/>
          <p:nvPr/>
        </p:nvSpPr>
        <p:spPr>
          <a:xfrm>
            <a:off x="7677302" y="2356957"/>
            <a:ext cx="105156" cy="105156"/>
          </a:xfrm>
          <a:prstGeom prst="ellipse">
            <a:avLst/>
          </a:prstGeom>
          <a:solidFill>
            <a:srgbClr val="062B49">
              <a:alpha val="100000"/>
            </a:srgbClr>
          </a:solidFill>
          <a:ln w="19558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6" name="S12_巡检_放大镜柄"/>
          <p:cNvCxnSpPr/>
          <p:nvPr/>
        </p:nvCxnSpPr>
        <p:spPr>
          <a:xfrm>
            <a:off x="7753014" y="2432669"/>
            <a:ext cx="50475" cy="50475"/>
          </a:xfrm>
          <a:prstGeom prst="line">
            <a:avLst/>
          </a:prstGeom>
          <a:ln w="27940">
            <a:solidFill>
              <a:srgbClr val="63E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7" name="S12_巡检_平台_光环1"/>
          <p:cNvSpPr/>
          <p:nvPr/>
        </p:nvSpPr>
        <p:spPr>
          <a:xfrm>
            <a:off x="7315200" y="2514600"/>
            <a:ext cx="640080" cy="146304"/>
          </a:xfrm>
          <a:prstGeom prst="ellipse">
            <a:avLst/>
          </a:prstGeom>
          <a:noFill/>
          <a:ln w="22352">
            <a:solidFill>
              <a:srgbClr val="63ECFF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S12_巡检_平台_光环2"/>
          <p:cNvSpPr/>
          <p:nvPr/>
        </p:nvSpPr>
        <p:spPr>
          <a:xfrm>
            <a:off x="7392009" y="2532156"/>
            <a:ext cx="486460" cy="111191"/>
          </a:xfrm>
          <a:prstGeom prst="ellipse">
            <a:avLst/>
          </a:prstGeom>
          <a:noFill/>
          <a:ln w="13970">
            <a:solidFill>
              <a:srgbClr val="63ECFF">
                <a:alpha val="6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S12_巡检_平台_光环3"/>
          <p:cNvSpPr/>
          <p:nvPr/>
        </p:nvSpPr>
        <p:spPr>
          <a:xfrm>
            <a:off x="7468819" y="2549712"/>
            <a:ext cx="332841" cy="76078"/>
          </a:xfrm>
          <a:prstGeom prst="ellipse">
            <a:avLst/>
          </a:prstGeom>
          <a:noFill/>
          <a:ln w="13970">
            <a:solidFill>
              <a:srgbClr val="63ECFF">
                <a:alpha val="49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0" name="S12_巡检_连接"/>
          <p:cNvCxnSpPr/>
          <p:nvPr/>
        </p:nvCxnSpPr>
        <p:spPr>
          <a:xfrm flipV="1">
            <a:off x="6080760" y="2331720"/>
            <a:ext cx="1554480" cy="1417319"/>
          </a:xfrm>
          <a:prstGeom prst="line">
            <a:avLst/>
          </a:prstGeom>
          <a:ln w="11176">
            <a:solidFill>
              <a:srgbClr val="63ECFF">
                <a:alpha val="8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S12_维修_扳手柄"/>
          <p:cNvCxnSpPr/>
          <p:nvPr/>
        </p:nvCxnSpPr>
        <p:spPr>
          <a:xfrm flipV="1">
            <a:off x="7826349" y="4361322"/>
            <a:ext cx="222931" cy="218724"/>
          </a:xfrm>
          <a:prstGeom prst="line">
            <a:avLst/>
          </a:prstGeom>
          <a:ln w="50800">
            <a:solidFill>
              <a:srgbClr val="63E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2" name="S12_维修_扳手头"/>
          <p:cNvSpPr/>
          <p:nvPr/>
        </p:nvSpPr>
        <p:spPr>
          <a:xfrm>
            <a:off x="7994599" y="4302434"/>
            <a:ext cx="130393" cy="130393"/>
          </a:xfrm>
          <a:prstGeom prst="ellipse">
            <a:avLst/>
          </a:prstGeom>
          <a:solidFill>
            <a:srgbClr val="062B49">
              <a:alpha val="100000"/>
            </a:srgbClr>
          </a:solidFill>
          <a:ln w="38100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S12_维修_扳手尾"/>
          <p:cNvSpPr/>
          <p:nvPr/>
        </p:nvSpPr>
        <p:spPr>
          <a:xfrm>
            <a:off x="7792699" y="4537984"/>
            <a:ext cx="79918" cy="79918"/>
          </a:xfrm>
          <a:prstGeom prst="ellipse">
            <a:avLst/>
          </a:prstGeom>
          <a:solidFill>
            <a:srgbClr val="062B49">
              <a:alpha val="100000"/>
            </a:srgbClr>
          </a:solidFill>
          <a:ln w="27940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S12_维修_齿轮"/>
          <p:cNvSpPr/>
          <p:nvPr/>
        </p:nvSpPr>
        <p:spPr>
          <a:xfrm>
            <a:off x="7994599" y="4470684"/>
            <a:ext cx="143012" cy="143012"/>
          </a:xfrm>
          <a:prstGeom prst="gear6">
            <a:avLst/>
          </a:prstGeom>
          <a:solidFill>
            <a:srgbClr val="63EC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S12_维修_平台_光环1"/>
          <p:cNvSpPr/>
          <p:nvPr/>
        </p:nvSpPr>
        <p:spPr>
          <a:xfrm>
            <a:off x="7653528" y="4645152"/>
            <a:ext cx="640080" cy="146304"/>
          </a:xfrm>
          <a:prstGeom prst="ellipse">
            <a:avLst/>
          </a:prstGeom>
          <a:noFill/>
          <a:ln w="22352">
            <a:solidFill>
              <a:srgbClr val="63ECFF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S12_维修_平台_光环2"/>
          <p:cNvSpPr/>
          <p:nvPr/>
        </p:nvSpPr>
        <p:spPr>
          <a:xfrm>
            <a:off x="7730337" y="4662708"/>
            <a:ext cx="486460" cy="111191"/>
          </a:xfrm>
          <a:prstGeom prst="ellipse">
            <a:avLst/>
          </a:prstGeom>
          <a:noFill/>
          <a:ln w="13970">
            <a:solidFill>
              <a:srgbClr val="63ECFF">
                <a:alpha val="6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S12_维修_平台_光环3"/>
          <p:cNvSpPr/>
          <p:nvPr/>
        </p:nvSpPr>
        <p:spPr>
          <a:xfrm>
            <a:off x="7807147" y="4680264"/>
            <a:ext cx="332841" cy="76078"/>
          </a:xfrm>
          <a:prstGeom prst="ellipse">
            <a:avLst/>
          </a:prstGeom>
          <a:noFill/>
          <a:ln w="13970">
            <a:solidFill>
              <a:srgbClr val="63ECFF">
                <a:alpha val="49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8" name="S12_维修_连接"/>
          <p:cNvCxnSpPr/>
          <p:nvPr/>
        </p:nvCxnSpPr>
        <p:spPr>
          <a:xfrm>
            <a:off x="6080760" y="3749039"/>
            <a:ext cx="1892808" cy="713233"/>
          </a:xfrm>
          <a:prstGeom prst="line">
            <a:avLst/>
          </a:prstGeom>
          <a:ln w="11176">
            <a:solidFill>
              <a:srgbClr val="63ECFF">
                <a:alpha val="8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9" name="S12_保障_盾"/>
          <p:cNvSpPr/>
          <p:nvPr/>
        </p:nvSpPr>
        <p:spPr>
          <a:xfrm>
            <a:off x="4073103" y="4294022"/>
            <a:ext cx="302849" cy="336499"/>
          </a:xfrm>
          <a:prstGeom prst="hexagon">
            <a:avLst/>
          </a:prstGeom>
          <a:solidFill>
            <a:srgbClr val="13668F"/>
          </a:solidFill>
          <a:ln w="13970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0" name="S12_保障_勾1"/>
          <p:cNvCxnSpPr/>
          <p:nvPr/>
        </p:nvCxnSpPr>
        <p:spPr>
          <a:xfrm>
            <a:off x="4165640" y="4462272"/>
            <a:ext cx="58888" cy="54681"/>
          </a:xfrm>
          <a:prstGeom prst="line">
            <a:avLst/>
          </a:prstGeom>
          <a:ln w="20955">
            <a:solidFill>
              <a:srgbClr val="FFC9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S12_保障_勾2"/>
          <p:cNvCxnSpPr/>
          <p:nvPr/>
        </p:nvCxnSpPr>
        <p:spPr>
          <a:xfrm flipV="1">
            <a:off x="4224528" y="4403384"/>
            <a:ext cx="79918" cy="113569"/>
          </a:xfrm>
          <a:prstGeom prst="line">
            <a:avLst/>
          </a:prstGeom>
          <a:ln w="20955">
            <a:solidFill>
              <a:srgbClr val="FFC9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2" name="S12_保障_平台_光环1"/>
          <p:cNvSpPr/>
          <p:nvPr/>
        </p:nvSpPr>
        <p:spPr>
          <a:xfrm>
            <a:off x="3904488" y="4645152"/>
            <a:ext cx="640080" cy="146304"/>
          </a:xfrm>
          <a:prstGeom prst="ellipse">
            <a:avLst/>
          </a:prstGeom>
          <a:noFill/>
          <a:ln w="22352">
            <a:solidFill>
              <a:srgbClr val="63ECFF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S12_保障_平台_光环2"/>
          <p:cNvSpPr/>
          <p:nvPr/>
        </p:nvSpPr>
        <p:spPr>
          <a:xfrm>
            <a:off x="3981297" y="4662708"/>
            <a:ext cx="486460" cy="111191"/>
          </a:xfrm>
          <a:prstGeom prst="ellipse">
            <a:avLst/>
          </a:prstGeom>
          <a:noFill/>
          <a:ln w="13970">
            <a:solidFill>
              <a:srgbClr val="63ECFF">
                <a:alpha val="6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S12_保障_平台_光环3"/>
          <p:cNvSpPr/>
          <p:nvPr/>
        </p:nvSpPr>
        <p:spPr>
          <a:xfrm>
            <a:off x="4058107" y="4680264"/>
            <a:ext cx="332841" cy="76078"/>
          </a:xfrm>
          <a:prstGeom prst="ellipse">
            <a:avLst/>
          </a:prstGeom>
          <a:noFill/>
          <a:ln w="13970">
            <a:solidFill>
              <a:srgbClr val="63ECFF">
                <a:alpha val="49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5" name="S12_保障_连接"/>
          <p:cNvCxnSpPr/>
          <p:nvPr/>
        </p:nvCxnSpPr>
        <p:spPr>
          <a:xfrm flipH="1">
            <a:off x="4224528" y="3749039"/>
            <a:ext cx="1856232" cy="713233"/>
          </a:xfrm>
          <a:prstGeom prst="line">
            <a:avLst/>
          </a:prstGeom>
          <a:ln w="11176">
            <a:solidFill>
              <a:srgbClr val="63ECFF">
                <a:alpha val="8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6" name="S12_左侧档案面板"/>
          <p:cNvSpPr/>
          <p:nvPr/>
        </p:nvSpPr>
        <p:spPr>
          <a:xfrm>
            <a:off x="658368" y="2971800"/>
            <a:ext cx="2011680" cy="1920240"/>
          </a:xfrm>
          <a:prstGeom prst="roundRect">
            <a:avLst/>
          </a:prstGeom>
          <a:solidFill>
            <a:srgbClr val="06324E">
              <a:alpha val="85000"/>
            </a:srgbClr>
          </a:solidFill>
          <a:ln w="9779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S12_右侧维保面板"/>
          <p:cNvSpPr/>
          <p:nvPr/>
        </p:nvSpPr>
        <p:spPr>
          <a:xfrm>
            <a:off x="9491472" y="2971800"/>
            <a:ext cx="2011680" cy="1920240"/>
          </a:xfrm>
          <a:prstGeom prst="roundRect">
            <a:avLst/>
          </a:prstGeom>
          <a:solidFill>
            <a:srgbClr val="06324E">
              <a:alpha val="85000"/>
            </a:srgbClr>
          </a:solidFill>
          <a:ln w="9779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S12_面板字段"/>
          <p:cNvSpPr/>
          <p:nvPr/>
        </p:nvSpPr>
        <p:spPr>
          <a:xfrm>
            <a:off x="868680" y="3273552"/>
            <a:ext cx="1389888" cy="109728"/>
          </a:xfrm>
          <a:prstGeom prst="roundRect">
            <a:avLst/>
          </a:prstGeom>
          <a:solidFill>
            <a:srgbClr val="13648E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S12_面板字段"/>
          <p:cNvSpPr/>
          <p:nvPr/>
        </p:nvSpPr>
        <p:spPr>
          <a:xfrm>
            <a:off x="868680" y="3547872"/>
            <a:ext cx="1389888" cy="109728"/>
          </a:xfrm>
          <a:prstGeom prst="roundRect">
            <a:avLst/>
          </a:prstGeom>
          <a:solidFill>
            <a:srgbClr val="13648E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S12_面板字段"/>
          <p:cNvSpPr/>
          <p:nvPr/>
        </p:nvSpPr>
        <p:spPr>
          <a:xfrm>
            <a:off x="868680" y="3822191"/>
            <a:ext cx="1389888" cy="109728"/>
          </a:xfrm>
          <a:prstGeom prst="roundRect">
            <a:avLst/>
          </a:prstGeom>
          <a:solidFill>
            <a:srgbClr val="13648E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S12_面板字段"/>
          <p:cNvSpPr/>
          <p:nvPr/>
        </p:nvSpPr>
        <p:spPr>
          <a:xfrm>
            <a:off x="868680" y="4096512"/>
            <a:ext cx="1389888" cy="109728"/>
          </a:xfrm>
          <a:prstGeom prst="roundRect">
            <a:avLst/>
          </a:prstGeom>
          <a:solidFill>
            <a:srgbClr val="13648E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S12_面板字段"/>
          <p:cNvSpPr/>
          <p:nvPr/>
        </p:nvSpPr>
        <p:spPr>
          <a:xfrm>
            <a:off x="868680" y="4370832"/>
            <a:ext cx="1389888" cy="109728"/>
          </a:xfrm>
          <a:prstGeom prst="roundRect">
            <a:avLst/>
          </a:prstGeom>
          <a:solidFill>
            <a:srgbClr val="13648E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S12_面板字段"/>
          <p:cNvSpPr/>
          <p:nvPr/>
        </p:nvSpPr>
        <p:spPr>
          <a:xfrm>
            <a:off x="9710928" y="3273552"/>
            <a:ext cx="1389888" cy="109728"/>
          </a:xfrm>
          <a:prstGeom prst="roundRect">
            <a:avLst/>
          </a:prstGeom>
          <a:solidFill>
            <a:srgbClr val="13648E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S12_面板字段"/>
          <p:cNvSpPr/>
          <p:nvPr/>
        </p:nvSpPr>
        <p:spPr>
          <a:xfrm>
            <a:off x="9710928" y="3547872"/>
            <a:ext cx="1389888" cy="109728"/>
          </a:xfrm>
          <a:prstGeom prst="roundRect">
            <a:avLst/>
          </a:prstGeom>
          <a:solidFill>
            <a:srgbClr val="13648E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S12_面板字段"/>
          <p:cNvSpPr/>
          <p:nvPr/>
        </p:nvSpPr>
        <p:spPr>
          <a:xfrm>
            <a:off x="9710928" y="3822191"/>
            <a:ext cx="1389888" cy="109728"/>
          </a:xfrm>
          <a:prstGeom prst="roundRect">
            <a:avLst/>
          </a:prstGeom>
          <a:solidFill>
            <a:srgbClr val="13648E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S12_面板字段"/>
          <p:cNvSpPr/>
          <p:nvPr/>
        </p:nvSpPr>
        <p:spPr>
          <a:xfrm>
            <a:off x="9710928" y="4096512"/>
            <a:ext cx="1389888" cy="109728"/>
          </a:xfrm>
          <a:prstGeom prst="roundRect">
            <a:avLst/>
          </a:prstGeom>
          <a:solidFill>
            <a:srgbClr val="13648E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S12_面板字段"/>
          <p:cNvSpPr/>
          <p:nvPr/>
        </p:nvSpPr>
        <p:spPr>
          <a:xfrm>
            <a:off x="9710928" y="4370832"/>
            <a:ext cx="1389888" cy="109728"/>
          </a:xfrm>
          <a:prstGeom prst="roundRect">
            <a:avLst/>
          </a:prstGeom>
          <a:solidFill>
            <a:srgbClr val="13648E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原生可编辑文字_S12_001_双击编辑"/>
          <p:cNvSpPr txBox="1"/>
          <p:nvPr/>
        </p:nvSpPr>
        <p:spPr>
          <a:xfrm>
            <a:off x="1036320" y="396240"/>
            <a:ext cx="10088880" cy="76962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151">
                <a:solidFill>
                  <a:srgbClr val="F7FCFF"/>
                </a:solidFill>
                <a:latin typeface="Noto Serif CJK SC"/>
              </a:rPr>
              <a:t>智管：让每一座烤房都有可追溯的生命周期</a:t>
            </a:r>
          </a:p>
        </p:txBody>
      </p:sp>
      <p:sp>
        <p:nvSpPr>
          <p:cNvPr id="11" name="原生可编辑文字_S12_002_双击编辑"/>
          <p:cNvSpPr txBox="1"/>
          <p:nvPr/>
        </p:nvSpPr>
        <p:spPr>
          <a:xfrm>
            <a:off x="2918460" y="1066800"/>
            <a:ext cx="6347460" cy="472439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1800">
                <a:solidFill>
                  <a:srgbClr val="FFC928"/>
                </a:solidFill>
                <a:latin typeface="Noto Sans CJK SC"/>
              </a:rPr>
              <a:t>从建档、巡检、维修到基金保障，全部沉淀为长期资产数据</a:t>
            </a:r>
          </a:p>
        </p:txBody>
      </p:sp>
      <p:sp>
        <p:nvSpPr>
          <p:cNvPr id="13" name="原生可编辑文字_S12_003_双击编辑"/>
          <p:cNvSpPr txBox="1"/>
          <p:nvPr/>
        </p:nvSpPr>
        <p:spPr>
          <a:xfrm>
            <a:off x="1691639" y="1813560"/>
            <a:ext cx="998219" cy="38862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683">
                <a:solidFill>
                  <a:srgbClr val="F2F8FF"/>
                </a:solidFill>
                <a:latin typeface="Noto Sans CJK SC"/>
              </a:rPr>
              <a:t>基础信息</a:t>
            </a:r>
          </a:p>
        </p:txBody>
      </p:sp>
      <p:sp>
        <p:nvSpPr>
          <p:cNvPr id="15" name="原生可编辑文字_S12_004_双击编辑"/>
          <p:cNvSpPr txBox="1"/>
          <p:nvPr/>
        </p:nvSpPr>
        <p:spPr>
          <a:xfrm>
            <a:off x="1691639" y="2103120"/>
            <a:ext cx="998219" cy="38100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650">
                <a:solidFill>
                  <a:srgbClr val="F2F8FF"/>
                </a:solidFill>
                <a:latin typeface="Noto Sans CJK SC"/>
              </a:rPr>
              <a:t>设备清单</a:t>
            </a:r>
          </a:p>
        </p:txBody>
      </p:sp>
      <p:sp>
        <p:nvSpPr>
          <p:cNvPr id="17" name="原生可编辑文字_S12_005_双击编辑"/>
          <p:cNvSpPr txBox="1"/>
          <p:nvPr/>
        </p:nvSpPr>
        <p:spPr>
          <a:xfrm>
            <a:off x="1996439" y="2438400"/>
            <a:ext cx="678180" cy="3276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419">
                <a:solidFill>
                  <a:srgbClr val="F2F8FF"/>
                </a:solidFill>
                <a:latin typeface="Noto Sans CJK SC"/>
              </a:rPr>
              <a:t>责任人员</a:t>
            </a:r>
          </a:p>
        </p:txBody>
      </p:sp>
      <p:sp>
        <p:nvSpPr>
          <p:cNvPr id="20" name="原生可编辑文字_S12_007_双击编辑"/>
          <p:cNvSpPr txBox="1"/>
          <p:nvPr/>
        </p:nvSpPr>
        <p:spPr>
          <a:xfrm>
            <a:off x="1996439" y="2720340"/>
            <a:ext cx="693420" cy="34290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485">
                <a:solidFill>
                  <a:srgbClr val="F2F8FF"/>
                </a:solidFill>
                <a:latin typeface="Noto Sans CJK SC"/>
              </a:rPr>
              <a:t>建档时间</a:t>
            </a:r>
          </a:p>
        </p:txBody>
      </p:sp>
      <p:sp>
        <p:nvSpPr>
          <p:cNvPr id="22" name="原生可编辑文字_S12_008_双击编辑"/>
          <p:cNvSpPr txBox="1"/>
          <p:nvPr/>
        </p:nvSpPr>
        <p:spPr>
          <a:xfrm>
            <a:off x="3467100" y="1706880"/>
            <a:ext cx="1722120" cy="6324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100">
                <a:solidFill>
                  <a:srgbClr val="F2F8FF"/>
                </a:solidFill>
                <a:latin typeface="Noto Serif CJK SC"/>
              </a:rPr>
              <a:t>01 建档</a:t>
            </a:r>
          </a:p>
        </p:txBody>
      </p:sp>
      <p:sp>
        <p:nvSpPr>
          <p:cNvPr id="24" name="原生可编辑文字_S12_009_双击编辑"/>
          <p:cNvSpPr txBox="1"/>
          <p:nvPr/>
        </p:nvSpPr>
        <p:spPr>
          <a:xfrm>
            <a:off x="3817620" y="2278380"/>
            <a:ext cx="1836420" cy="38100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650">
                <a:solidFill>
                  <a:srgbClr val="F2F8FF"/>
                </a:solidFill>
                <a:latin typeface="Noto Sans CJK SC"/>
              </a:rPr>
              <a:t>一房一档 / 责任到人</a:t>
            </a:r>
          </a:p>
        </p:txBody>
      </p:sp>
      <p:sp>
        <p:nvSpPr>
          <p:cNvPr id="26" name="原生可编辑文字_S12_010_双击编辑"/>
          <p:cNvSpPr txBox="1"/>
          <p:nvPr/>
        </p:nvSpPr>
        <p:spPr>
          <a:xfrm>
            <a:off x="7985759" y="1676400"/>
            <a:ext cx="838200" cy="6324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984">
                <a:solidFill>
                  <a:srgbClr val="FFC928"/>
                </a:solidFill>
                <a:latin typeface="Noto Serif CJK SC"/>
              </a:rPr>
              <a:t>02</a:t>
            </a:r>
          </a:p>
        </p:txBody>
      </p:sp>
      <p:sp>
        <p:nvSpPr>
          <p:cNvPr id="28" name="原生可编辑文字_S12_011_双击编辑"/>
          <p:cNvSpPr txBox="1"/>
          <p:nvPr/>
        </p:nvSpPr>
        <p:spPr>
          <a:xfrm>
            <a:off x="8747760" y="1729740"/>
            <a:ext cx="1104900" cy="5943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100">
                <a:solidFill>
                  <a:srgbClr val="63ECFF"/>
                </a:solidFill>
                <a:latin typeface="Noto Serif CJK SC"/>
              </a:rPr>
              <a:t>巡检</a:t>
            </a:r>
          </a:p>
        </p:txBody>
      </p:sp>
      <p:sp>
        <p:nvSpPr>
          <p:cNvPr id="30" name="原生可编辑文字_S12_012_双击编辑"/>
          <p:cNvSpPr txBox="1"/>
          <p:nvPr/>
        </p:nvSpPr>
        <p:spPr>
          <a:xfrm>
            <a:off x="7985759" y="2278380"/>
            <a:ext cx="1798320" cy="4038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48">
                <a:solidFill>
                  <a:srgbClr val="F2F8FF"/>
                </a:solidFill>
                <a:latin typeface="Noto Sans CJK SC"/>
              </a:rPr>
              <a:t>状态更新 / 风险发现</a:t>
            </a:r>
          </a:p>
        </p:txBody>
      </p:sp>
      <p:sp>
        <p:nvSpPr>
          <p:cNvPr id="32" name="原生可编辑文字_S12_013_双击编辑"/>
          <p:cNvSpPr txBox="1"/>
          <p:nvPr/>
        </p:nvSpPr>
        <p:spPr>
          <a:xfrm>
            <a:off x="10096500" y="1836420"/>
            <a:ext cx="944879" cy="38100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650">
                <a:solidFill>
                  <a:srgbClr val="F2F8FF"/>
                </a:solidFill>
                <a:latin typeface="Noto Sans CJK SC"/>
              </a:rPr>
              <a:t>巡检记录</a:t>
            </a:r>
          </a:p>
        </p:txBody>
      </p:sp>
      <p:sp>
        <p:nvSpPr>
          <p:cNvPr id="34" name="原生可编辑文字_S12_014_双击编辑"/>
          <p:cNvSpPr txBox="1"/>
          <p:nvPr/>
        </p:nvSpPr>
        <p:spPr>
          <a:xfrm>
            <a:off x="10073640" y="2148840"/>
            <a:ext cx="967740" cy="38100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1650">
                <a:solidFill>
                  <a:srgbClr val="FFC928"/>
                </a:solidFill>
                <a:latin typeface="Noto Sans CJK SC"/>
              </a:rPr>
              <a:t>健康评分</a:t>
            </a:r>
          </a:p>
        </p:txBody>
      </p:sp>
      <p:sp>
        <p:nvSpPr>
          <p:cNvPr id="37" name="原生可编辑文字_S12_016_双击编辑"/>
          <p:cNvSpPr txBox="1"/>
          <p:nvPr/>
        </p:nvSpPr>
        <p:spPr>
          <a:xfrm>
            <a:off x="10340340" y="2506980"/>
            <a:ext cx="701040" cy="34290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485">
                <a:solidFill>
                  <a:srgbClr val="F2F8FF"/>
                </a:solidFill>
                <a:latin typeface="Noto Sans CJK SC"/>
              </a:rPr>
              <a:t>隐患告警</a:t>
            </a:r>
          </a:p>
        </p:txBody>
      </p:sp>
      <p:sp>
        <p:nvSpPr>
          <p:cNvPr id="39" name="原生可编辑文字_S12_017_双击编辑"/>
          <p:cNvSpPr txBox="1"/>
          <p:nvPr/>
        </p:nvSpPr>
        <p:spPr>
          <a:xfrm>
            <a:off x="10073640" y="2811780"/>
            <a:ext cx="967740" cy="3657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584">
                <a:solidFill>
                  <a:srgbClr val="F2F8FF"/>
                </a:solidFill>
                <a:latin typeface="Noto Sans CJK SC"/>
              </a:rPr>
              <a:t>状态趋势</a:t>
            </a:r>
          </a:p>
        </p:txBody>
      </p:sp>
      <p:sp>
        <p:nvSpPr>
          <p:cNvPr id="41" name="原生可编辑文字_S12_018_双击编辑"/>
          <p:cNvSpPr txBox="1"/>
          <p:nvPr/>
        </p:nvSpPr>
        <p:spPr>
          <a:xfrm>
            <a:off x="1371600" y="4229100"/>
            <a:ext cx="701040" cy="3276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419">
                <a:solidFill>
                  <a:srgbClr val="F2F8FF"/>
                </a:solidFill>
                <a:latin typeface="Noto Sans CJK SC"/>
              </a:rPr>
              <a:t>基金投入</a:t>
            </a:r>
          </a:p>
        </p:txBody>
      </p:sp>
      <p:sp>
        <p:nvSpPr>
          <p:cNvPr id="43" name="原生可编辑文字_S12_019_双击编辑"/>
          <p:cNvSpPr txBox="1"/>
          <p:nvPr/>
        </p:nvSpPr>
        <p:spPr>
          <a:xfrm>
            <a:off x="1371600" y="4564380"/>
            <a:ext cx="716280" cy="34290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485">
                <a:solidFill>
                  <a:srgbClr val="F2F8FF"/>
                </a:solidFill>
                <a:latin typeface="Noto Sans CJK SC"/>
              </a:rPr>
              <a:t>使用记录</a:t>
            </a:r>
          </a:p>
        </p:txBody>
      </p:sp>
      <p:sp>
        <p:nvSpPr>
          <p:cNvPr id="45" name="原生可编辑文字_S12_020_双击编辑"/>
          <p:cNvSpPr txBox="1"/>
          <p:nvPr/>
        </p:nvSpPr>
        <p:spPr>
          <a:xfrm>
            <a:off x="1089660" y="4861560"/>
            <a:ext cx="1104900" cy="3657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584">
                <a:solidFill>
                  <a:srgbClr val="F2F8FF"/>
                </a:solidFill>
                <a:latin typeface="Noto Sans CJK SC"/>
              </a:rPr>
              <a:t>优先级排序</a:t>
            </a:r>
          </a:p>
        </p:txBody>
      </p:sp>
      <p:sp>
        <p:nvSpPr>
          <p:cNvPr id="47" name="原生可编辑文字_S12_021_双击编辑"/>
          <p:cNvSpPr txBox="1"/>
          <p:nvPr/>
        </p:nvSpPr>
        <p:spPr>
          <a:xfrm>
            <a:off x="1379220" y="5204460"/>
            <a:ext cx="708660" cy="34290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485">
                <a:solidFill>
                  <a:srgbClr val="F2F8FF"/>
                </a:solidFill>
                <a:latin typeface="Noto Sans CJK SC"/>
              </a:rPr>
              <a:t>资金效益</a:t>
            </a:r>
          </a:p>
        </p:txBody>
      </p:sp>
      <p:sp>
        <p:nvSpPr>
          <p:cNvPr id="49" name="原生可编辑文字_S12_022_双击编辑"/>
          <p:cNvSpPr txBox="1"/>
          <p:nvPr/>
        </p:nvSpPr>
        <p:spPr>
          <a:xfrm>
            <a:off x="2697480" y="4114800"/>
            <a:ext cx="1805939" cy="7467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057">
                <a:solidFill>
                  <a:srgbClr val="F2F8FF"/>
                </a:solidFill>
                <a:latin typeface="Noto Serif CJK SC"/>
              </a:rPr>
              <a:t>04 保障</a:t>
            </a:r>
          </a:p>
        </p:txBody>
      </p:sp>
      <p:sp>
        <p:nvSpPr>
          <p:cNvPr id="51" name="原生可编辑文字_S12_023_双击编辑"/>
          <p:cNvSpPr txBox="1"/>
          <p:nvPr/>
        </p:nvSpPr>
        <p:spPr>
          <a:xfrm>
            <a:off x="3459480" y="4632960"/>
            <a:ext cx="1813560" cy="43434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800">
                <a:solidFill>
                  <a:srgbClr val="F2F8FF"/>
                </a:solidFill>
                <a:latin typeface="Noto Sans CJK SC"/>
              </a:rPr>
              <a:t>基金统筹 / 轻重缓急</a:t>
            </a:r>
          </a:p>
        </p:txBody>
      </p:sp>
      <p:sp>
        <p:nvSpPr>
          <p:cNvPr id="54" name="原生可编辑文字_S12_025_双击编辑"/>
          <p:cNvSpPr txBox="1"/>
          <p:nvPr/>
        </p:nvSpPr>
        <p:spPr>
          <a:xfrm>
            <a:off x="4511040" y="3924300"/>
            <a:ext cx="3108960" cy="68580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100">
                <a:solidFill>
                  <a:srgbClr val="FFC928"/>
                </a:solidFill>
                <a:latin typeface="Noto Serif CJK SC"/>
              </a:rPr>
              <a:t>档案不断档，责任不断链</a:t>
            </a:r>
          </a:p>
        </p:txBody>
      </p:sp>
      <p:sp>
        <p:nvSpPr>
          <p:cNvPr id="56" name="原生可编辑文字_S12_026_双击编辑"/>
          <p:cNvSpPr txBox="1"/>
          <p:nvPr/>
        </p:nvSpPr>
        <p:spPr>
          <a:xfrm>
            <a:off x="7787639" y="4122419"/>
            <a:ext cx="1036320" cy="5943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744">
                <a:solidFill>
                  <a:srgbClr val="FFC928"/>
                </a:solidFill>
                <a:latin typeface="Noto Serif CJK SC"/>
              </a:rPr>
              <a:t>03</a:t>
            </a:r>
          </a:p>
        </p:txBody>
      </p:sp>
      <p:sp>
        <p:nvSpPr>
          <p:cNvPr id="58" name="原生可编辑文字_S12_027_双击编辑"/>
          <p:cNvSpPr txBox="1"/>
          <p:nvPr/>
        </p:nvSpPr>
        <p:spPr>
          <a:xfrm>
            <a:off x="8709660" y="4137660"/>
            <a:ext cx="1127760" cy="5943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100">
                <a:solidFill>
                  <a:srgbClr val="63ECFF"/>
                </a:solidFill>
                <a:latin typeface="Noto Serif CJK SC"/>
              </a:rPr>
              <a:t>维修</a:t>
            </a:r>
          </a:p>
        </p:txBody>
      </p:sp>
      <p:sp>
        <p:nvSpPr>
          <p:cNvPr id="60" name="原生可编辑文字_S12_028_双击编辑"/>
          <p:cNvSpPr txBox="1"/>
          <p:nvPr/>
        </p:nvSpPr>
        <p:spPr>
          <a:xfrm>
            <a:off x="8054340" y="4671060"/>
            <a:ext cx="1851660" cy="38100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650">
                <a:solidFill>
                  <a:srgbClr val="F2F8FF"/>
                </a:solidFill>
                <a:latin typeface="Noto Sans CJK SC"/>
              </a:rPr>
              <a:t>工单闭环 / 备件留痕</a:t>
            </a:r>
          </a:p>
        </p:txBody>
      </p:sp>
      <p:sp>
        <p:nvSpPr>
          <p:cNvPr id="62" name="原生可编辑文字_S12_029_双击编辑"/>
          <p:cNvSpPr txBox="1"/>
          <p:nvPr/>
        </p:nvSpPr>
        <p:spPr>
          <a:xfrm>
            <a:off x="10020300" y="4244340"/>
            <a:ext cx="998219" cy="38100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650">
                <a:solidFill>
                  <a:srgbClr val="F2F8FF"/>
                </a:solidFill>
                <a:latin typeface="Noto Sans CJK SC"/>
              </a:rPr>
              <a:t>维修工单</a:t>
            </a:r>
          </a:p>
        </p:txBody>
      </p:sp>
      <p:sp>
        <p:nvSpPr>
          <p:cNvPr id="64" name="原生可编辑文字_S12_030_双击编辑"/>
          <p:cNvSpPr txBox="1"/>
          <p:nvPr/>
        </p:nvSpPr>
        <p:spPr>
          <a:xfrm>
            <a:off x="10020300" y="4564380"/>
            <a:ext cx="1021080" cy="4038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48">
                <a:solidFill>
                  <a:srgbClr val="F2F8FF"/>
                </a:solidFill>
                <a:latin typeface="Noto Sans CJK SC"/>
              </a:rPr>
              <a:t>维修历史</a:t>
            </a:r>
          </a:p>
        </p:txBody>
      </p:sp>
      <p:sp>
        <p:nvSpPr>
          <p:cNvPr id="66" name="原生可编辑文字_S12_031_双击编辑"/>
          <p:cNvSpPr txBox="1"/>
          <p:nvPr/>
        </p:nvSpPr>
        <p:spPr>
          <a:xfrm>
            <a:off x="10005060" y="4884420"/>
            <a:ext cx="1036320" cy="39624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16">
                <a:solidFill>
                  <a:srgbClr val="F2F8FF"/>
                </a:solidFill>
                <a:latin typeface="Noto Sans CJK SC"/>
              </a:rPr>
              <a:t>备件更换</a:t>
            </a:r>
          </a:p>
        </p:txBody>
      </p:sp>
      <p:sp>
        <p:nvSpPr>
          <p:cNvPr id="68" name="原生可编辑文字_S12_032_双击编辑"/>
          <p:cNvSpPr txBox="1"/>
          <p:nvPr/>
        </p:nvSpPr>
        <p:spPr>
          <a:xfrm>
            <a:off x="10256520" y="5234940"/>
            <a:ext cx="784860" cy="34290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485">
                <a:solidFill>
                  <a:srgbClr val="F2F8FF"/>
                </a:solidFill>
                <a:latin typeface="Noto Sans CJK SC"/>
              </a:rPr>
              <a:t>维修成本</a:t>
            </a:r>
          </a:p>
        </p:txBody>
      </p:sp>
      <p:sp>
        <p:nvSpPr>
          <p:cNvPr id="70" name="原生可编辑文字_S12_033_双击编辑"/>
          <p:cNvSpPr txBox="1"/>
          <p:nvPr/>
        </p:nvSpPr>
        <p:spPr>
          <a:xfrm>
            <a:off x="2423160" y="6118860"/>
            <a:ext cx="7338060" cy="48768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800">
                <a:solidFill>
                  <a:srgbClr val="F2F8FF"/>
                </a:solidFill>
                <a:latin typeface="Noto Sans CJK SC"/>
              </a:rPr>
              <a:t>智管不是管一次，而是让数据、责任和资金跟着烤房走完整个生命周期</a:t>
            </a:r>
          </a:p>
        </p:txBody>
      </p:sp>
      <p:sp>
        <p:nvSpPr>
          <p:cNvPr id="72" name="原生可编辑文字_S12_034_双击编辑"/>
          <p:cNvSpPr txBox="1"/>
          <p:nvPr/>
        </p:nvSpPr>
        <p:spPr>
          <a:xfrm>
            <a:off x="11193780" y="2065020"/>
            <a:ext cx="411480" cy="3657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304">
                <a:solidFill>
                  <a:srgbClr val="F2F8FF"/>
                </a:solidFill>
                <a:latin typeface="Noto Serif CJK SC"/>
              </a:rPr>
              <a:t>92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_深蓝底_可编辑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B49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背景_左上光束_1"/>
          <p:cNvSpPr/>
          <p:nvPr/>
        </p:nvSpPr>
        <p:spPr>
          <a:xfrm>
            <a:off x="0" y="0"/>
            <a:ext cx="2423160" cy="1828800"/>
          </a:xfrm>
          <a:custGeom>
            <a:avLst/>
            <a:gdLst/>
            <a:ahLst/>
            <a:cxnLst/>
            <a:rect l="l" t="t" r="r" b="b"/>
            <a:pathLst>
              <a:path w="2423160" h="1828800">
                <a:moveTo>
                  <a:pt x="0" y="0"/>
                </a:moveTo>
                <a:lnTo>
                  <a:pt x="914400" y="0"/>
                </a:lnTo>
                <a:lnTo>
                  <a:pt x="2423160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8DEBFF">
              <a:alpha val="2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背景_左上光束_2"/>
          <p:cNvSpPr/>
          <p:nvPr/>
        </p:nvSpPr>
        <p:spPr>
          <a:xfrm>
            <a:off x="274320" y="0"/>
            <a:ext cx="2423159" cy="1828800"/>
          </a:xfrm>
          <a:custGeom>
            <a:avLst/>
            <a:gdLst/>
            <a:ahLst/>
            <a:cxnLst/>
            <a:rect l="l" t="t" r="r" b="b"/>
            <a:pathLst>
              <a:path w="2423159" h="1828800">
                <a:moveTo>
                  <a:pt x="0" y="0"/>
                </a:moveTo>
                <a:lnTo>
                  <a:pt x="914400" y="0"/>
                </a:lnTo>
                <a:lnTo>
                  <a:pt x="2423159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8DEBFF">
              <a:alpha val="2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背景_左上光束_3"/>
          <p:cNvSpPr/>
          <p:nvPr/>
        </p:nvSpPr>
        <p:spPr>
          <a:xfrm>
            <a:off x="640080" y="0"/>
            <a:ext cx="2423159" cy="1828800"/>
          </a:xfrm>
          <a:custGeom>
            <a:avLst/>
            <a:gdLst/>
            <a:ahLst/>
            <a:cxnLst/>
            <a:rect l="l" t="t" r="r" b="b"/>
            <a:pathLst>
              <a:path w="2423159" h="1828800">
                <a:moveTo>
                  <a:pt x="0" y="0"/>
                </a:moveTo>
                <a:lnTo>
                  <a:pt x="914400" y="0"/>
                </a:lnTo>
                <a:lnTo>
                  <a:pt x="2423159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8DEBFF">
              <a:alpha val="2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背景_星点_1"/>
          <p:cNvSpPr/>
          <p:nvPr/>
        </p:nvSpPr>
        <p:spPr>
          <a:xfrm>
            <a:off x="5186659" y="521760"/>
            <a:ext cx="27432" cy="27432"/>
          </a:xfrm>
          <a:prstGeom prst="ellipse">
            <a:avLst/>
          </a:prstGeom>
          <a:solidFill>
            <a:srgbClr val="E8FDFF">
              <a:alpha val="54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背景_星点_2"/>
          <p:cNvSpPr/>
          <p:nvPr/>
        </p:nvSpPr>
        <p:spPr>
          <a:xfrm>
            <a:off x="8934086" y="1830661"/>
            <a:ext cx="36576" cy="36576"/>
          </a:xfrm>
          <a:prstGeom prst="ellipse">
            <a:avLst/>
          </a:prstGeom>
          <a:solidFill>
            <a:srgbClr val="E8FDFF">
              <a:alpha val="4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背景_星点_3"/>
          <p:cNvSpPr/>
          <p:nvPr/>
        </p:nvSpPr>
        <p:spPr>
          <a:xfrm>
            <a:off x="5010013" y="2473430"/>
            <a:ext cx="36576" cy="36576"/>
          </a:xfrm>
          <a:prstGeom prst="ellipse">
            <a:avLst/>
          </a:prstGeom>
          <a:solidFill>
            <a:srgbClr val="E8FDFF">
              <a:alpha val="58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背景_星点_4"/>
          <p:cNvSpPr/>
          <p:nvPr/>
        </p:nvSpPr>
        <p:spPr>
          <a:xfrm>
            <a:off x="10552869" y="535843"/>
            <a:ext cx="27432" cy="27432"/>
          </a:xfrm>
          <a:prstGeom prst="ellipse">
            <a:avLst/>
          </a:prstGeom>
          <a:solidFill>
            <a:srgbClr val="E8FDFF">
              <a:alpha val="5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背景_星点_5"/>
          <p:cNvSpPr/>
          <p:nvPr/>
        </p:nvSpPr>
        <p:spPr>
          <a:xfrm>
            <a:off x="1284480" y="3526257"/>
            <a:ext cx="27432" cy="27432"/>
          </a:xfrm>
          <a:prstGeom prst="ellipse">
            <a:avLst/>
          </a:prstGeom>
          <a:solidFill>
            <a:srgbClr val="E8FDFF">
              <a:alpha val="4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背景_星点_6"/>
          <p:cNvSpPr/>
          <p:nvPr/>
        </p:nvSpPr>
        <p:spPr>
          <a:xfrm>
            <a:off x="1939045" y="3766476"/>
            <a:ext cx="22860" cy="22860"/>
          </a:xfrm>
          <a:prstGeom prst="ellipse">
            <a:avLst/>
          </a:prstGeom>
          <a:solidFill>
            <a:srgbClr val="E8FDFF">
              <a:alpha val="4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背景_星点_7"/>
          <p:cNvSpPr/>
          <p:nvPr/>
        </p:nvSpPr>
        <p:spPr>
          <a:xfrm>
            <a:off x="6023721" y="1394844"/>
            <a:ext cx="18288" cy="18288"/>
          </a:xfrm>
          <a:prstGeom prst="ellipse">
            <a:avLst/>
          </a:prstGeom>
          <a:solidFill>
            <a:srgbClr val="E8FDFF">
              <a:alpha val="71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背景_星点_8"/>
          <p:cNvSpPr/>
          <p:nvPr/>
        </p:nvSpPr>
        <p:spPr>
          <a:xfrm>
            <a:off x="9840364" y="2590415"/>
            <a:ext cx="36576" cy="36576"/>
          </a:xfrm>
          <a:prstGeom prst="ellipse">
            <a:avLst/>
          </a:prstGeom>
          <a:solidFill>
            <a:srgbClr val="E8FDFF">
              <a:alpha val="6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背景_星点_9"/>
          <p:cNvSpPr/>
          <p:nvPr/>
        </p:nvSpPr>
        <p:spPr>
          <a:xfrm>
            <a:off x="1726654" y="2623941"/>
            <a:ext cx="36576" cy="36576"/>
          </a:xfrm>
          <a:prstGeom prst="ellipse">
            <a:avLst/>
          </a:prstGeom>
          <a:solidFill>
            <a:srgbClr val="E8FDFF">
              <a:alpha val="51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背景_星点_10"/>
          <p:cNvSpPr/>
          <p:nvPr/>
        </p:nvSpPr>
        <p:spPr>
          <a:xfrm>
            <a:off x="5670043" y="1635622"/>
            <a:ext cx="22860" cy="22860"/>
          </a:xfrm>
          <a:prstGeom prst="ellipse">
            <a:avLst/>
          </a:prstGeom>
          <a:solidFill>
            <a:srgbClr val="E8FDFF">
              <a:alpha val="51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背景_星点_11"/>
          <p:cNvSpPr/>
          <p:nvPr/>
        </p:nvSpPr>
        <p:spPr>
          <a:xfrm>
            <a:off x="3118451" y="3905874"/>
            <a:ext cx="13716" cy="13716"/>
          </a:xfrm>
          <a:prstGeom prst="ellipse">
            <a:avLst/>
          </a:prstGeom>
          <a:solidFill>
            <a:srgbClr val="E8FDFF">
              <a:alpha val="39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背景_星点_12"/>
          <p:cNvSpPr/>
          <p:nvPr/>
        </p:nvSpPr>
        <p:spPr>
          <a:xfrm>
            <a:off x="3181496" y="2341597"/>
            <a:ext cx="18288" cy="18288"/>
          </a:xfrm>
          <a:prstGeom prst="ellipse">
            <a:avLst/>
          </a:prstGeom>
          <a:solidFill>
            <a:srgbClr val="E8FDFF">
              <a:alpha val="3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背景_星点_13"/>
          <p:cNvSpPr/>
          <p:nvPr/>
        </p:nvSpPr>
        <p:spPr>
          <a:xfrm>
            <a:off x="7862834" y="633142"/>
            <a:ext cx="18288" cy="18288"/>
          </a:xfrm>
          <a:prstGeom prst="ellipse">
            <a:avLst/>
          </a:prstGeom>
          <a:solidFill>
            <a:srgbClr val="E8FDFF">
              <a:alpha val="63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背景_星点_14"/>
          <p:cNvSpPr/>
          <p:nvPr/>
        </p:nvSpPr>
        <p:spPr>
          <a:xfrm>
            <a:off x="1362165" y="456248"/>
            <a:ext cx="27432" cy="27432"/>
          </a:xfrm>
          <a:prstGeom prst="ellipse">
            <a:avLst/>
          </a:prstGeom>
          <a:solidFill>
            <a:srgbClr val="E8FDFF">
              <a:alpha val="43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背景_星点_15"/>
          <p:cNvSpPr/>
          <p:nvPr/>
        </p:nvSpPr>
        <p:spPr>
          <a:xfrm>
            <a:off x="6186292" y="3874623"/>
            <a:ext cx="22860" cy="22860"/>
          </a:xfrm>
          <a:prstGeom prst="ellipse">
            <a:avLst/>
          </a:prstGeom>
          <a:solidFill>
            <a:srgbClr val="E8FDFF">
              <a:alpha val="6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背景_星点_16"/>
          <p:cNvSpPr/>
          <p:nvPr/>
        </p:nvSpPr>
        <p:spPr>
          <a:xfrm>
            <a:off x="867441" y="446037"/>
            <a:ext cx="36576" cy="36576"/>
          </a:xfrm>
          <a:prstGeom prst="ellipse">
            <a:avLst/>
          </a:prstGeom>
          <a:solidFill>
            <a:srgbClr val="E8FDFF">
              <a:alpha val="5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背景_星点_17"/>
          <p:cNvSpPr/>
          <p:nvPr/>
        </p:nvSpPr>
        <p:spPr>
          <a:xfrm>
            <a:off x="10551067" y="3490246"/>
            <a:ext cx="13716" cy="13716"/>
          </a:xfrm>
          <a:prstGeom prst="ellipse">
            <a:avLst/>
          </a:prstGeom>
          <a:solidFill>
            <a:srgbClr val="E8FDFF">
              <a:alpha val="58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背景_星点_18"/>
          <p:cNvSpPr/>
          <p:nvPr/>
        </p:nvSpPr>
        <p:spPr>
          <a:xfrm>
            <a:off x="4686279" y="4030016"/>
            <a:ext cx="22860" cy="22860"/>
          </a:xfrm>
          <a:prstGeom prst="ellipse">
            <a:avLst/>
          </a:prstGeom>
          <a:solidFill>
            <a:srgbClr val="E8FDFF">
              <a:alpha val="6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背景_星点_19"/>
          <p:cNvSpPr/>
          <p:nvPr/>
        </p:nvSpPr>
        <p:spPr>
          <a:xfrm>
            <a:off x="3623565" y="2652087"/>
            <a:ext cx="36576" cy="36576"/>
          </a:xfrm>
          <a:prstGeom prst="ellipse">
            <a:avLst/>
          </a:prstGeom>
          <a:solidFill>
            <a:srgbClr val="E8FDFF">
              <a:alpha val="3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背景_星点_20"/>
          <p:cNvSpPr/>
          <p:nvPr/>
        </p:nvSpPr>
        <p:spPr>
          <a:xfrm>
            <a:off x="6192502" y="1167681"/>
            <a:ext cx="18288" cy="18288"/>
          </a:xfrm>
          <a:prstGeom prst="ellipse">
            <a:avLst/>
          </a:prstGeom>
          <a:solidFill>
            <a:srgbClr val="E8FDFF">
              <a:alpha val="63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背景_星点_21"/>
          <p:cNvSpPr/>
          <p:nvPr/>
        </p:nvSpPr>
        <p:spPr>
          <a:xfrm>
            <a:off x="1920491" y="950430"/>
            <a:ext cx="36576" cy="36576"/>
          </a:xfrm>
          <a:prstGeom prst="ellipse">
            <a:avLst/>
          </a:prstGeom>
          <a:solidFill>
            <a:srgbClr val="E8FDFF">
              <a:alpha val="4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背景_星点_22"/>
          <p:cNvSpPr/>
          <p:nvPr/>
        </p:nvSpPr>
        <p:spPr>
          <a:xfrm>
            <a:off x="9451348" y="3611211"/>
            <a:ext cx="13716" cy="13716"/>
          </a:xfrm>
          <a:prstGeom prst="ellipse">
            <a:avLst/>
          </a:prstGeom>
          <a:solidFill>
            <a:srgbClr val="E8FDFF">
              <a:alpha val="31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背景_星点_23"/>
          <p:cNvSpPr/>
          <p:nvPr/>
        </p:nvSpPr>
        <p:spPr>
          <a:xfrm>
            <a:off x="2677145" y="3339755"/>
            <a:ext cx="18288" cy="18288"/>
          </a:xfrm>
          <a:prstGeom prst="ellipse">
            <a:avLst/>
          </a:prstGeom>
          <a:solidFill>
            <a:srgbClr val="E8FDFF">
              <a:alpha val="7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背景_星点_24"/>
          <p:cNvSpPr/>
          <p:nvPr/>
        </p:nvSpPr>
        <p:spPr>
          <a:xfrm>
            <a:off x="8493215" y="3048994"/>
            <a:ext cx="36576" cy="36576"/>
          </a:xfrm>
          <a:prstGeom prst="ellipse">
            <a:avLst/>
          </a:prstGeom>
          <a:solidFill>
            <a:srgbClr val="E8FDFF">
              <a:alpha val="46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背景_星点_25"/>
          <p:cNvSpPr/>
          <p:nvPr/>
        </p:nvSpPr>
        <p:spPr>
          <a:xfrm>
            <a:off x="10502186" y="1762125"/>
            <a:ext cx="27432" cy="27432"/>
          </a:xfrm>
          <a:prstGeom prst="ellipse">
            <a:avLst/>
          </a:prstGeom>
          <a:solidFill>
            <a:srgbClr val="E8FDFF">
              <a:alpha val="31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背景_星点_26"/>
          <p:cNvSpPr/>
          <p:nvPr/>
        </p:nvSpPr>
        <p:spPr>
          <a:xfrm>
            <a:off x="3111228" y="1765087"/>
            <a:ext cx="22860" cy="22860"/>
          </a:xfrm>
          <a:prstGeom prst="ellipse">
            <a:avLst/>
          </a:prstGeom>
          <a:solidFill>
            <a:srgbClr val="E8FDFF">
              <a:alpha val="4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背景_星点_27"/>
          <p:cNvSpPr/>
          <p:nvPr/>
        </p:nvSpPr>
        <p:spPr>
          <a:xfrm>
            <a:off x="5465737" y="838261"/>
            <a:ext cx="27432" cy="27432"/>
          </a:xfrm>
          <a:prstGeom prst="ellipse">
            <a:avLst/>
          </a:prstGeom>
          <a:solidFill>
            <a:srgbClr val="E8FDFF">
              <a:alpha val="6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背景_星点_28"/>
          <p:cNvSpPr/>
          <p:nvPr/>
        </p:nvSpPr>
        <p:spPr>
          <a:xfrm>
            <a:off x="1494117" y="3272584"/>
            <a:ext cx="36576" cy="36576"/>
          </a:xfrm>
          <a:prstGeom prst="ellipse">
            <a:avLst/>
          </a:prstGeom>
          <a:solidFill>
            <a:srgbClr val="E8FDFF">
              <a:alpha val="53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背景_星点_29"/>
          <p:cNvSpPr/>
          <p:nvPr/>
        </p:nvSpPr>
        <p:spPr>
          <a:xfrm>
            <a:off x="3941545" y="3538162"/>
            <a:ext cx="13716" cy="13716"/>
          </a:xfrm>
          <a:prstGeom prst="ellipse">
            <a:avLst/>
          </a:prstGeom>
          <a:solidFill>
            <a:srgbClr val="E8FDFF">
              <a:alpha val="34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背景_星点_30"/>
          <p:cNvSpPr/>
          <p:nvPr/>
        </p:nvSpPr>
        <p:spPr>
          <a:xfrm>
            <a:off x="6486828" y="376087"/>
            <a:ext cx="27432" cy="27432"/>
          </a:xfrm>
          <a:prstGeom prst="ellipse">
            <a:avLst/>
          </a:prstGeom>
          <a:solidFill>
            <a:srgbClr val="E8FDFF">
              <a:alpha val="33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背景_星点_31"/>
          <p:cNvSpPr/>
          <p:nvPr/>
        </p:nvSpPr>
        <p:spPr>
          <a:xfrm>
            <a:off x="620540" y="3679341"/>
            <a:ext cx="22860" cy="22860"/>
          </a:xfrm>
          <a:prstGeom prst="ellipse">
            <a:avLst/>
          </a:prstGeom>
          <a:solidFill>
            <a:srgbClr val="E8FDFF">
              <a:alpha val="34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背景_星点_32"/>
          <p:cNvSpPr/>
          <p:nvPr/>
        </p:nvSpPr>
        <p:spPr>
          <a:xfrm>
            <a:off x="6715755" y="1526934"/>
            <a:ext cx="36576" cy="36576"/>
          </a:xfrm>
          <a:prstGeom prst="ellipse">
            <a:avLst/>
          </a:prstGeom>
          <a:solidFill>
            <a:srgbClr val="E8FDFF">
              <a:alpha val="58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背景_星点_33"/>
          <p:cNvSpPr/>
          <p:nvPr/>
        </p:nvSpPr>
        <p:spPr>
          <a:xfrm>
            <a:off x="10899429" y="814058"/>
            <a:ext cx="22860" cy="22860"/>
          </a:xfrm>
          <a:prstGeom prst="ellipse">
            <a:avLst/>
          </a:prstGeom>
          <a:solidFill>
            <a:srgbClr val="E8FDFF">
              <a:alpha val="54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背景_星点_34"/>
          <p:cNvSpPr/>
          <p:nvPr/>
        </p:nvSpPr>
        <p:spPr>
          <a:xfrm>
            <a:off x="1573992" y="3801010"/>
            <a:ext cx="27432" cy="27432"/>
          </a:xfrm>
          <a:prstGeom prst="ellipse">
            <a:avLst/>
          </a:prstGeom>
          <a:solidFill>
            <a:srgbClr val="E8FDFF">
              <a:alpha val="5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背景_星点_35"/>
          <p:cNvSpPr/>
          <p:nvPr/>
        </p:nvSpPr>
        <p:spPr>
          <a:xfrm>
            <a:off x="6855805" y="3070607"/>
            <a:ext cx="27432" cy="27432"/>
          </a:xfrm>
          <a:prstGeom prst="ellipse">
            <a:avLst/>
          </a:prstGeom>
          <a:solidFill>
            <a:srgbClr val="E8FDFF">
              <a:alpha val="46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背景_星点_36"/>
          <p:cNvSpPr/>
          <p:nvPr/>
        </p:nvSpPr>
        <p:spPr>
          <a:xfrm>
            <a:off x="7420437" y="4088965"/>
            <a:ext cx="13716" cy="13716"/>
          </a:xfrm>
          <a:prstGeom prst="ellipse">
            <a:avLst/>
          </a:prstGeom>
          <a:solidFill>
            <a:srgbClr val="E8FDFF">
              <a:alpha val="34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背景_星点_37"/>
          <p:cNvSpPr/>
          <p:nvPr/>
        </p:nvSpPr>
        <p:spPr>
          <a:xfrm>
            <a:off x="2818370" y="2643785"/>
            <a:ext cx="36576" cy="36576"/>
          </a:xfrm>
          <a:prstGeom prst="ellipse">
            <a:avLst/>
          </a:prstGeom>
          <a:solidFill>
            <a:srgbClr val="E8FDFF">
              <a:alpha val="4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背景_星点_38"/>
          <p:cNvSpPr/>
          <p:nvPr/>
        </p:nvSpPr>
        <p:spPr>
          <a:xfrm>
            <a:off x="9853987" y="3461570"/>
            <a:ext cx="27432" cy="27432"/>
          </a:xfrm>
          <a:prstGeom prst="ellipse">
            <a:avLst/>
          </a:prstGeom>
          <a:solidFill>
            <a:srgbClr val="E8FDFF">
              <a:alpha val="6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背景_星点_39"/>
          <p:cNvSpPr/>
          <p:nvPr/>
        </p:nvSpPr>
        <p:spPr>
          <a:xfrm>
            <a:off x="1057777" y="2672733"/>
            <a:ext cx="22860" cy="22860"/>
          </a:xfrm>
          <a:prstGeom prst="ellipse">
            <a:avLst/>
          </a:prstGeom>
          <a:solidFill>
            <a:srgbClr val="E8FDFF">
              <a:alpha val="5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背景_星点_40"/>
          <p:cNvSpPr/>
          <p:nvPr/>
        </p:nvSpPr>
        <p:spPr>
          <a:xfrm>
            <a:off x="5078259" y="2515149"/>
            <a:ext cx="18288" cy="18288"/>
          </a:xfrm>
          <a:prstGeom prst="ellipse">
            <a:avLst/>
          </a:prstGeom>
          <a:solidFill>
            <a:srgbClr val="E8FDFF">
              <a:alpha val="6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背景_星点_41"/>
          <p:cNvSpPr/>
          <p:nvPr/>
        </p:nvSpPr>
        <p:spPr>
          <a:xfrm>
            <a:off x="9461539" y="2420298"/>
            <a:ext cx="18288" cy="18288"/>
          </a:xfrm>
          <a:prstGeom prst="ellipse">
            <a:avLst/>
          </a:prstGeom>
          <a:solidFill>
            <a:srgbClr val="E8FDFF">
              <a:alpha val="59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背景_星点_42"/>
          <p:cNvSpPr/>
          <p:nvPr/>
        </p:nvSpPr>
        <p:spPr>
          <a:xfrm>
            <a:off x="6837756" y="2412636"/>
            <a:ext cx="18288" cy="18288"/>
          </a:xfrm>
          <a:prstGeom prst="ellipse">
            <a:avLst/>
          </a:prstGeom>
          <a:solidFill>
            <a:srgbClr val="E8FDFF">
              <a:alpha val="59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背景_星点_43"/>
          <p:cNvSpPr/>
          <p:nvPr/>
        </p:nvSpPr>
        <p:spPr>
          <a:xfrm>
            <a:off x="918493" y="998869"/>
            <a:ext cx="13716" cy="13716"/>
          </a:xfrm>
          <a:prstGeom prst="ellipse">
            <a:avLst/>
          </a:prstGeom>
          <a:solidFill>
            <a:srgbClr val="E8FDFF">
              <a:alpha val="7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背景_星点_44"/>
          <p:cNvSpPr/>
          <p:nvPr/>
        </p:nvSpPr>
        <p:spPr>
          <a:xfrm>
            <a:off x="2548144" y="3585881"/>
            <a:ext cx="13716" cy="13716"/>
          </a:xfrm>
          <a:prstGeom prst="ellipse">
            <a:avLst/>
          </a:prstGeom>
          <a:solidFill>
            <a:srgbClr val="E8FDFF">
              <a:alpha val="31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背景_星点_45"/>
          <p:cNvSpPr/>
          <p:nvPr/>
        </p:nvSpPr>
        <p:spPr>
          <a:xfrm>
            <a:off x="6515603" y="917572"/>
            <a:ext cx="27432" cy="27432"/>
          </a:xfrm>
          <a:prstGeom prst="ellipse">
            <a:avLst/>
          </a:prstGeom>
          <a:solidFill>
            <a:srgbClr val="E8FDFF">
              <a:alpha val="6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背景_云雾_1"/>
          <p:cNvSpPr/>
          <p:nvPr/>
        </p:nvSpPr>
        <p:spPr>
          <a:xfrm>
            <a:off x="-914400" y="3246120"/>
            <a:ext cx="5943600" cy="1005840"/>
          </a:xfrm>
          <a:prstGeom prst="ellipse">
            <a:avLst/>
          </a:prstGeom>
          <a:solidFill>
            <a:srgbClr val="DDF9FF">
              <a:alpha val="2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背景_云雾_2"/>
          <p:cNvSpPr/>
          <p:nvPr/>
        </p:nvSpPr>
        <p:spPr>
          <a:xfrm>
            <a:off x="3108960" y="3383280"/>
            <a:ext cx="5852160" cy="914400"/>
          </a:xfrm>
          <a:prstGeom prst="ellipse">
            <a:avLst/>
          </a:prstGeom>
          <a:solidFill>
            <a:srgbClr val="DDF9FF">
              <a:alpha val="2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背景_云雾_3"/>
          <p:cNvSpPr/>
          <p:nvPr/>
        </p:nvSpPr>
        <p:spPr>
          <a:xfrm>
            <a:off x="7498079" y="3246120"/>
            <a:ext cx="5669280" cy="1005840"/>
          </a:xfrm>
          <a:prstGeom prst="ellipse">
            <a:avLst/>
          </a:prstGeom>
          <a:solidFill>
            <a:srgbClr val="DDF9FF">
              <a:alpha val="2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背景_山体层_1"/>
          <p:cNvSpPr/>
          <p:nvPr/>
        </p:nvSpPr>
        <p:spPr>
          <a:xfrm>
            <a:off x="0" y="3278587"/>
            <a:ext cx="12191695" cy="3579413"/>
          </a:xfrm>
          <a:custGeom>
            <a:avLst/>
            <a:gdLst/>
            <a:ahLst/>
            <a:cxnLst/>
            <a:rect l="l" t="t" r="r" b="b"/>
            <a:pathLst>
              <a:path w="12191695" h="3579413">
                <a:moveTo>
                  <a:pt x="0" y="3579413"/>
                </a:moveTo>
                <a:lnTo>
                  <a:pt x="0" y="424733"/>
                </a:lnTo>
                <a:lnTo>
                  <a:pt x="502920" y="30004"/>
                </a:lnTo>
                <a:lnTo>
                  <a:pt x="1005840" y="181354"/>
                </a:lnTo>
                <a:lnTo>
                  <a:pt x="1417320" y="210741"/>
                </a:lnTo>
                <a:lnTo>
                  <a:pt x="1828800" y="412610"/>
                </a:lnTo>
                <a:lnTo>
                  <a:pt x="2194560" y="383182"/>
                </a:lnTo>
                <a:lnTo>
                  <a:pt x="2651760" y="343382"/>
                </a:lnTo>
                <a:lnTo>
                  <a:pt x="3063240" y="771301"/>
                </a:lnTo>
                <a:lnTo>
                  <a:pt x="3520440" y="844634"/>
                </a:lnTo>
                <a:lnTo>
                  <a:pt x="3931920" y="676338"/>
                </a:lnTo>
                <a:lnTo>
                  <a:pt x="4389120" y="423216"/>
                </a:lnTo>
                <a:lnTo>
                  <a:pt x="4892040" y="62364"/>
                </a:lnTo>
                <a:lnTo>
                  <a:pt x="5394960" y="342126"/>
                </a:lnTo>
                <a:lnTo>
                  <a:pt x="5852160" y="221530"/>
                </a:lnTo>
                <a:lnTo>
                  <a:pt x="6309360" y="176290"/>
                </a:lnTo>
                <a:lnTo>
                  <a:pt x="6858000" y="357716"/>
                </a:lnTo>
                <a:lnTo>
                  <a:pt x="7406640" y="743055"/>
                </a:lnTo>
                <a:lnTo>
                  <a:pt x="8001000" y="838585"/>
                </a:lnTo>
                <a:lnTo>
                  <a:pt x="8549640" y="418765"/>
                </a:lnTo>
                <a:lnTo>
                  <a:pt x="9052560" y="369638"/>
                </a:lnTo>
                <a:lnTo>
                  <a:pt x="9601200" y="269916"/>
                </a:lnTo>
                <a:lnTo>
                  <a:pt x="10149840" y="257250"/>
                </a:lnTo>
                <a:lnTo>
                  <a:pt x="10744200" y="0"/>
                </a:lnTo>
                <a:lnTo>
                  <a:pt x="11338560" y="568225"/>
                </a:lnTo>
                <a:lnTo>
                  <a:pt x="12188952" y="837003"/>
                </a:lnTo>
                <a:lnTo>
                  <a:pt x="12191695" y="3579413"/>
                </a:lnTo>
                <a:close/>
              </a:path>
            </a:pathLst>
          </a:custGeom>
          <a:solidFill>
            <a:srgbClr val="124D72">
              <a:alpha val="7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背景_山体层_2"/>
          <p:cNvSpPr/>
          <p:nvPr/>
        </p:nvSpPr>
        <p:spPr>
          <a:xfrm>
            <a:off x="0" y="3514638"/>
            <a:ext cx="12191695" cy="3343362"/>
          </a:xfrm>
          <a:custGeom>
            <a:avLst/>
            <a:gdLst/>
            <a:ahLst/>
            <a:cxnLst/>
            <a:rect l="l" t="t" r="r" b="b"/>
            <a:pathLst>
              <a:path w="12191695" h="3343362">
                <a:moveTo>
                  <a:pt x="0" y="3343362"/>
                </a:moveTo>
                <a:lnTo>
                  <a:pt x="0" y="89872"/>
                </a:lnTo>
                <a:lnTo>
                  <a:pt x="438912" y="0"/>
                </a:lnTo>
                <a:lnTo>
                  <a:pt x="914400" y="381022"/>
                </a:lnTo>
                <a:lnTo>
                  <a:pt x="1298448" y="393165"/>
                </a:lnTo>
                <a:lnTo>
                  <a:pt x="1737360" y="509037"/>
                </a:lnTo>
                <a:lnTo>
                  <a:pt x="2121408" y="549549"/>
                </a:lnTo>
                <a:lnTo>
                  <a:pt x="2487168" y="531820"/>
                </a:lnTo>
                <a:lnTo>
                  <a:pt x="2944368" y="900942"/>
                </a:lnTo>
                <a:lnTo>
                  <a:pt x="3429000" y="788411"/>
                </a:lnTo>
                <a:lnTo>
                  <a:pt x="3840480" y="398583"/>
                </a:lnTo>
                <a:lnTo>
                  <a:pt x="4315968" y="227901"/>
                </a:lnTo>
                <a:lnTo>
                  <a:pt x="4754880" y="80478"/>
                </a:lnTo>
                <a:lnTo>
                  <a:pt x="5212080" y="364102"/>
                </a:lnTo>
                <a:lnTo>
                  <a:pt x="5623560" y="394692"/>
                </a:lnTo>
                <a:lnTo>
                  <a:pt x="6053328" y="226250"/>
                </a:lnTo>
                <a:lnTo>
                  <a:pt x="6446520" y="495236"/>
                </a:lnTo>
                <a:lnTo>
                  <a:pt x="6949440" y="735339"/>
                </a:lnTo>
                <a:lnTo>
                  <a:pt x="7452360" y="925475"/>
                </a:lnTo>
                <a:lnTo>
                  <a:pt x="7955279" y="629255"/>
                </a:lnTo>
                <a:lnTo>
                  <a:pt x="8458200" y="222317"/>
                </a:lnTo>
                <a:lnTo>
                  <a:pt x="8915400" y="358180"/>
                </a:lnTo>
                <a:lnTo>
                  <a:pt x="9436608" y="236701"/>
                </a:lnTo>
                <a:lnTo>
                  <a:pt x="9921240" y="290787"/>
                </a:lnTo>
                <a:lnTo>
                  <a:pt x="10424160" y="149577"/>
                </a:lnTo>
                <a:lnTo>
                  <a:pt x="10972800" y="646414"/>
                </a:lnTo>
                <a:lnTo>
                  <a:pt x="11475720" y="892971"/>
                </a:lnTo>
                <a:lnTo>
                  <a:pt x="12188952" y="688790"/>
                </a:lnTo>
                <a:lnTo>
                  <a:pt x="12191695" y="3343362"/>
                </a:lnTo>
                <a:close/>
              </a:path>
            </a:pathLst>
          </a:custGeom>
          <a:solidFill>
            <a:srgbClr val="0F4165">
              <a:alpha val="8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背景_山体层_3"/>
          <p:cNvSpPr/>
          <p:nvPr/>
        </p:nvSpPr>
        <p:spPr>
          <a:xfrm>
            <a:off x="0" y="3810785"/>
            <a:ext cx="12191695" cy="3047215"/>
          </a:xfrm>
          <a:custGeom>
            <a:avLst/>
            <a:gdLst/>
            <a:ahLst/>
            <a:cxnLst/>
            <a:rect l="l" t="t" r="r" b="b"/>
            <a:pathLst>
              <a:path w="12191695" h="3047215">
                <a:moveTo>
                  <a:pt x="0" y="3047215"/>
                </a:moveTo>
                <a:lnTo>
                  <a:pt x="0" y="0"/>
                </a:lnTo>
                <a:lnTo>
                  <a:pt x="384048" y="183268"/>
                </a:lnTo>
                <a:lnTo>
                  <a:pt x="804672" y="615808"/>
                </a:lnTo>
                <a:lnTo>
                  <a:pt x="1188720" y="569560"/>
                </a:lnTo>
                <a:lnTo>
                  <a:pt x="1572768" y="550615"/>
                </a:lnTo>
                <a:lnTo>
                  <a:pt x="1965960" y="697285"/>
                </a:lnTo>
                <a:lnTo>
                  <a:pt x="2377440" y="690214"/>
                </a:lnTo>
                <a:lnTo>
                  <a:pt x="2788920" y="841443"/>
                </a:lnTo>
                <a:lnTo>
                  <a:pt x="3154680" y="781352"/>
                </a:lnTo>
                <a:lnTo>
                  <a:pt x="3611880" y="210878"/>
                </a:lnTo>
                <a:lnTo>
                  <a:pt x="4041648" y="121860"/>
                </a:lnTo>
                <a:lnTo>
                  <a:pt x="4443984" y="207229"/>
                </a:lnTo>
                <a:lnTo>
                  <a:pt x="4846320" y="285864"/>
                </a:lnTo>
                <a:lnTo>
                  <a:pt x="5303520" y="545930"/>
                </a:lnTo>
                <a:lnTo>
                  <a:pt x="5724144" y="414374"/>
                </a:lnTo>
                <a:lnTo>
                  <a:pt x="6144768" y="498172"/>
                </a:lnTo>
                <a:lnTo>
                  <a:pt x="6565392" y="890948"/>
                </a:lnTo>
                <a:lnTo>
                  <a:pt x="6967728" y="864269"/>
                </a:lnTo>
                <a:lnTo>
                  <a:pt x="7388352" y="739645"/>
                </a:lnTo>
                <a:lnTo>
                  <a:pt x="7790688" y="472346"/>
                </a:lnTo>
                <a:lnTo>
                  <a:pt x="8211312" y="97453"/>
                </a:lnTo>
                <a:lnTo>
                  <a:pt x="8641080" y="290337"/>
                </a:lnTo>
                <a:lnTo>
                  <a:pt x="9070848" y="377208"/>
                </a:lnTo>
                <a:lnTo>
                  <a:pt x="9491472" y="240901"/>
                </a:lnTo>
                <a:lnTo>
                  <a:pt x="9930384" y="374971"/>
                </a:lnTo>
                <a:lnTo>
                  <a:pt x="10387584" y="445894"/>
                </a:lnTo>
                <a:lnTo>
                  <a:pt x="10808208" y="811393"/>
                </a:lnTo>
                <a:lnTo>
                  <a:pt x="11292840" y="898375"/>
                </a:lnTo>
                <a:lnTo>
                  <a:pt x="12188952" y="459186"/>
                </a:lnTo>
                <a:lnTo>
                  <a:pt x="12191695" y="3047215"/>
                </a:lnTo>
                <a:close/>
              </a:path>
            </a:pathLst>
          </a:custGeom>
          <a:solidFill>
            <a:srgbClr val="0A3456">
              <a:alpha val="9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背景_数据光柱_1"/>
          <p:cNvCxnSpPr/>
          <p:nvPr/>
        </p:nvCxnSpPr>
        <p:spPr>
          <a:xfrm>
            <a:off x="502920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背景_光柱节点_1"/>
          <p:cNvSpPr/>
          <p:nvPr/>
        </p:nvSpPr>
        <p:spPr>
          <a:xfrm>
            <a:off x="480060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背景_数据光柱_2"/>
          <p:cNvCxnSpPr/>
          <p:nvPr/>
        </p:nvCxnSpPr>
        <p:spPr>
          <a:xfrm>
            <a:off x="749808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背景_光柱节点_2"/>
          <p:cNvSpPr/>
          <p:nvPr/>
        </p:nvSpPr>
        <p:spPr>
          <a:xfrm>
            <a:off x="726947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背景_数据光柱_3"/>
          <p:cNvCxnSpPr/>
          <p:nvPr/>
        </p:nvCxnSpPr>
        <p:spPr>
          <a:xfrm>
            <a:off x="969264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背景_光柱节点_3"/>
          <p:cNvSpPr/>
          <p:nvPr/>
        </p:nvSpPr>
        <p:spPr>
          <a:xfrm>
            <a:off x="946404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背景_数据光柱_4"/>
          <p:cNvCxnSpPr/>
          <p:nvPr/>
        </p:nvCxnSpPr>
        <p:spPr>
          <a:xfrm>
            <a:off x="10954512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背景_光柱节点_4"/>
          <p:cNvSpPr/>
          <p:nvPr/>
        </p:nvSpPr>
        <p:spPr>
          <a:xfrm>
            <a:off x="10931652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背景_数据光柱_5"/>
          <p:cNvCxnSpPr/>
          <p:nvPr/>
        </p:nvCxnSpPr>
        <p:spPr>
          <a:xfrm>
            <a:off x="11201400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背景_光柱节点_5"/>
          <p:cNvSpPr/>
          <p:nvPr/>
        </p:nvSpPr>
        <p:spPr>
          <a:xfrm>
            <a:off x="11178540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背景_数据光柱_6"/>
          <p:cNvCxnSpPr/>
          <p:nvPr/>
        </p:nvCxnSpPr>
        <p:spPr>
          <a:xfrm>
            <a:off x="11475720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背景_光柱节点_6"/>
          <p:cNvSpPr/>
          <p:nvPr/>
        </p:nvSpPr>
        <p:spPr>
          <a:xfrm>
            <a:off x="11452860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背景_地面暗层"/>
          <p:cNvSpPr/>
          <p:nvPr/>
        </p:nvSpPr>
        <p:spPr>
          <a:xfrm>
            <a:off x="0" y="4617720"/>
            <a:ext cx="12191695" cy="2240280"/>
          </a:xfrm>
          <a:prstGeom prst="rect">
            <a:avLst/>
          </a:prstGeom>
          <a:solidFill>
            <a:srgbClr val="062742">
              <a:alpha val="9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背景_光路底_0"/>
          <p:cNvCxnSpPr/>
          <p:nvPr/>
        </p:nvCxnSpPr>
        <p:spPr>
          <a:xfrm>
            <a:off x="155447" y="5500116"/>
            <a:ext cx="495301" cy="2269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背景_光路亮线_0"/>
          <p:cNvCxnSpPr/>
          <p:nvPr/>
        </p:nvCxnSpPr>
        <p:spPr>
          <a:xfrm>
            <a:off x="155447" y="5500116"/>
            <a:ext cx="495301" cy="2269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背景_光路底_0"/>
          <p:cNvCxnSpPr/>
          <p:nvPr/>
        </p:nvCxnSpPr>
        <p:spPr>
          <a:xfrm>
            <a:off x="650748" y="5522814"/>
            <a:ext cx="495299" cy="15742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背景_光路亮线_0"/>
          <p:cNvCxnSpPr/>
          <p:nvPr/>
        </p:nvCxnSpPr>
        <p:spPr>
          <a:xfrm>
            <a:off x="650748" y="5522814"/>
            <a:ext cx="495299" cy="15742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背景_光路底_0"/>
          <p:cNvCxnSpPr/>
          <p:nvPr/>
        </p:nvCxnSpPr>
        <p:spPr>
          <a:xfrm>
            <a:off x="1146047" y="5538556"/>
            <a:ext cx="495301" cy="38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背景_光路亮线_0"/>
          <p:cNvCxnSpPr/>
          <p:nvPr/>
        </p:nvCxnSpPr>
        <p:spPr>
          <a:xfrm>
            <a:off x="1146047" y="5538556"/>
            <a:ext cx="495301" cy="38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背景_光路底_0"/>
          <p:cNvCxnSpPr/>
          <p:nvPr/>
        </p:nvCxnSpPr>
        <p:spPr>
          <a:xfrm flipV="1">
            <a:off x="1641348" y="5518748"/>
            <a:ext cx="495299" cy="2019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背景_光路亮线_0"/>
          <p:cNvCxnSpPr/>
          <p:nvPr/>
        </p:nvCxnSpPr>
        <p:spPr>
          <a:xfrm flipV="1">
            <a:off x="1641348" y="5518748"/>
            <a:ext cx="495299" cy="2019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背景_光路底_0"/>
          <p:cNvCxnSpPr/>
          <p:nvPr/>
        </p:nvCxnSpPr>
        <p:spPr>
          <a:xfrm flipV="1">
            <a:off x="2136647" y="5476807"/>
            <a:ext cx="495301" cy="4194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背景_光路亮线_0"/>
          <p:cNvCxnSpPr/>
          <p:nvPr/>
        </p:nvCxnSpPr>
        <p:spPr>
          <a:xfrm flipV="1">
            <a:off x="2136647" y="5476807"/>
            <a:ext cx="495301" cy="4194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背景_光路底_0"/>
          <p:cNvCxnSpPr/>
          <p:nvPr/>
        </p:nvCxnSpPr>
        <p:spPr>
          <a:xfrm flipV="1">
            <a:off x="2631948" y="5416224"/>
            <a:ext cx="495300" cy="6058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背景_光路亮线_0"/>
          <p:cNvCxnSpPr/>
          <p:nvPr/>
        </p:nvCxnSpPr>
        <p:spPr>
          <a:xfrm flipV="1">
            <a:off x="2631948" y="5416224"/>
            <a:ext cx="495300" cy="6058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背景_光路底_0"/>
          <p:cNvCxnSpPr/>
          <p:nvPr/>
        </p:nvCxnSpPr>
        <p:spPr>
          <a:xfrm flipV="1">
            <a:off x="3127248" y="5343834"/>
            <a:ext cx="495300" cy="7239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背景_光路亮线_0"/>
          <p:cNvCxnSpPr/>
          <p:nvPr/>
        </p:nvCxnSpPr>
        <p:spPr>
          <a:xfrm flipV="1">
            <a:off x="3127248" y="5343834"/>
            <a:ext cx="495300" cy="7239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背景_光路底_0"/>
          <p:cNvCxnSpPr/>
          <p:nvPr/>
        </p:nvCxnSpPr>
        <p:spPr>
          <a:xfrm flipV="1">
            <a:off x="3622548" y="5269035"/>
            <a:ext cx="495299" cy="74799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背景_光路亮线_0"/>
          <p:cNvCxnSpPr/>
          <p:nvPr/>
        </p:nvCxnSpPr>
        <p:spPr>
          <a:xfrm flipV="1">
            <a:off x="3622548" y="5269035"/>
            <a:ext cx="495299" cy="74799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背景_光路底_0"/>
          <p:cNvCxnSpPr/>
          <p:nvPr/>
        </p:nvCxnSpPr>
        <p:spPr>
          <a:xfrm flipV="1">
            <a:off x="4117847" y="5202181"/>
            <a:ext cx="495301" cy="66854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背景_光路亮线_0"/>
          <p:cNvCxnSpPr/>
          <p:nvPr/>
        </p:nvCxnSpPr>
        <p:spPr>
          <a:xfrm flipV="1">
            <a:off x="4117847" y="5202181"/>
            <a:ext cx="495301" cy="66854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背景_光路底_0"/>
          <p:cNvCxnSpPr/>
          <p:nvPr/>
        </p:nvCxnSpPr>
        <p:spPr>
          <a:xfrm flipV="1">
            <a:off x="4613148" y="5152812"/>
            <a:ext cx="495300" cy="49369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背景_光路亮线_0"/>
          <p:cNvCxnSpPr/>
          <p:nvPr/>
        </p:nvCxnSpPr>
        <p:spPr>
          <a:xfrm flipV="1">
            <a:off x="4613148" y="5152812"/>
            <a:ext cx="495300" cy="49369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背景_光路底_0"/>
          <p:cNvCxnSpPr/>
          <p:nvPr/>
        </p:nvCxnSpPr>
        <p:spPr>
          <a:xfrm flipV="1">
            <a:off x="5108448" y="5128016"/>
            <a:ext cx="495300" cy="24796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背景_光路亮线_0"/>
          <p:cNvCxnSpPr/>
          <p:nvPr/>
        </p:nvCxnSpPr>
        <p:spPr>
          <a:xfrm flipV="1">
            <a:off x="5108448" y="5128016"/>
            <a:ext cx="495300" cy="24796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背景_光路底_0"/>
          <p:cNvCxnSpPr/>
          <p:nvPr/>
        </p:nvCxnSpPr>
        <p:spPr>
          <a:xfrm>
            <a:off x="5603748" y="5128016"/>
            <a:ext cx="495300" cy="320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背景_光路亮线_0"/>
          <p:cNvCxnSpPr/>
          <p:nvPr/>
        </p:nvCxnSpPr>
        <p:spPr>
          <a:xfrm>
            <a:off x="5603748" y="5128016"/>
            <a:ext cx="495300" cy="320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背景_光路底_0"/>
          <p:cNvCxnSpPr/>
          <p:nvPr/>
        </p:nvCxnSpPr>
        <p:spPr>
          <a:xfrm>
            <a:off x="6099048" y="5131221"/>
            <a:ext cx="495299" cy="3038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背景_光路亮线_0"/>
          <p:cNvCxnSpPr/>
          <p:nvPr/>
        </p:nvCxnSpPr>
        <p:spPr>
          <a:xfrm>
            <a:off x="6099048" y="5131221"/>
            <a:ext cx="495299" cy="3038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背景_光路底_0"/>
          <p:cNvCxnSpPr/>
          <p:nvPr/>
        </p:nvCxnSpPr>
        <p:spPr>
          <a:xfrm>
            <a:off x="6594347" y="5161608"/>
            <a:ext cx="495301" cy="5264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背景_光路亮线_0"/>
          <p:cNvCxnSpPr/>
          <p:nvPr/>
        </p:nvCxnSpPr>
        <p:spPr>
          <a:xfrm>
            <a:off x="6594347" y="5161608"/>
            <a:ext cx="495301" cy="5264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背景_光路底_0"/>
          <p:cNvCxnSpPr/>
          <p:nvPr/>
        </p:nvCxnSpPr>
        <p:spPr>
          <a:xfrm>
            <a:off x="7089648" y="5214248"/>
            <a:ext cx="495300" cy="6670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背景_光路亮线_0"/>
          <p:cNvCxnSpPr/>
          <p:nvPr/>
        </p:nvCxnSpPr>
        <p:spPr>
          <a:xfrm>
            <a:off x="7089648" y="5214248"/>
            <a:ext cx="495300" cy="6670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背景_光路底_0"/>
          <p:cNvCxnSpPr/>
          <p:nvPr/>
        </p:nvCxnSpPr>
        <p:spPr>
          <a:xfrm>
            <a:off x="7584948" y="5280949"/>
            <a:ext cx="495299" cy="70706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背景_光路亮线_0"/>
          <p:cNvCxnSpPr/>
          <p:nvPr/>
        </p:nvCxnSpPr>
        <p:spPr>
          <a:xfrm>
            <a:off x="7584948" y="5280949"/>
            <a:ext cx="495299" cy="70706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背景_光路底_0"/>
          <p:cNvCxnSpPr/>
          <p:nvPr/>
        </p:nvCxnSpPr>
        <p:spPr>
          <a:xfrm>
            <a:off x="8080247" y="5351655"/>
            <a:ext cx="495301" cy="6451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背景_光路亮线_0"/>
          <p:cNvCxnSpPr/>
          <p:nvPr/>
        </p:nvCxnSpPr>
        <p:spPr>
          <a:xfrm>
            <a:off x="8080247" y="5351655"/>
            <a:ext cx="495301" cy="6451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背景_光路底_0"/>
          <p:cNvCxnSpPr/>
          <p:nvPr/>
        </p:nvCxnSpPr>
        <p:spPr>
          <a:xfrm>
            <a:off x="8575548" y="5416170"/>
            <a:ext cx="495300" cy="49729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背景_光路亮线_0"/>
          <p:cNvCxnSpPr/>
          <p:nvPr/>
        </p:nvCxnSpPr>
        <p:spPr>
          <a:xfrm>
            <a:off x="8575548" y="5416170"/>
            <a:ext cx="495300" cy="49729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背景_光路底_0"/>
          <p:cNvCxnSpPr/>
          <p:nvPr/>
        </p:nvCxnSpPr>
        <p:spPr>
          <a:xfrm>
            <a:off x="9070848" y="5465899"/>
            <a:ext cx="495300" cy="2942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背景_光路亮线_0"/>
          <p:cNvCxnSpPr/>
          <p:nvPr/>
        </p:nvCxnSpPr>
        <p:spPr>
          <a:xfrm>
            <a:off x="9070848" y="5465899"/>
            <a:ext cx="495300" cy="2942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背景_光路底_0"/>
          <p:cNvCxnSpPr/>
          <p:nvPr/>
        </p:nvCxnSpPr>
        <p:spPr>
          <a:xfrm>
            <a:off x="9566148" y="5495320"/>
            <a:ext cx="495300" cy="761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背景_光路亮线_0"/>
          <p:cNvCxnSpPr/>
          <p:nvPr/>
        </p:nvCxnSpPr>
        <p:spPr>
          <a:xfrm>
            <a:off x="9566148" y="5495320"/>
            <a:ext cx="495300" cy="761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背景_光路底_0"/>
          <p:cNvCxnSpPr/>
          <p:nvPr/>
        </p:nvCxnSpPr>
        <p:spPr>
          <a:xfrm flipV="1">
            <a:off x="10061448" y="5491503"/>
            <a:ext cx="495300" cy="1142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背景_光路亮线_0"/>
          <p:cNvCxnSpPr/>
          <p:nvPr/>
        </p:nvCxnSpPr>
        <p:spPr>
          <a:xfrm flipV="1">
            <a:off x="10061448" y="5491503"/>
            <a:ext cx="495300" cy="1142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背景_光路底_0"/>
          <p:cNvCxnSpPr/>
          <p:nvPr/>
        </p:nvCxnSpPr>
        <p:spPr>
          <a:xfrm flipV="1">
            <a:off x="10556748" y="5467610"/>
            <a:ext cx="495300" cy="2389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背景_光路亮线_0"/>
          <p:cNvCxnSpPr/>
          <p:nvPr/>
        </p:nvCxnSpPr>
        <p:spPr>
          <a:xfrm flipV="1">
            <a:off x="10556748" y="5467610"/>
            <a:ext cx="495300" cy="2389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背景_光路底_0"/>
          <p:cNvCxnSpPr/>
          <p:nvPr/>
        </p:nvCxnSpPr>
        <p:spPr>
          <a:xfrm flipV="1">
            <a:off x="11052048" y="5440503"/>
            <a:ext cx="495300" cy="2710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背景_光路亮线_0"/>
          <p:cNvCxnSpPr/>
          <p:nvPr/>
        </p:nvCxnSpPr>
        <p:spPr>
          <a:xfrm flipV="1">
            <a:off x="11052048" y="5440503"/>
            <a:ext cx="495300" cy="2710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背景_光路底_0"/>
          <p:cNvCxnSpPr/>
          <p:nvPr/>
        </p:nvCxnSpPr>
        <p:spPr>
          <a:xfrm flipV="1">
            <a:off x="11547348" y="5420523"/>
            <a:ext cx="495300" cy="1998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背景_光路亮线_0"/>
          <p:cNvCxnSpPr/>
          <p:nvPr/>
        </p:nvCxnSpPr>
        <p:spPr>
          <a:xfrm flipV="1">
            <a:off x="11547348" y="5420523"/>
            <a:ext cx="495300" cy="1998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背景_光路底_1"/>
          <p:cNvCxnSpPr/>
          <p:nvPr/>
        </p:nvCxnSpPr>
        <p:spPr>
          <a:xfrm flipV="1">
            <a:off x="155447" y="5658465"/>
            <a:ext cx="495301" cy="1505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背景_光路亮线_1"/>
          <p:cNvCxnSpPr/>
          <p:nvPr/>
        </p:nvCxnSpPr>
        <p:spPr>
          <a:xfrm flipV="1">
            <a:off x="155447" y="5658465"/>
            <a:ext cx="495301" cy="1505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背景_光路底_1"/>
          <p:cNvCxnSpPr/>
          <p:nvPr/>
        </p:nvCxnSpPr>
        <p:spPr>
          <a:xfrm flipV="1">
            <a:off x="650748" y="5621848"/>
            <a:ext cx="495299" cy="3661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背景_光路亮线_1"/>
          <p:cNvCxnSpPr/>
          <p:nvPr/>
        </p:nvCxnSpPr>
        <p:spPr>
          <a:xfrm flipV="1">
            <a:off x="650748" y="5621848"/>
            <a:ext cx="495299" cy="3661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背景_光路底_1"/>
          <p:cNvCxnSpPr/>
          <p:nvPr/>
        </p:nvCxnSpPr>
        <p:spPr>
          <a:xfrm flipV="1">
            <a:off x="1146047" y="5564230"/>
            <a:ext cx="495301" cy="5761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背景_光路亮线_1"/>
          <p:cNvCxnSpPr/>
          <p:nvPr/>
        </p:nvCxnSpPr>
        <p:spPr>
          <a:xfrm flipV="1">
            <a:off x="1146047" y="5564230"/>
            <a:ext cx="495301" cy="5761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背景_光路底_1"/>
          <p:cNvCxnSpPr/>
          <p:nvPr/>
        </p:nvCxnSpPr>
        <p:spPr>
          <a:xfrm flipV="1">
            <a:off x="1641348" y="5490308"/>
            <a:ext cx="495299" cy="73922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背景_光路亮线_1"/>
          <p:cNvCxnSpPr/>
          <p:nvPr/>
        </p:nvCxnSpPr>
        <p:spPr>
          <a:xfrm flipV="1">
            <a:off x="1641348" y="5490308"/>
            <a:ext cx="495299" cy="73922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背景_光路底_1"/>
          <p:cNvCxnSpPr/>
          <p:nvPr/>
        </p:nvCxnSpPr>
        <p:spPr>
          <a:xfrm flipV="1">
            <a:off x="2136647" y="5408114"/>
            <a:ext cx="495301" cy="82194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背景_光路亮线_1"/>
          <p:cNvCxnSpPr/>
          <p:nvPr/>
        </p:nvCxnSpPr>
        <p:spPr>
          <a:xfrm flipV="1">
            <a:off x="2136647" y="5408114"/>
            <a:ext cx="495301" cy="82194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背景_光路底_1"/>
          <p:cNvCxnSpPr/>
          <p:nvPr/>
        </p:nvCxnSpPr>
        <p:spPr>
          <a:xfrm flipV="1">
            <a:off x="2631948" y="5327637"/>
            <a:ext cx="495300" cy="8047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背景_光路亮线_1"/>
          <p:cNvCxnSpPr/>
          <p:nvPr/>
        </p:nvCxnSpPr>
        <p:spPr>
          <a:xfrm flipV="1">
            <a:off x="2631948" y="5327637"/>
            <a:ext cx="495300" cy="8047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背景_光路底_1"/>
          <p:cNvCxnSpPr/>
          <p:nvPr/>
        </p:nvCxnSpPr>
        <p:spPr>
          <a:xfrm flipV="1">
            <a:off x="3127248" y="5259116"/>
            <a:ext cx="495300" cy="6852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背景_光路亮线_1"/>
          <p:cNvCxnSpPr/>
          <p:nvPr/>
        </p:nvCxnSpPr>
        <p:spPr>
          <a:xfrm flipV="1">
            <a:off x="3127248" y="5259116"/>
            <a:ext cx="495300" cy="6852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背景_光路底_1"/>
          <p:cNvCxnSpPr/>
          <p:nvPr/>
        </p:nvCxnSpPr>
        <p:spPr>
          <a:xfrm flipV="1">
            <a:off x="3622548" y="5211289"/>
            <a:ext cx="495299" cy="4782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背景_光路亮线_1"/>
          <p:cNvCxnSpPr/>
          <p:nvPr/>
        </p:nvCxnSpPr>
        <p:spPr>
          <a:xfrm flipV="1">
            <a:off x="3622548" y="5211289"/>
            <a:ext cx="495299" cy="4782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背景_光路底_1"/>
          <p:cNvCxnSpPr/>
          <p:nvPr/>
        </p:nvCxnSpPr>
        <p:spPr>
          <a:xfrm flipV="1">
            <a:off x="4117847" y="5189894"/>
            <a:ext cx="495301" cy="2139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背景_光路亮线_1"/>
          <p:cNvCxnSpPr/>
          <p:nvPr/>
        </p:nvCxnSpPr>
        <p:spPr>
          <a:xfrm flipV="1">
            <a:off x="4117847" y="5189894"/>
            <a:ext cx="495301" cy="2139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背景_光路底_1"/>
          <p:cNvCxnSpPr/>
          <p:nvPr/>
        </p:nvCxnSpPr>
        <p:spPr>
          <a:xfrm>
            <a:off x="4613148" y="5189894"/>
            <a:ext cx="495300" cy="679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背景_光路亮线_1"/>
          <p:cNvCxnSpPr/>
          <p:nvPr/>
        </p:nvCxnSpPr>
        <p:spPr>
          <a:xfrm>
            <a:off x="4613148" y="5189894"/>
            <a:ext cx="495300" cy="679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背景_光路底_1"/>
          <p:cNvCxnSpPr/>
          <p:nvPr/>
        </p:nvCxnSpPr>
        <p:spPr>
          <a:xfrm>
            <a:off x="5108448" y="5196692"/>
            <a:ext cx="495300" cy="3246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背景_光路亮线_1"/>
          <p:cNvCxnSpPr/>
          <p:nvPr/>
        </p:nvCxnSpPr>
        <p:spPr>
          <a:xfrm>
            <a:off x="5108448" y="5196692"/>
            <a:ext cx="495300" cy="3246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背景_光路底_1"/>
          <p:cNvCxnSpPr/>
          <p:nvPr/>
        </p:nvCxnSpPr>
        <p:spPr>
          <a:xfrm>
            <a:off x="5603748" y="5229160"/>
            <a:ext cx="495300" cy="5176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背景_光路亮线_1"/>
          <p:cNvCxnSpPr/>
          <p:nvPr/>
        </p:nvCxnSpPr>
        <p:spPr>
          <a:xfrm>
            <a:off x="5603748" y="5229160"/>
            <a:ext cx="495300" cy="5176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背景_光路底_1"/>
          <p:cNvCxnSpPr/>
          <p:nvPr/>
        </p:nvCxnSpPr>
        <p:spPr>
          <a:xfrm>
            <a:off x="6099048" y="5280928"/>
            <a:ext cx="495299" cy="6193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背景_光路亮线_1"/>
          <p:cNvCxnSpPr/>
          <p:nvPr/>
        </p:nvCxnSpPr>
        <p:spPr>
          <a:xfrm>
            <a:off x="6099048" y="5280928"/>
            <a:ext cx="495299" cy="6193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背景_光路底_1"/>
          <p:cNvCxnSpPr/>
          <p:nvPr/>
        </p:nvCxnSpPr>
        <p:spPr>
          <a:xfrm>
            <a:off x="6594347" y="5342866"/>
            <a:ext cx="495301" cy="6178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背景_光路亮线_1"/>
          <p:cNvCxnSpPr/>
          <p:nvPr/>
        </p:nvCxnSpPr>
        <p:spPr>
          <a:xfrm>
            <a:off x="6594347" y="5342866"/>
            <a:ext cx="495301" cy="6178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背景_光路底_1"/>
          <p:cNvCxnSpPr/>
          <p:nvPr/>
        </p:nvCxnSpPr>
        <p:spPr>
          <a:xfrm>
            <a:off x="7089648" y="5404647"/>
            <a:ext cx="495300" cy="5186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背景_光路亮线_1"/>
          <p:cNvCxnSpPr/>
          <p:nvPr/>
        </p:nvCxnSpPr>
        <p:spPr>
          <a:xfrm>
            <a:off x="7089648" y="5404647"/>
            <a:ext cx="495300" cy="5186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背景_光路底_1"/>
          <p:cNvCxnSpPr/>
          <p:nvPr/>
        </p:nvCxnSpPr>
        <p:spPr>
          <a:xfrm>
            <a:off x="7584948" y="5456515"/>
            <a:ext cx="495299" cy="3443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背景_光路亮线_1"/>
          <p:cNvCxnSpPr/>
          <p:nvPr/>
        </p:nvCxnSpPr>
        <p:spPr>
          <a:xfrm>
            <a:off x="7584948" y="5456515"/>
            <a:ext cx="495299" cy="3443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背景_光路底_1"/>
          <p:cNvCxnSpPr/>
          <p:nvPr/>
        </p:nvCxnSpPr>
        <p:spPr>
          <a:xfrm>
            <a:off x="8080247" y="5490952"/>
            <a:ext cx="495301" cy="13016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背景_光路亮线_1"/>
          <p:cNvCxnSpPr/>
          <p:nvPr/>
        </p:nvCxnSpPr>
        <p:spPr>
          <a:xfrm>
            <a:off x="8080247" y="5490952"/>
            <a:ext cx="495301" cy="13016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背景_光路底_1"/>
          <p:cNvCxnSpPr/>
          <p:nvPr/>
        </p:nvCxnSpPr>
        <p:spPr>
          <a:xfrm flipV="1">
            <a:off x="8575548" y="5495779"/>
            <a:ext cx="495300" cy="8189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背景_光路亮线_1"/>
          <p:cNvCxnSpPr/>
          <p:nvPr/>
        </p:nvCxnSpPr>
        <p:spPr>
          <a:xfrm flipV="1">
            <a:off x="8575548" y="5495779"/>
            <a:ext cx="495300" cy="8189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背景_光路底_1"/>
          <p:cNvCxnSpPr/>
          <p:nvPr/>
        </p:nvCxnSpPr>
        <p:spPr>
          <a:xfrm flipV="1">
            <a:off x="9070848" y="5470776"/>
            <a:ext cx="495300" cy="2500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背景_光路亮线_1"/>
          <p:cNvCxnSpPr/>
          <p:nvPr/>
        </p:nvCxnSpPr>
        <p:spPr>
          <a:xfrm flipV="1">
            <a:off x="9070848" y="5470776"/>
            <a:ext cx="495300" cy="2500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背景_光路底_1"/>
          <p:cNvCxnSpPr/>
          <p:nvPr/>
        </p:nvCxnSpPr>
        <p:spPr>
          <a:xfrm flipV="1">
            <a:off x="9566148" y="5436768"/>
            <a:ext cx="495300" cy="3400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背景_光路亮线_1"/>
          <p:cNvCxnSpPr/>
          <p:nvPr/>
        </p:nvCxnSpPr>
        <p:spPr>
          <a:xfrm flipV="1">
            <a:off x="9566148" y="5436768"/>
            <a:ext cx="495300" cy="3400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背景_光路底_1"/>
          <p:cNvCxnSpPr/>
          <p:nvPr/>
        </p:nvCxnSpPr>
        <p:spPr>
          <a:xfrm flipV="1">
            <a:off x="10061448" y="5403648"/>
            <a:ext cx="495300" cy="3312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背景_光路亮线_1"/>
          <p:cNvCxnSpPr/>
          <p:nvPr/>
        </p:nvCxnSpPr>
        <p:spPr>
          <a:xfrm flipV="1">
            <a:off x="10061448" y="5403648"/>
            <a:ext cx="495300" cy="3312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背景_光路底_1"/>
          <p:cNvCxnSpPr/>
          <p:nvPr/>
        </p:nvCxnSpPr>
        <p:spPr>
          <a:xfrm flipV="1">
            <a:off x="10556748" y="5381703"/>
            <a:ext cx="495300" cy="2194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背景_光路亮线_1"/>
          <p:cNvCxnSpPr/>
          <p:nvPr/>
        </p:nvCxnSpPr>
        <p:spPr>
          <a:xfrm flipV="1">
            <a:off x="10556748" y="5381703"/>
            <a:ext cx="495300" cy="2194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背景_光路底_1"/>
          <p:cNvCxnSpPr/>
          <p:nvPr/>
        </p:nvCxnSpPr>
        <p:spPr>
          <a:xfrm flipV="1">
            <a:off x="11052048" y="5379848"/>
            <a:ext cx="495300" cy="185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背景_光路亮线_1"/>
          <p:cNvCxnSpPr/>
          <p:nvPr/>
        </p:nvCxnSpPr>
        <p:spPr>
          <a:xfrm flipV="1">
            <a:off x="11052048" y="5379848"/>
            <a:ext cx="495300" cy="185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背景_光路底_1"/>
          <p:cNvCxnSpPr/>
          <p:nvPr/>
        </p:nvCxnSpPr>
        <p:spPr>
          <a:xfrm>
            <a:off x="11547348" y="5379848"/>
            <a:ext cx="495300" cy="2425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背景_光路亮线_1"/>
          <p:cNvCxnSpPr/>
          <p:nvPr/>
        </p:nvCxnSpPr>
        <p:spPr>
          <a:xfrm>
            <a:off x="11547348" y="5379848"/>
            <a:ext cx="495300" cy="2425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背景_光路底_2"/>
          <p:cNvCxnSpPr/>
          <p:nvPr/>
        </p:nvCxnSpPr>
        <p:spPr>
          <a:xfrm flipV="1">
            <a:off x="155447" y="5661198"/>
            <a:ext cx="495301" cy="7253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背景_光路亮线_2"/>
          <p:cNvCxnSpPr/>
          <p:nvPr/>
        </p:nvCxnSpPr>
        <p:spPr>
          <a:xfrm flipV="1">
            <a:off x="155447" y="5661198"/>
            <a:ext cx="495301" cy="7253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背景_光路底_2"/>
          <p:cNvCxnSpPr/>
          <p:nvPr/>
        </p:nvCxnSpPr>
        <p:spPr>
          <a:xfrm flipV="1">
            <a:off x="650748" y="5575238"/>
            <a:ext cx="495299" cy="8596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背景_光路亮线_2"/>
          <p:cNvCxnSpPr/>
          <p:nvPr/>
        </p:nvCxnSpPr>
        <p:spPr>
          <a:xfrm flipV="1">
            <a:off x="650748" y="5575238"/>
            <a:ext cx="495299" cy="8596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背景_光路底_2"/>
          <p:cNvCxnSpPr/>
          <p:nvPr/>
        </p:nvCxnSpPr>
        <p:spPr>
          <a:xfrm flipV="1">
            <a:off x="1146047" y="5484858"/>
            <a:ext cx="495301" cy="9038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背景_光路亮线_2"/>
          <p:cNvCxnSpPr/>
          <p:nvPr/>
        </p:nvCxnSpPr>
        <p:spPr>
          <a:xfrm flipV="1">
            <a:off x="1146047" y="5484858"/>
            <a:ext cx="495301" cy="9038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背景_光路底_2"/>
          <p:cNvCxnSpPr/>
          <p:nvPr/>
        </p:nvCxnSpPr>
        <p:spPr>
          <a:xfrm flipV="1">
            <a:off x="1641348" y="5400361"/>
            <a:ext cx="495299" cy="8449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背景_光路亮线_2"/>
          <p:cNvCxnSpPr/>
          <p:nvPr/>
        </p:nvCxnSpPr>
        <p:spPr>
          <a:xfrm flipV="1">
            <a:off x="1641348" y="5400361"/>
            <a:ext cx="495299" cy="8449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背景_光路底_2"/>
          <p:cNvCxnSpPr/>
          <p:nvPr/>
        </p:nvCxnSpPr>
        <p:spPr>
          <a:xfrm flipV="1">
            <a:off x="2136647" y="5331588"/>
            <a:ext cx="495301" cy="6877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背景_光路亮线_2"/>
          <p:cNvCxnSpPr/>
          <p:nvPr/>
        </p:nvCxnSpPr>
        <p:spPr>
          <a:xfrm flipV="1">
            <a:off x="2136647" y="5331588"/>
            <a:ext cx="495301" cy="6877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背景_光路底_2"/>
          <p:cNvCxnSpPr/>
          <p:nvPr/>
        </p:nvCxnSpPr>
        <p:spPr>
          <a:xfrm flipV="1">
            <a:off x="2631948" y="5286233"/>
            <a:ext cx="495300" cy="4535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背景_光路亮线_2"/>
          <p:cNvCxnSpPr/>
          <p:nvPr/>
        </p:nvCxnSpPr>
        <p:spPr>
          <a:xfrm flipV="1">
            <a:off x="2631948" y="5286233"/>
            <a:ext cx="495300" cy="4535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背景_光路底_2"/>
          <p:cNvCxnSpPr/>
          <p:nvPr/>
        </p:nvCxnSpPr>
        <p:spPr>
          <a:xfrm flipV="1">
            <a:off x="3127248" y="5268525"/>
            <a:ext cx="495300" cy="1770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背景_光路亮线_2"/>
          <p:cNvCxnSpPr/>
          <p:nvPr/>
        </p:nvCxnSpPr>
        <p:spPr>
          <a:xfrm flipV="1">
            <a:off x="3127248" y="5268525"/>
            <a:ext cx="495300" cy="1770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背景_光路底_2"/>
          <p:cNvCxnSpPr/>
          <p:nvPr/>
        </p:nvCxnSpPr>
        <p:spPr>
          <a:xfrm>
            <a:off x="3622548" y="5268525"/>
            <a:ext cx="495299" cy="998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背景_光路亮线_2"/>
          <p:cNvCxnSpPr/>
          <p:nvPr/>
        </p:nvCxnSpPr>
        <p:spPr>
          <a:xfrm>
            <a:off x="3622548" y="5268525"/>
            <a:ext cx="495299" cy="998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背景_光路底_2"/>
          <p:cNvCxnSpPr/>
          <p:nvPr/>
        </p:nvCxnSpPr>
        <p:spPr>
          <a:xfrm>
            <a:off x="4117847" y="5278506"/>
            <a:ext cx="495301" cy="3351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背景_光路亮线_2"/>
          <p:cNvCxnSpPr/>
          <p:nvPr/>
        </p:nvCxnSpPr>
        <p:spPr>
          <a:xfrm>
            <a:off x="4117847" y="5278506"/>
            <a:ext cx="495301" cy="3351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背景_光路底_2"/>
          <p:cNvCxnSpPr/>
          <p:nvPr/>
        </p:nvCxnSpPr>
        <p:spPr>
          <a:xfrm>
            <a:off x="4613148" y="5312024"/>
            <a:ext cx="495300" cy="4941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背景_光路亮线_2"/>
          <p:cNvCxnSpPr/>
          <p:nvPr/>
        </p:nvCxnSpPr>
        <p:spPr>
          <a:xfrm>
            <a:off x="4613148" y="5312024"/>
            <a:ext cx="495300" cy="4941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背景_光路底_2"/>
          <p:cNvCxnSpPr/>
          <p:nvPr/>
        </p:nvCxnSpPr>
        <p:spPr>
          <a:xfrm>
            <a:off x="5108448" y="5361441"/>
            <a:ext cx="495300" cy="55502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背景_光路亮线_2"/>
          <p:cNvCxnSpPr/>
          <p:nvPr/>
        </p:nvCxnSpPr>
        <p:spPr>
          <a:xfrm>
            <a:off x="5108448" y="5361441"/>
            <a:ext cx="495300" cy="55502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背景_光路底_2"/>
          <p:cNvCxnSpPr/>
          <p:nvPr/>
        </p:nvCxnSpPr>
        <p:spPr>
          <a:xfrm>
            <a:off x="5603748" y="5416943"/>
            <a:ext cx="495300" cy="51276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背景_光路亮线_2"/>
          <p:cNvCxnSpPr/>
          <p:nvPr/>
        </p:nvCxnSpPr>
        <p:spPr>
          <a:xfrm>
            <a:off x="5603748" y="5416943"/>
            <a:ext cx="495300" cy="51276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背景_光路底_2"/>
          <p:cNvCxnSpPr/>
          <p:nvPr/>
        </p:nvCxnSpPr>
        <p:spPr>
          <a:xfrm>
            <a:off x="6099048" y="5468219"/>
            <a:ext cx="495299" cy="38004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背景_光路亮线_2"/>
          <p:cNvCxnSpPr/>
          <p:nvPr/>
        </p:nvCxnSpPr>
        <p:spPr>
          <a:xfrm>
            <a:off x="6099048" y="5468219"/>
            <a:ext cx="495299" cy="38004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背景_光路底_2"/>
          <p:cNvCxnSpPr/>
          <p:nvPr/>
        </p:nvCxnSpPr>
        <p:spPr>
          <a:xfrm>
            <a:off x="6594347" y="5506223"/>
            <a:ext cx="495301" cy="18499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背景_光路亮线_2"/>
          <p:cNvCxnSpPr/>
          <p:nvPr/>
        </p:nvCxnSpPr>
        <p:spPr>
          <a:xfrm>
            <a:off x="6594347" y="5506223"/>
            <a:ext cx="495301" cy="18499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背景_光路底_2"/>
          <p:cNvCxnSpPr/>
          <p:nvPr/>
        </p:nvCxnSpPr>
        <p:spPr>
          <a:xfrm flipV="1">
            <a:off x="7089648" y="5521368"/>
            <a:ext cx="495300" cy="3354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背景_光路亮线_2"/>
          <p:cNvCxnSpPr/>
          <p:nvPr/>
        </p:nvCxnSpPr>
        <p:spPr>
          <a:xfrm flipV="1">
            <a:off x="7089648" y="5521368"/>
            <a:ext cx="495300" cy="3354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背景_光路底_2"/>
          <p:cNvCxnSpPr/>
          <p:nvPr/>
        </p:nvCxnSpPr>
        <p:spPr>
          <a:xfrm flipV="1">
            <a:off x="7584948" y="5498091"/>
            <a:ext cx="495299" cy="2327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背景_光路亮线_2"/>
          <p:cNvCxnSpPr/>
          <p:nvPr/>
        </p:nvCxnSpPr>
        <p:spPr>
          <a:xfrm flipV="1">
            <a:off x="7584948" y="5498091"/>
            <a:ext cx="495299" cy="2327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背景_光路底_2"/>
          <p:cNvCxnSpPr/>
          <p:nvPr/>
        </p:nvCxnSpPr>
        <p:spPr>
          <a:xfrm flipV="1">
            <a:off x="8080247" y="5460777"/>
            <a:ext cx="495301" cy="37314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背景_光路亮线_2"/>
          <p:cNvCxnSpPr/>
          <p:nvPr/>
        </p:nvCxnSpPr>
        <p:spPr>
          <a:xfrm flipV="1">
            <a:off x="8080247" y="5460777"/>
            <a:ext cx="495301" cy="37314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背景_光路底_2"/>
          <p:cNvCxnSpPr/>
          <p:nvPr/>
        </p:nvCxnSpPr>
        <p:spPr>
          <a:xfrm flipV="1">
            <a:off x="8575548" y="5418255"/>
            <a:ext cx="495300" cy="42522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背景_光路亮线_2"/>
          <p:cNvCxnSpPr/>
          <p:nvPr/>
        </p:nvCxnSpPr>
        <p:spPr>
          <a:xfrm flipV="1">
            <a:off x="8575548" y="5418255"/>
            <a:ext cx="495300" cy="42522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背景_光路底_2"/>
          <p:cNvCxnSpPr/>
          <p:nvPr/>
        </p:nvCxnSpPr>
        <p:spPr>
          <a:xfrm flipV="1">
            <a:off x="9070848" y="5380789"/>
            <a:ext cx="495300" cy="37466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背景_光路亮线_2"/>
          <p:cNvCxnSpPr/>
          <p:nvPr/>
        </p:nvCxnSpPr>
        <p:spPr>
          <a:xfrm flipV="1">
            <a:off x="9070848" y="5380789"/>
            <a:ext cx="495300" cy="37466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背景_光路底_2"/>
          <p:cNvCxnSpPr/>
          <p:nvPr/>
        </p:nvCxnSpPr>
        <p:spPr>
          <a:xfrm flipV="1">
            <a:off x="9566148" y="5358322"/>
            <a:ext cx="495300" cy="2246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背景_光路亮线_2"/>
          <p:cNvCxnSpPr/>
          <p:nvPr/>
        </p:nvCxnSpPr>
        <p:spPr>
          <a:xfrm flipV="1">
            <a:off x="9566148" y="5358322"/>
            <a:ext cx="495300" cy="2246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背景_光路底_2"/>
          <p:cNvCxnSpPr/>
          <p:nvPr/>
        </p:nvCxnSpPr>
        <p:spPr>
          <a:xfrm>
            <a:off x="10061448" y="5358322"/>
            <a:ext cx="495300" cy="45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背景_光路亮线_2"/>
          <p:cNvCxnSpPr/>
          <p:nvPr/>
        </p:nvCxnSpPr>
        <p:spPr>
          <a:xfrm>
            <a:off x="10061448" y="5358322"/>
            <a:ext cx="495300" cy="45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背景_光路底_2"/>
          <p:cNvCxnSpPr/>
          <p:nvPr/>
        </p:nvCxnSpPr>
        <p:spPr>
          <a:xfrm>
            <a:off x="10556748" y="5358772"/>
            <a:ext cx="495300" cy="2791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背景_光路亮线_2"/>
          <p:cNvCxnSpPr/>
          <p:nvPr/>
        </p:nvCxnSpPr>
        <p:spPr>
          <a:xfrm>
            <a:off x="10556748" y="5358772"/>
            <a:ext cx="495300" cy="2791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背景_光路底_2"/>
          <p:cNvCxnSpPr/>
          <p:nvPr/>
        </p:nvCxnSpPr>
        <p:spPr>
          <a:xfrm>
            <a:off x="11052048" y="5386682"/>
            <a:ext cx="495300" cy="5575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背景_光路亮线_2"/>
          <p:cNvCxnSpPr/>
          <p:nvPr/>
        </p:nvCxnSpPr>
        <p:spPr>
          <a:xfrm>
            <a:off x="11052048" y="5386682"/>
            <a:ext cx="495300" cy="5575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背景_光路底_2"/>
          <p:cNvCxnSpPr/>
          <p:nvPr/>
        </p:nvCxnSpPr>
        <p:spPr>
          <a:xfrm>
            <a:off x="11547348" y="5442435"/>
            <a:ext cx="495300" cy="79762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背景_光路亮线_2"/>
          <p:cNvCxnSpPr/>
          <p:nvPr/>
        </p:nvCxnSpPr>
        <p:spPr>
          <a:xfrm>
            <a:off x="11547348" y="5442435"/>
            <a:ext cx="495300" cy="79762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4" name="背景_地平线光环"/>
          <p:cNvSpPr/>
          <p:nvPr/>
        </p:nvSpPr>
        <p:spPr>
          <a:xfrm>
            <a:off x="3721608" y="4140403"/>
            <a:ext cx="4754880" cy="1046073"/>
          </a:xfrm>
          <a:prstGeom prst="ellipse">
            <a:avLst/>
          </a:prstGeom>
          <a:noFill/>
          <a:ln w="11176">
            <a:solidFill>
              <a:srgbClr val="69E9FF">
                <a:alpha val="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背景_地平线光环"/>
          <p:cNvSpPr/>
          <p:nvPr/>
        </p:nvSpPr>
        <p:spPr>
          <a:xfrm>
            <a:off x="4315968" y="4271162"/>
            <a:ext cx="3566160" cy="784555"/>
          </a:xfrm>
          <a:prstGeom prst="ellipse">
            <a:avLst/>
          </a:prstGeom>
          <a:noFill/>
          <a:ln w="11176">
            <a:solidFill>
              <a:srgbClr val="69E9FF">
                <a:alpha val="1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背景_地平线光环"/>
          <p:cNvSpPr/>
          <p:nvPr/>
        </p:nvSpPr>
        <p:spPr>
          <a:xfrm>
            <a:off x="4910328" y="4401921"/>
            <a:ext cx="2377440" cy="523036"/>
          </a:xfrm>
          <a:prstGeom prst="ellipse">
            <a:avLst/>
          </a:prstGeom>
          <a:noFill/>
          <a:ln w="11176">
            <a:solidFill>
              <a:srgbClr val="69E9FF">
                <a:alpha val="14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母版黄标_S13_可编辑"/>
          <p:cNvSpPr/>
          <p:nvPr/>
        </p:nvSpPr>
        <p:spPr>
          <a:xfrm>
            <a:off x="438912" y="438912"/>
            <a:ext cx="932688" cy="292608"/>
          </a:xfrm>
          <a:prstGeom prst="roundRect">
            <a:avLst/>
          </a:prstGeom>
          <a:solidFill>
            <a:srgbClr val="FFC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19" b="1">
                <a:solidFill>
                  <a:srgbClr val="082944"/>
                </a:solidFill>
                <a:latin typeface="Arial"/>
              </a:rPr>
              <a:t>12 长效</a:t>
            </a:r>
          </a:p>
        </p:txBody>
      </p:sp>
      <p:sp>
        <p:nvSpPr>
          <p:cNvPr id="217" name="S13_阶段1_平台_光环1"/>
          <p:cNvSpPr/>
          <p:nvPr/>
        </p:nvSpPr>
        <p:spPr>
          <a:xfrm>
            <a:off x="1371600" y="3968496"/>
            <a:ext cx="914400" cy="201168"/>
          </a:xfrm>
          <a:prstGeom prst="ellipse">
            <a:avLst/>
          </a:prstGeom>
          <a:noFill/>
          <a:ln w="22352">
            <a:solidFill>
              <a:srgbClr val="63ECFF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S13_阶段1_平台_光环2"/>
          <p:cNvSpPr/>
          <p:nvPr/>
        </p:nvSpPr>
        <p:spPr>
          <a:xfrm>
            <a:off x="1481328" y="3992636"/>
            <a:ext cx="694944" cy="152887"/>
          </a:xfrm>
          <a:prstGeom prst="ellipse">
            <a:avLst/>
          </a:prstGeom>
          <a:noFill/>
          <a:ln w="13970">
            <a:solidFill>
              <a:srgbClr val="63ECFF">
                <a:alpha val="6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S13_阶段1_平台_光环3"/>
          <p:cNvSpPr/>
          <p:nvPr/>
        </p:nvSpPr>
        <p:spPr>
          <a:xfrm>
            <a:off x="1591056" y="4016776"/>
            <a:ext cx="475488" cy="104607"/>
          </a:xfrm>
          <a:prstGeom prst="ellipse">
            <a:avLst/>
          </a:prstGeom>
          <a:noFill/>
          <a:ln w="13970">
            <a:solidFill>
              <a:srgbClr val="63ECFF">
                <a:alpha val="49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S13_阶段1_图标_头1"/>
          <p:cNvSpPr/>
          <p:nvPr/>
        </p:nvSpPr>
        <p:spPr>
          <a:xfrm>
            <a:off x="1686153" y="3533241"/>
            <a:ext cx="76078" cy="76078"/>
          </a:xfrm>
          <a:prstGeom prst="ellipse">
            <a:avLst/>
          </a:prstGeom>
          <a:solidFill>
            <a:srgbClr val="63ECFF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S13_阶段1_图标_身1"/>
          <p:cNvSpPr/>
          <p:nvPr/>
        </p:nvSpPr>
        <p:spPr>
          <a:xfrm>
            <a:off x="1662379" y="3647358"/>
            <a:ext cx="123626" cy="142646"/>
          </a:xfrm>
          <a:prstGeom prst="roundRect">
            <a:avLst/>
          </a:prstGeom>
          <a:solidFill>
            <a:srgbClr val="12628E">
              <a:alpha val="100000"/>
            </a:srgbClr>
          </a:solidFill>
          <a:ln w="9779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S13_阶段1_图标_头2"/>
          <p:cNvSpPr/>
          <p:nvPr/>
        </p:nvSpPr>
        <p:spPr>
          <a:xfrm>
            <a:off x="1790760" y="3533241"/>
            <a:ext cx="76078" cy="76078"/>
          </a:xfrm>
          <a:prstGeom prst="ellipse">
            <a:avLst/>
          </a:prstGeom>
          <a:solidFill>
            <a:srgbClr val="FFC928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S13_阶段1_图标_身2"/>
          <p:cNvSpPr/>
          <p:nvPr/>
        </p:nvSpPr>
        <p:spPr>
          <a:xfrm>
            <a:off x="1766986" y="3647358"/>
            <a:ext cx="123626" cy="142646"/>
          </a:xfrm>
          <a:prstGeom prst="roundRect">
            <a:avLst/>
          </a:prstGeom>
          <a:solidFill>
            <a:srgbClr val="12628E">
              <a:alpha val="100000"/>
            </a:srgbClr>
          </a:solidFill>
          <a:ln w="9779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S13_阶段1_图标_头3"/>
          <p:cNvSpPr/>
          <p:nvPr/>
        </p:nvSpPr>
        <p:spPr>
          <a:xfrm>
            <a:off x="1895368" y="3533241"/>
            <a:ext cx="76078" cy="76078"/>
          </a:xfrm>
          <a:prstGeom prst="ellipse">
            <a:avLst/>
          </a:prstGeom>
          <a:solidFill>
            <a:srgbClr val="63ECFF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S13_阶段1_图标_身3"/>
          <p:cNvSpPr/>
          <p:nvPr/>
        </p:nvSpPr>
        <p:spPr>
          <a:xfrm>
            <a:off x="1871593" y="3647358"/>
            <a:ext cx="123626" cy="142646"/>
          </a:xfrm>
          <a:prstGeom prst="roundRect">
            <a:avLst/>
          </a:prstGeom>
          <a:solidFill>
            <a:srgbClr val="12628E">
              <a:alpha val="100000"/>
            </a:srgbClr>
          </a:solidFill>
          <a:ln w="9779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6" name="S13_阶段箭头"/>
          <p:cNvCxnSpPr/>
          <p:nvPr/>
        </p:nvCxnSpPr>
        <p:spPr>
          <a:xfrm>
            <a:off x="2468880" y="3675887"/>
            <a:ext cx="228600" cy="0"/>
          </a:xfrm>
          <a:prstGeom prst="line">
            <a:avLst/>
          </a:prstGeom>
          <a:ln w="20955">
            <a:solidFill>
              <a:srgbClr val="63E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S13_阶段箭头"/>
          <p:cNvCxnSpPr/>
          <p:nvPr/>
        </p:nvCxnSpPr>
        <p:spPr>
          <a:xfrm>
            <a:off x="2596896" y="3675887"/>
            <a:ext cx="228600" cy="0"/>
          </a:xfrm>
          <a:prstGeom prst="line">
            <a:avLst/>
          </a:prstGeom>
          <a:ln w="20955">
            <a:solidFill>
              <a:srgbClr val="63E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8" name="S13_阶段2_平台_光环1"/>
          <p:cNvSpPr/>
          <p:nvPr/>
        </p:nvSpPr>
        <p:spPr>
          <a:xfrm>
            <a:off x="4160520" y="3968496"/>
            <a:ext cx="914400" cy="201168"/>
          </a:xfrm>
          <a:prstGeom prst="ellipse">
            <a:avLst/>
          </a:prstGeom>
          <a:noFill/>
          <a:ln w="22352">
            <a:solidFill>
              <a:srgbClr val="63ECFF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S13_阶段2_平台_光环2"/>
          <p:cNvSpPr/>
          <p:nvPr/>
        </p:nvSpPr>
        <p:spPr>
          <a:xfrm>
            <a:off x="4270248" y="3992636"/>
            <a:ext cx="694944" cy="152887"/>
          </a:xfrm>
          <a:prstGeom prst="ellipse">
            <a:avLst/>
          </a:prstGeom>
          <a:noFill/>
          <a:ln w="13970">
            <a:solidFill>
              <a:srgbClr val="63ECFF">
                <a:alpha val="6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S13_阶段2_平台_光环3"/>
          <p:cNvSpPr/>
          <p:nvPr/>
        </p:nvSpPr>
        <p:spPr>
          <a:xfrm>
            <a:off x="4379976" y="4016776"/>
            <a:ext cx="475488" cy="104607"/>
          </a:xfrm>
          <a:prstGeom prst="ellipse">
            <a:avLst/>
          </a:prstGeom>
          <a:noFill/>
          <a:ln w="13970">
            <a:solidFill>
              <a:srgbClr val="63ECFF">
                <a:alpha val="49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1" name="S13_阶段2_图标_扳手柄"/>
          <p:cNvCxnSpPr/>
          <p:nvPr/>
        </p:nvCxnSpPr>
        <p:spPr>
          <a:xfrm flipV="1">
            <a:off x="4451299" y="3561770"/>
            <a:ext cx="252008" cy="247254"/>
          </a:xfrm>
          <a:prstGeom prst="line">
            <a:avLst/>
          </a:prstGeom>
          <a:ln w="50800">
            <a:solidFill>
              <a:srgbClr val="63E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2" name="S13_阶段2_图标_扳手头"/>
          <p:cNvSpPr/>
          <p:nvPr/>
        </p:nvSpPr>
        <p:spPr>
          <a:xfrm>
            <a:off x="4641494" y="3495202"/>
            <a:ext cx="147401" cy="147401"/>
          </a:xfrm>
          <a:prstGeom prst="ellipse">
            <a:avLst/>
          </a:prstGeom>
          <a:solidFill>
            <a:srgbClr val="062B49">
              <a:alpha val="100000"/>
            </a:srgbClr>
          </a:solidFill>
          <a:ln w="38100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S13_阶段2_图标_扳手尾"/>
          <p:cNvSpPr/>
          <p:nvPr/>
        </p:nvSpPr>
        <p:spPr>
          <a:xfrm>
            <a:off x="4413260" y="3761475"/>
            <a:ext cx="90342" cy="90342"/>
          </a:xfrm>
          <a:prstGeom prst="ellipse">
            <a:avLst/>
          </a:prstGeom>
          <a:solidFill>
            <a:srgbClr val="062B49">
              <a:alpha val="100000"/>
            </a:srgbClr>
          </a:solidFill>
          <a:ln w="27940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S13_阶段2_图标_齿轮"/>
          <p:cNvSpPr/>
          <p:nvPr/>
        </p:nvSpPr>
        <p:spPr>
          <a:xfrm>
            <a:off x="4641494" y="3685397"/>
            <a:ext cx="161665" cy="161665"/>
          </a:xfrm>
          <a:prstGeom prst="gear6">
            <a:avLst/>
          </a:prstGeom>
          <a:solidFill>
            <a:srgbClr val="63EC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5" name="S13_阶段箭头"/>
          <p:cNvCxnSpPr/>
          <p:nvPr/>
        </p:nvCxnSpPr>
        <p:spPr>
          <a:xfrm>
            <a:off x="5257800" y="3675887"/>
            <a:ext cx="228600" cy="0"/>
          </a:xfrm>
          <a:prstGeom prst="line">
            <a:avLst/>
          </a:prstGeom>
          <a:ln w="20955">
            <a:solidFill>
              <a:srgbClr val="63E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S13_阶段箭头"/>
          <p:cNvCxnSpPr/>
          <p:nvPr/>
        </p:nvCxnSpPr>
        <p:spPr>
          <a:xfrm>
            <a:off x="5385816" y="3675887"/>
            <a:ext cx="228600" cy="0"/>
          </a:xfrm>
          <a:prstGeom prst="line">
            <a:avLst/>
          </a:prstGeom>
          <a:ln w="20955">
            <a:solidFill>
              <a:srgbClr val="63E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7" name="S13_阶段3_平台_光环1"/>
          <p:cNvSpPr/>
          <p:nvPr/>
        </p:nvSpPr>
        <p:spPr>
          <a:xfrm>
            <a:off x="6949440" y="3968496"/>
            <a:ext cx="914400" cy="201168"/>
          </a:xfrm>
          <a:prstGeom prst="ellipse">
            <a:avLst/>
          </a:prstGeom>
          <a:noFill/>
          <a:ln w="22352">
            <a:solidFill>
              <a:srgbClr val="63ECFF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S13_阶段3_平台_光环2"/>
          <p:cNvSpPr/>
          <p:nvPr/>
        </p:nvSpPr>
        <p:spPr>
          <a:xfrm>
            <a:off x="7059168" y="3992636"/>
            <a:ext cx="694944" cy="152887"/>
          </a:xfrm>
          <a:prstGeom prst="ellipse">
            <a:avLst/>
          </a:prstGeom>
          <a:noFill/>
          <a:ln w="13970">
            <a:solidFill>
              <a:srgbClr val="63ECFF">
                <a:alpha val="6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S13_阶段3_平台_光环3"/>
          <p:cNvSpPr/>
          <p:nvPr/>
        </p:nvSpPr>
        <p:spPr>
          <a:xfrm>
            <a:off x="7168896" y="4016776"/>
            <a:ext cx="475488" cy="104607"/>
          </a:xfrm>
          <a:prstGeom prst="ellipse">
            <a:avLst/>
          </a:prstGeom>
          <a:noFill/>
          <a:ln w="13970">
            <a:solidFill>
              <a:srgbClr val="63ECFF">
                <a:alpha val="49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S13_阶段3_图标_盾"/>
          <p:cNvSpPr/>
          <p:nvPr/>
        </p:nvSpPr>
        <p:spPr>
          <a:xfrm>
            <a:off x="7235464" y="3485692"/>
            <a:ext cx="342351" cy="380390"/>
          </a:xfrm>
          <a:prstGeom prst="hexagon">
            <a:avLst/>
          </a:prstGeom>
          <a:solidFill>
            <a:srgbClr val="13668F"/>
          </a:solidFill>
          <a:ln w="13970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1" name="S13_阶段3_图标_勾1"/>
          <p:cNvCxnSpPr/>
          <p:nvPr/>
        </p:nvCxnSpPr>
        <p:spPr>
          <a:xfrm>
            <a:off x="7340071" y="3675887"/>
            <a:ext cx="66569" cy="61814"/>
          </a:xfrm>
          <a:prstGeom prst="line">
            <a:avLst/>
          </a:prstGeom>
          <a:ln w="20955">
            <a:solidFill>
              <a:srgbClr val="FFC9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S13_阶段3_图标_勾2"/>
          <p:cNvCxnSpPr/>
          <p:nvPr/>
        </p:nvCxnSpPr>
        <p:spPr>
          <a:xfrm flipV="1">
            <a:off x="7406640" y="3609319"/>
            <a:ext cx="90342" cy="128382"/>
          </a:xfrm>
          <a:prstGeom prst="line">
            <a:avLst/>
          </a:prstGeom>
          <a:ln w="20955">
            <a:solidFill>
              <a:srgbClr val="FFC9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S13_阶段箭头"/>
          <p:cNvCxnSpPr/>
          <p:nvPr/>
        </p:nvCxnSpPr>
        <p:spPr>
          <a:xfrm>
            <a:off x="8046719" y="3675887"/>
            <a:ext cx="228600" cy="0"/>
          </a:xfrm>
          <a:prstGeom prst="line">
            <a:avLst/>
          </a:prstGeom>
          <a:ln w="20955">
            <a:solidFill>
              <a:srgbClr val="63E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S13_阶段箭头"/>
          <p:cNvCxnSpPr/>
          <p:nvPr/>
        </p:nvCxnSpPr>
        <p:spPr>
          <a:xfrm>
            <a:off x="8174736" y="3675887"/>
            <a:ext cx="228600" cy="0"/>
          </a:xfrm>
          <a:prstGeom prst="line">
            <a:avLst/>
          </a:prstGeom>
          <a:ln w="20955">
            <a:solidFill>
              <a:srgbClr val="63E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5" name="S13_阶段4_平台_光环1"/>
          <p:cNvSpPr/>
          <p:nvPr/>
        </p:nvSpPr>
        <p:spPr>
          <a:xfrm>
            <a:off x="9692640" y="3968496"/>
            <a:ext cx="914400" cy="201168"/>
          </a:xfrm>
          <a:prstGeom prst="ellipse">
            <a:avLst/>
          </a:prstGeom>
          <a:noFill/>
          <a:ln w="22352">
            <a:solidFill>
              <a:srgbClr val="63ECFF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S13_阶段4_平台_光环2"/>
          <p:cNvSpPr/>
          <p:nvPr/>
        </p:nvSpPr>
        <p:spPr>
          <a:xfrm>
            <a:off x="9802367" y="3992636"/>
            <a:ext cx="694944" cy="152887"/>
          </a:xfrm>
          <a:prstGeom prst="ellipse">
            <a:avLst/>
          </a:prstGeom>
          <a:noFill/>
          <a:ln w="13970">
            <a:solidFill>
              <a:srgbClr val="63ECFF">
                <a:alpha val="6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S13_阶段4_平台_光环3"/>
          <p:cNvSpPr/>
          <p:nvPr/>
        </p:nvSpPr>
        <p:spPr>
          <a:xfrm>
            <a:off x="9912096" y="4016776"/>
            <a:ext cx="475488" cy="104607"/>
          </a:xfrm>
          <a:prstGeom prst="ellipse">
            <a:avLst/>
          </a:prstGeom>
          <a:noFill/>
          <a:ln w="13970">
            <a:solidFill>
              <a:srgbClr val="63ECFF">
                <a:alpha val="49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S13_阶段4_图标_币1"/>
          <p:cNvSpPr/>
          <p:nvPr/>
        </p:nvSpPr>
        <p:spPr>
          <a:xfrm>
            <a:off x="10007193" y="3533241"/>
            <a:ext cx="285292" cy="285292"/>
          </a:xfrm>
          <a:prstGeom prst="ellipse">
            <a:avLst/>
          </a:prstGeom>
          <a:solidFill>
            <a:srgbClr val="146C99">
              <a:alpha val="100000"/>
            </a:srgbClr>
          </a:solidFill>
          <a:ln w="13970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S13_阶段4_图标_币2"/>
          <p:cNvSpPr/>
          <p:nvPr/>
        </p:nvSpPr>
        <p:spPr>
          <a:xfrm>
            <a:off x="10045232" y="3557015"/>
            <a:ext cx="285292" cy="285292"/>
          </a:xfrm>
          <a:prstGeom prst="ellipse">
            <a:avLst/>
          </a:prstGeom>
          <a:solidFill>
            <a:srgbClr val="146C99">
              <a:alpha val="100000"/>
            </a:srgbClr>
          </a:solidFill>
          <a:ln w="13970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S13_阶段4_图标_币3"/>
          <p:cNvSpPr/>
          <p:nvPr/>
        </p:nvSpPr>
        <p:spPr>
          <a:xfrm>
            <a:off x="10083271" y="3580790"/>
            <a:ext cx="285292" cy="285292"/>
          </a:xfrm>
          <a:prstGeom prst="ellipse">
            <a:avLst/>
          </a:prstGeom>
          <a:solidFill>
            <a:srgbClr val="146C99">
              <a:alpha val="100000"/>
            </a:srgbClr>
          </a:solidFill>
          <a:ln w="13970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S13_阶段4_图标_符号"/>
          <p:cNvSpPr txBox="1"/>
          <p:nvPr/>
        </p:nvSpPr>
        <p:spPr>
          <a:xfrm>
            <a:off x="10073761" y="3599809"/>
            <a:ext cx="152156" cy="152156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C928"/>
                </a:solidFill>
                <a:latin typeface="Arial"/>
                <a:ea typeface="Microsoft YaHei"/>
              </a:rPr>
              <a:t>¥</a:t>
            </a:r>
          </a:p>
        </p:txBody>
      </p:sp>
      <p:sp>
        <p:nvSpPr>
          <p:cNvPr id="252" name="S13_66人图标_头1"/>
          <p:cNvSpPr/>
          <p:nvPr/>
        </p:nvSpPr>
        <p:spPr>
          <a:xfrm>
            <a:off x="1194206" y="1788566"/>
            <a:ext cx="70225" cy="70225"/>
          </a:xfrm>
          <a:prstGeom prst="ellipse">
            <a:avLst/>
          </a:prstGeom>
          <a:solidFill>
            <a:srgbClr val="63ECFF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S13_66人图标_身1"/>
          <p:cNvSpPr/>
          <p:nvPr/>
        </p:nvSpPr>
        <p:spPr>
          <a:xfrm>
            <a:off x="1172260" y="1893905"/>
            <a:ext cx="114117" cy="131673"/>
          </a:xfrm>
          <a:prstGeom prst="roundRect">
            <a:avLst/>
          </a:prstGeom>
          <a:solidFill>
            <a:srgbClr val="12628E">
              <a:alpha val="100000"/>
            </a:srgbClr>
          </a:solidFill>
          <a:ln w="9779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S13_66人图标_头2"/>
          <p:cNvSpPr/>
          <p:nvPr/>
        </p:nvSpPr>
        <p:spPr>
          <a:xfrm>
            <a:off x="1290767" y="1788566"/>
            <a:ext cx="70225" cy="70225"/>
          </a:xfrm>
          <a:prstGeom prst="ellipse">
            <a:avLst/>
          </a:prstGeom>
          <a:solidFill>
            <a:srgbClr val="FFC928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S13_66人图标_身2"/>
          <p:cNvSpPr/>
          <p:nvPr/>
        </p:nvSpPr>
        <p:spPr>
          <a:xfrm>
            <a:off x="1268821" y="1893905"/>
            <a:ext cx="114117" cy="131673"/>
          </a:xfrm>
          <a:prstGeom prst="roundRect">
            <a:avLst/>
          </a:prstGeom>
          <a:solidFill>
            <a:srgbClr val="12628E">
              <a:alpha val="100000"/>
            </a:srgbClr>
          </a:solidFill>
          <a:ln w="9779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S13_66人图标_头3"/>
          <p:cNvSpPr/>
          <p:nvPr/>
        </p:nvSpPr>
        <p:spPr>
          <a:xfrm>
            <a:off x="1387327" y="1788566"/>
            <a:ext cx="70225" cy="70225"/>
          </a:xfrm>
          <a:prstGeom prst="ellipse">
            <a:avLst/>
          </a:prstGeom>
          <a:solidFill>
            <a:srgbClr val="63ECFF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S13_66人图标_身3"/>
          <p:cNvSpPr/>
          <p:nvPr/>
        </p:nvSpPr>
        <p:spPr>
          <a:xfrm>
            <a:off x="1365382" y="1893905"/>
            <a:ext cx="114117" cy="131673"/>
          </a:xfrm>
          <a:prstGeom prst="roundRect">
            <a:avLst/>
          </a:prstGeom>
          <a:solidFill>
            <a:srgbClr val="12628E">
              <a:alpha val="100000"/>
            </a:srgbClr>
          </a:solidFill>
          <a:ln w="9779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S13_190万图标_币1"/>
          <p:cNvSpPr/>
          <p:nvPr/>
        </p:nvSpPr>
        <p:spPr>
          <a:xfrm>
            <a:off x="10435132" y="1794052"/>
            <a:ext cx="252374" cy="252374"/>
          </a:xfrm>
          <a:prstGeom prst="ellipse">
            <a:avLst/>
          </a:prstGeom>
          <a:solidFill>
            <a:srgbClr val="146C99">
              <a:alpha val="100000"/>
            </a:srgbClr>
          </a:solidFill>
          <a:ln w="13970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S13_190万图标_币2"/>
          <p:cNvSpPr/>
          <p:nvPr/>
        </p:nvSpPr>
        <p:spPr>
          <a:xfrm>
            <a:off x="10468782" y="1815084"/>
            <a:ext cx="252374" cy="252374"/>
          </a:xfrm>
          <a:prstGeom prst="ellipse">
            <a:avLst/>
          </a:prstGeom>
          <a:solidFill>
            <a:srgbClr val="146C99">
              <a:alpha val="100000"/>
            </a:srgbClr>
          </a:solidFill>
          <a:ln w="13970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S13_190万图标_币3"/>
          <p:cNvSpPr/>
          <p:nvPr/>
        </p:nvSpPr>
        <p:spPr>
          <a:xfrm>
            <a:off x="10502432" y="1836115"/>
            <a:ext cx="252374" cy="252374"/>
          </a:xfrm>
          <a:prstGeom prst="ellipse">
            <a:avLst/>
          </a:prstGeom>
          <a:solidFill>
            <a:srgbClr val="146C99">
              <a:alpha val="100000"/>
            </a:srgbClr>
          </a:solidFill>
          <a:ln w="13970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S13_190万图标_符号"/>
          <p:cNvSpPr txBox="1"/>
          <p:nvPr/>
        </p:nvSpPr>
        <p:spPr>
          <a:xfrm>
            <a:off x="10494020" y="1852940"/>
            <a:ext cx="134599" cy="134599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C928"/>
                </a:solidFill>
                <a:latin typeface="Arial"/>
                <a:ea typeface="Microsoft YaHei"/>
              </a:rPr>
              <a:t>¥</a:t>
            </a:r>
          </a:p>
        </p:txBody>
      </p:sp>
      <p:sp>
        <p:nvSpPr>
          <p:cNvPr id="9" name="原生可编辑文字_S13_001_双击编辑"/>
          <p:cNvSpPr txBox="1"/>
          <p:nvPr/>
        </p:nvSpPr>
        <p:spPr>
          <a:xfrm>
            <a:off x="2141220" y="403860"/>
            <a:ext cx="7901939" cy="83820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432">
                <a:solidFill>
                  <a:srgbClr val="F7FCFF"/>
                </a:solidFill>
                <a:latin typeface="Noto Serif CJK SC"/>
              </a:rPr>
              <a:t>四队长效：让机制跑在平台后面</a:t>
            </a:r>
          </a:p>
        </p:txBody>
      </p:sp>
      <p:sp>
        <p:nvSpPr>
          <p:cNvPr id="11" name="原生可编辑文字_S13_002_双击编辑"/>
          <p:cNvSpPr txBox="1"/>
          <p:nvPr/>
        </p:nvSpPr>
        <p:spPr>
          <a:xfrm>
            <a:off x="4015740" y="1181100"/>
            <a:ext cx="4137660" cy="472439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800">
                <a:solidFill>
                  <a:srgbClr val="F2F8FF"/>
                </a:solidFill>
                <a:latin typeface="Noto Sans CJK SC"/>
              </a:rPr>
              <a:t>把一次上线，做成长周期可持续运转</a:t>
            </a:r>
          </a:p>
        </p:txBody>
      </p:sp>
      <p:sp>
        <p:nvSpPr>
          <p:cNvPr id="13" name="原生可编辑文字_S13_003_双击编辑"/>
          <p:cNvSpPr txBox="1"/>
          <p:nvPr/>
        </p:nvSpPr>
        <p:spPr>
          <a:xfrm>
            <a:off x="9281160" y="1729740"/>
            <a:ext cx="960120" cy="67818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4272">
                <a:solidFill>
                  <a:srgbClr val="FFC928"/>
                </a:solidFill>
                <a:latin typeface="Noto Serif CJK SC"/>
              </a:rPr>
              <a:t>04</a:t>
            </a:r>
          </a:p>
        </p:txBody>
      </p:sp>
      <p:sp>
        <p:nvSpPr>
          <p:cNvPr id="15" name="原生可编辑文字_S13_004_双击编辑"/>
          <p:cNvSpPr txBox="1"/>
          <p:nvPr/>
        </p:nvSpPr>
        <p:spPr>
          <a:xfrm>
            <a:off x="6797040" y="2171700"/>
            <a:ext cx="876300" cy="67818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4272">
                <a:solidFill>
                  <a:srgbClr val="FFC928"/>
                </a:solidFill>
                <a:latin typeface="Noto Serif CJK SC"/>
              </a:rPr>
              <a:t>03</a:t>
            </a:r>
          </a:p>
        </p:txBody>
      </p:sp>
      <p:sp>
        <p:nvSpPr>
          <p:cNvPr id="17" name="原生可编辑文字_S13_005_双击编辑"/>
          <p:cNvSpPr txBox="1"/>
          <p:nvPr/>
        </p:nvSpPr>
        <p:spPr>
          <a:xfrm>
            <a:off x="3924300" y="2613660"/>
            <a:ext cx="998219" cy="67818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4272">
                <a:solidFill>
                  <a:srgbClr val="FFC928"/>
                </a:solidFill>
                <a:latin typeface="Noto Serif CJK SC"/>
              </a:rPr>
              <a:t>02</a:t>
            </a:r>
          </a:p>
        </p:txBody>
      </p:sp>
      <p:sp>
        <p:nvSpPr>
          <p:cNvPr id="19" name="原生可编辑文字_S13_006_双击编辑"/>
          <p:cNvSpPr txBox="1"/>
          <p:nvPr/>
        </p:nvSpPr>
        <p:spPr>
          <a:xfrm>
            <a:off x="9989820" y="2506980"/>
            <a:ext cx="1348740" cy="50292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692">
                <a:solidFill>
                  <a:srgbClr val="FFC928"/>
                </a:solidFill>
                <a:latin typeface="Noto Serif CJK SC"/>
              </a:rPr>
              <a:t>基金保障</a:t>
            </a:r>
          </a:p>
        </p:txBody>
      </p:sp>
      <p:sp>
        <p:nvSpPr>
          <p:cNvPr id="21" name="原生可编辑文字_S13_007_双击编辑"/>
          <p:cNvSpPr txBox="1"/>
          <p:nvPr/>
        </p:nvSpPr>
        <p:spPr>
          <a:xfrm>
            <a:off x="9471660" y="2880360"/>
            <a:ext cx="2362200" cy="35814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551">
                <a:solidFill>
                  <a:srgbClr val="F2F8FF"/>
                </a:solidFill>
                <a:latin typeface="Noto Sans CJK SC"/>
              </a:rPr>
              <a:t>资金统筹 / 轻重缓急 / 长效投入</a:t>
            </a:r>
          </a:p>
        </p:txBody>
      </p:sp>
      <p:sp>
        <p:nvSpPr>
          <p:cNvPr id="23" name="原生可编辑文字_S13_008_双击编辑"/>
          <p:cNvSpPr txBox="1"/>
          <p:nvPr/>
        </p:nvSpPr>
        <p:spPr>
          <a:xfrm>
            <a:off x="952500" y="2918460"/>
            <a:ext cx="944879" cy="67818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4272">
                <a:solidFill>
                  <a:srgbClr val="FFC928"/>
                </a:solidFill>
                <a:latin typeface="Noto Serif CJK SC"/>
              </a:rPr>
              <a:t>01</a:t>
            </a:r>
          </a:p>
        </p:txBody>
      </p:sp>
      <p:sp>
        <p:nvSpPr>
          <p:cNvPr id="25" name="原生可编辑文字_S13_009_双击编辑"/>
          <p:cNvSpPr txBox="1"/>
          <p:nvPr/>
        </p:nvSpPr>
        <p:spPr>
          <a:xfrm>
            <a:off x="7399020" y="2933700"/>
            <a:ext cx="1318260" cy="48768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611">
                <a:solidFill>
                  <a:srgbClr val="63ECFF"/>
                </a:solidFill>
                <a:latin typeface="Noto Serif CJK SC"/>
              </a:rPr>
              <a:t>运营管护</a:t>
            </a:r>
          </a:p>
        </p:txBody>
      </p:sp>
      <p:sp>
        <p:nvSpPr>
          <p:cNvPr id="27" name="原生可编辑文字_S13_010_双击编辑"/>
          <p:cNvSpPr txBox="1"/>
          <p:nvPr/>
        </p:nvSpPr>
        <p:spPr>
          <a:xfrm>
            <a:off x="6835140" y="3322320"/>
            <a:ext cx="2362200" cy="3657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584">
                <a:solidFill>
                  <a:srgbClr val="F2F8FF"/>
                </a:solidFill>
                <a:latin typeface="Noto Sans CJK SC"/>
              </a:rPr>
              <a:t>日常巡检 / 数据更新 / 使用培训</a:t>
            </a:r>
          </a:p>
        </p:txBody>
      </p:sp>
      <p:sp>
        <p:nvSpPr>
          <p:cNvPr id="29" name="原生可编辑文字_S13_011_双击编辑"/>
          <p:cNvSpPr txBox="1"/>
          <p:nvPr/>
        </p:nvSpPr>
        <p:spPr>
          <a:xfrm>
            <a:off x="4632960" y="3337560"/>
            <a:ext cx="1318260" cy="48768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611">
                <a:solidFill>
                  <a:srgbClr val="63ECFF"/>
                </a:solidFill>
                <a:latin typeface="Noto Serif CJK SC"/>
              </a:rPr>
              <a:t>维修服务</a:t>
            </a:r>
          </a:p>
        </p:txBody>
      </p:sp>
      <p:sp>
        <p:nvSpPr>
          <p:cNvPr id="31" name="原生可编辑文字_S13_012_双击编辑"/>
          <p:cNvSpPr txBox="1"/>
          <p:nvPr/>
        </p:nvSpPr>
        <p:spPr>
          <a:xfrm>
            <a:off x="4084320" y="3749039"/>
            <a:ext cx="2415540" cy="35814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551">
                <a:solidFill>
                  <a:srgbClr val="F2F8FF"/>
                </a:solidFill>
                <a:latin typeface="Noto Sans CJK SC"/>
              </a:rPr>
              <a:t>工单闭环 / 备件调度 / 服务评价</a:t>
            </a:r>
          </a:p>
        </p:txBody>
      </p:sp>
      <p:sp>
        <p:nvSpPr>
          <p:cNvPr id="33" name="原生可编辑文字_S13_013_双击编辑"/>
          <p:cNvSpPr txBox="1"/>
          <p:nvPr/>
        </p:nvSpPr>
        <p:spPr>
          <a:xfrm>
            <a:off x="1584960" y="3695700"/>
            <a:ext cx="1371600" cy="48768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611">
                <a:solidFill>
                  <a:srgbClr val="63ECFF"/>
                </a:solidFill>
                <a:latin typeface="Noto Serif CJK SC"/>
              </a:rPr>
              <a:t>专班推进</a:t>
            </a:r>
          </a:p>
        </p:txBody>
      </p:sp>
      <p:sp>
        <p:nvSpPr>
          <p:cNvPr id="35" name="原生可编辑文字_S13_014_双击编辑"/>
          <p:cNvSpPr txBox="1"/>
          <p:nvPr/>
        </p:nvSpPr>
        <p:spPr>
          <a:xfrm>
            <a:off x="967740" y="4084320"/>
            <a:ext cx="2644140" cy="3657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584">
                <a:solidFill>
                  <a:srgbClr val="F2F8FF"/>
                </a:solidFill>
                <a:latin typeface="Noto Sans CJK SC"/>
              </a:rPr>
              <a:t>任务统筹 / 进度督办 / 跨部门协同</a:t>
            </a:r>
          </a:p>
        </p:txBody>
      </p:sp>
      <p:sp>
        <p:nvSpPr>
          <p:cNvPr id="37" name="原生可编辑文字_S13_015_双击编辑"/>
          <p:cNvSpPr txBox="1"/>
          <p:nvPr/>
        </p:nvSpPr>
        <p:spPr>
          <a:xfrm>
            <a:off x="2987040" y="6004560"/>
            <a:ext cx="6172200" cy="5562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978">
                <a:solidFill>
                  <a:srgbClr val="F2F8FF"/>
                </a:solidFill>
                <a:latin typeface="Noto Serif CJK SC"/>
              </a:rPr>
              <a:t>机制不散、服务不断、数据不乱、保障不虚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_深蓝底_可编辑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B49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背景_左上光束_1"/>
          <p:cNvSpPr/>
          <p:nvPr/>
        </p:nvSpPr>
        <p:spPr>
          <a:xfrm>
            <a:off x="0" y="0"/>
            <a:ext cx="2423160" cy="1828800"/>
          </a:xfrm>
          <a:custGeom>
            <a:avLst/>
            <a:gdLst/>
            <a:ahLst/>
            <a:cxnLst/>
            <a:rect l="l" t="t" r="r" b="b"/>
            <a:pathLst>
              <a:path w="2423160" h="1828800">
                <a:moveTo>
                  <a:pt x="0" y="0"/>
                </a:moveTo>
                <a:lnTo>
                  <a:pt x="914400" y="0"/>
                </a:lnTo>
                <a:lnTo>
                  <a:pt x="2423160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8DEBFF">
              <a:alpha val="2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背景_左上光束_2"/>
          <p:cNvSpPr/>
          <p:nvPr/>
        </p:nvSpPr>
        <p:spPr>
          <a:xfrm>
            <a:off x="274320" y="0"/>
            <a:ext cx="2423159" cy="1828800"/>
          </a:xfrm>
          <a:custGeom>
            <a:avLst/>
            <a:gdLst/>
            <a:ahLst/>
            <a:cxnLst/>
            <a:rect l="l" t="t" r="r" b="b"/>
            <a:pathLst>
              <a:path w="2423159" h="1828800">
                <a:moveTo>
                  <a:pt x="0" y="0"/>
                </a:moveTo>
                <a:lnTo>
                  <a:pt x="914400" y="0"/>
                </a:lnTo>
                <a:lnTo>
                  <a:pt x="2423159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8DEBFF">
              <a:alpha val="2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背景_左上光束_3"/>
          <p:cNvSpPr/>
          <p:nvPr/>
        </p:nvSpPr>
        <p:spPr>
          <a:xfrm>
            <a:off x="640080" y="0"/>
            <a:ext cx="2423159" cy="1828800"/>
          </a:xfrm>
          <a:custGeom>
            <a:avLst/>
            <a:gdLst/>
            <a:ahLst/>
            <a:cxnLst/>
            <a:rect l="l" t="t" r="r" b="b"/>
            <a:pathLst>
              <a:path w="2423159" h="1828800">
                <a:moveTo>
                  <a:pt x="0" y="0"/>
                </a:moveTo>
                <a:lnTo>
                  <a:pt x="914400" y="0"/>
                </a:lnTo>
                <a:lnTo>
                  <a:pt x="2423159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8DEBFF">
              <a:alpha val="2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背景_星点_1"/>
          <p:cNvSpPr/>
          <p:nvPr/>
        </p:nvSpPr>
        <p:spPr>
          <a:xfrm>
            <a:off x="3941410" y="1868919"/>
            <a:ext cx="22860" cy="22860"/>
          </a:xfrm>
          <a:prstGeom prst="ellipse">
            <a:avLst/>
          </a:prstGeom>
          <a:solidFill>
            <a:srgbClr val="E8FDFF">
              <a:alpha val="6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背景_星点_2"/>
          <p:cNvSpPr/>
          <p:nvPr/>
        </p:nvSpPr>
        <p:spPr>
          <a:xfrm>
            <a:off x="5208749" y="3008039"/>
            <a:ext cx="13716" cy="13716"/>
          </a:xfrm>
          <a:prstGeom prst="ellipse">
            <a:avLst/>
          </a:prstGeom>
          <a:solidFill>
            <a:srgbClr val="E8FDFF">
              <a:alpha val="36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背景_星点_3"/>
          <p:cNvSpPr/>
          <p:nvPr/>
        </p:nvSpPr>
        <p:spPr>
          <a:xfrm>
            <a:off x="4912311" y="807707"/>
            <a:ext cx="36576" cy="36576"/>
          </a:xfrm>
          <a:prstGeom prst="ellipse">
            <a:avLst/>
          </a:prstGeom>
          <a:solidFill>
            <a:srgbClr val="E8FDFF">
              <a:alpha val="4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背景_星点_4"/>
          <p:cNvSpPr/>
          <p:nvPr/>
        </p:nvSpPr>
        <p:spPr>
          <a:xfrm>
            <a:off x="2366211" y="1119153"/>
            <a:ext cx="13716" cy="13716"/>
          </a:xfrm>
          <a:prstGeom prst="ellipse">
            <a:avLst/>
          </a:prstGeom>
          <a:solidFill>
            <a:srgbClr val="E8FDFF">
              <a:alpha val="7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背景_星点_5"/>
          <p:cNvSpPr/>
          <p:nvPr/>
        </p:nvSpPr>
        <p:spPr>
          <a:xfrm>
            <a:off x="1959086" y="2749052"/>
            <a:ext cx="22860" cy="22860"/>
          </a:xfrm>
          <a:prstGeom prst="ellipse">
            <a:avLst/>
          </a:prstGeom>
          <a:solidFill>
            <a:srgbClr val="E8FDFF">
              <a:alpha val="3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背景_星点_6"/>
          <p:cNvSpPr/>
          <p:nvPr/>
        </p:nvSpPr>
        <p:spPr>
          <a:xfrm>
            <a:off x="5130636" y="3308989"/>
            <a:ext cx="22860" cy="22860"/>
          </a:xfrm>
          <a:prstGeom prst="ellipse">
            <a:avLst/>
          </a:prstGeom>
          <a:solidFill>
            <a:srgbClr val="E8FDFF">
              <a:alpha val="7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背景_星点_7"/>
          <p:cNvSpPr/>
          <p:nvPr/>
        </p:nvSpPr>
        <p:spPr>
          <a:xfrm>
            <a:off x="2347426" y="3305103"/>
            <a:ext cx="22860" cy="22860"/>
          </a:xfrm>
          <a:prstGeom prst="ellipse">
            <a:avLst/>
          </a:prstGeom>
          <a:solidFill>
            <a:srgbClr val="E8FDFF">
              <a:alpha val="31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背景_星点_8"/>
          <p:cNvSpPr/>
          <p:nvPr/>
        </p:nvSpPr>
        <p:spPr>
          <a:xfrm>
            <a:off x="862971" y="3033444"/>
            <a:ext cx="36576" cy="36576"/>
          </a:xfrm>
          <a:prstGeom prst="ellipse">
            <a:avLst/>
          </a:prstGeom>
          <a:solidFill>
            <a:srgbClr val="E8FDFF">
              <a:alpha val="58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背景_星点_9"/>
          <p:cNvSpPr/>
          <p:nvPr/>
        </p:nvSpPr>
        <p:spPr>
          <a:xfrm>
            <a:off x="7111432" y="445881"/>
            <a:ext cx="13716" cy="13716"/>
          </a:xfrm>
          <a:prstGeom prst="ellipse">
            <a:avLst/>
          </a:prstGeom>
          <a:solidFill>
            <a:srgbClr val="E8FDFF">
              <a:alpha val="43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背景_星点_10"/>
          <p:cNvSpPr/>
          <p:nvPr/>
        </p:nvSpPr>
        <p:spPr>
          <a:xfrm>
            <a:off x="577379" y="1125410"/>
            <a:ext cx="36576" cy="36576"/>
          </a:xfrm>
          <a:prstGeom prst="ellipse">
            <a:avLst/>
          </a:prstGeom>
          <a:solidFill>
            <a:srgbClr val="E8FDFF">
              <a:alpha val="3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背景_星点_11"/>
          <p:cNvSpPr/>
          <p:nvPr/>
        </p:nvSpPr>
        <p:spPr>
          <a:xfrm>
            <a:off x="3146365" y="2770724"/>
            <a:ext cx="22860" cy="22860"/>
          </a:xfrm>
          <a:prstGeom prst="ellipse">
            <a:avLst/>
          </a:prstGeom>
          <a:solidFill>
            <a:srgbClr val="E8FDFF">
              <a:alpha val="41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背景_星点_12"/>
          <p:cNvSpPr/>
          <p:nvPr/>
        </p:nvSpPr>
        <p:spPr>
          <a:xfrm>
            <a:off x="2052489" y="933049"/>
            <a:ext cx="18288" cy="18288"/>
          </a:xfrm>
          <a:prstGeom prst="ellipse">
            <a:avLst/>
          </a:prstGeom>
          <a:solidFill>
            <a:srgbClr val="E8FDFF">
              <a:alpha val="61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背景_星点_13"/>
          <p:cNvSpPr/>
          <p:nvPr/>
        </p:nvSpPr>
        <p:spPr>
          <a:xfrm>
            <a:off x="4406151" y="579760"/>
            <a:ext cx="18288" cy="18288"/>
          </a:xfrm>
          <a:prstGeom prst="ellipse">
            <a:avLst/>
          </a:prstGeom>
          <a:solidFill>
            <a:srgbClr val="E8FDFF">
              <a:alpha val="3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背景_星点_14"/>
          <p:cNvSpPr/>
          <p:nvPr/>
        </p:nvSpPr>
        <p:spPr>
          <a:xfrm>
            <a:off x="1556410" y="2485947"/>
            <a:ext cx="13716" cy="13716"/>
          </a:xfrm>
          <a:prstGeom prst="ellipse">
            <a:avLst/>
          </a:prstGeom>
          <a:solidFill>
            <a:srgbClr val="E8FDFF">
              <a:alpha val="73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背景_星点_15"/>
          <p:cNvSpPr/>
          <p:nvPr/>
        </p:nvSpPr>
        <p:spPr>
          <a:xfrm>
            <a:off x="9365915" y="1075308"/>
            <a:ext cx="18288" cy="18288"/>
          </a:xfrm>
          <a:prstGeom prst="ellipse">
            <a:avLst/>
          </a:prstGeom>
          <a:solidFill>
            <a:srgbClr val="E8FDFF">
              <a:alpha val="49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背景_星点_16"/>
          <p:cNvSpPr/>
          <p:nvPr/>
        </p:nvSpPr>
        <p:spPr>
          <a:xfrm>
            <a:off x="10238417" y="3557309"/>
            <a:ext cx="27432" cy="27432"/>
          </a:xfrm>
          <a:prstGeom prst="ellipse">
            <a:avLst/>
          </a:prstGeom>
          <a:solidFill>
            <a:srgbClr val="E8FDFF">
              <a:alpha val="3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背景_星点_17"/>
          <p:cNvSpPr/>
          <p:nvPr/>
        </p:nvSpPr>
        <p:spPr>
          <a:xfrm>
            <a:off x="835366" y="3888783"/>
            <a:ext cx="18288" cy="18288"/>
          </a:xfrm>
          <a:prstGeom prst="ellipse">
            <a:avLst/>
          </a:prstGeom>
          <a:solidFill>
            <a:srgbClr val="E8FDFF">
              <a:alpha val="5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背景_星点_18"/>
          <p:cNvSpPr/>
          <p:nvPr/>
        </p:nvSpPr>
        <p:spPr>
          <a:xfrm>
            <a:off x="6669203" y="2161056"/>
            <a:ext cx="27432" cy="27432"/>
          </a:xfrm>
          <a:prstGeom prst="ellipse">
            <a:avLst/>
          </a:prstGeom>
          <a:solidFill>
            <a:srgbClr val="E8FDFF">
              <a:alpha val="59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背景_星点_19"/>
          <p:cNvSpPr/>
          <p:nvPr/>
        </p:nvSpPr>
        <p:spPr>
          <a:xfrm>
            <a:off x="9529277" y="4119067"/>
            <a:ext cx="13716" cy="13716"/>
          </a:xfrm>
          <a:prstGeom prst="ellipse">
            <a:avLst/>
          </a:prstGeom>
          <a:solidFill>
            <a:srgbClr val="E8FDFF">
              <a:alpha val="5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背景_星点_20"/>
          <p:cNvSpPr/>
          <p:nvPr/>
        </p:nvSpPr>
        <p:spPr>
          <a:xfrm>
            <a:off x="4319405" y="3817534"/>
            <a:ext cx="18288" cy="18288"/>
          </a:xfrm>
          <a:prstGeom prst="ellipse">
            <a:avLst/>
          </a:prstGeom>
          <a:solidFill>
            <a:srgbClr val="E8FDFF">
              <a:alpha val="58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背景_星点_21"/>
          <p:cNvSpPr/>
          <p:nvPr/>
        </p:nvSpPr>
        <p:spPr>
          <a:xfrm>
            <a:off x="4420222" y="2133427"/>
            <a:ext cx="27432" cy="27432"/>
          </a:xfrm>
          <a:prstGeom prst="ellipse">
            <a:avLst/>
          </a:prstGeom>
          <a:solidFill>
            <a:srgbClr val="E8FDFF">
              <a:alpha val="46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背景_星点_22"/>
          <p:cNvSpPr/>
          <p:nvPr/>
        </p:nvSpPr>
        <p:spPr>
          <a:xfrm>
            <a:off x="7600691" y="390888"/>
            <a:ext cx="22860" cy="22860"/>
          </a:xfrm>
          <a:prstGeom prst="ellipse">
            <a:avLst/>
          </a:prstGeom>
          <a:solidFill>
            <a:srgbClr val="E8FDFF">
              <a:alpha val="4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背景_星点_23"/>
          <p:cNvSpPr/>
          <p:nvPr/>
        </p:nvSpPr>
        <p:spPr>
          <a:xfrm>
            <a:off x="8339832" y="4076432"/>
            <a:ext cx="27432" cy="27432"/>
          </a:xfrm>
          <a:prstGeom prst="ellipse">
            <a:avLst/>
          </a:prstGeom>
          <a:solidFill>
            <a:srgbClr val="E8FDFF">
              <a:alpha val="7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背景_星点_24"/>
          <p:cNvSpPr/>
          <p:nvPr/>
        </p:nvSpPr>
        <p:spPr>
          <a:xfrm>
            <a:off x="2303339" y="1930075"/>
            <a:ext cx="13716" cy="13716"/>
          </a:xfrm>
          <a:prstGeom prst="ellipse">
            <a:avLst/>
          </a:prstGeom>
          <a:solidFill>
            <a:srgbClr val="E8FDFF">
              <a:alpha val="48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背景_星点_25"/>
          <p:cNvSpPr/>
          <p:nvPr/>
        </p:nvSpPr>
        <p:spPr>
          <a:xfrm>
            <a:off x="3386982" y="2344420"/>
            <a:ext cx="18288" cy="18288"/>
          </a:xfrm>
          <a:prstGeom prst="ellipse">
            <a:avLst/>
          </a:prstGeom>
          <a:solidFill>
            <a:srgbClr val="E8FDFF">
              <a:alpha val="5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背景_星点_26"/>
          <p:cNvSpPr/>
          <p:nvPr/>
        </p:nvSpPr>
        <p:spPr>
          <a:xfrm>
            <a:off x="2078103" y="2027326"/>
            <a:ext cx="22860" cy="22860"/>
          </a:xfrm>
          <a:prstGeom prst="ellipse">
            <a:avLst/>
          </a:prstGeom>
          <a:solidFill>
            <a:srgbClr val="E8FDFF">
              <a:alpha val="6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背景_星点_27"/>
          <p:cNvSpPr/>
          <p:nvPr/>
        </p:nvSpPr>
        <p:spPr>
          <a:xfrm>
            <a:off x="10708728" y="584675"/>
            <a:ext cx="22860" cy="22860"/>
          </a:xfrm>
          <a:prstGeom prst="ellipse">
            <a:avLst/>
          </a:prstGeom>
          <a:solidFill>
            <a:srgbClr val="E8FDFF">
              <a:alpha val="54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背景_星点_28"/>
          <p:cNvSpPr/>
          <p:nvPr/>
        </p:nvSpPr>
        <p:spPr>
          <a:xfrm>
            <a:off x="2821777" y="3800570"/>
            <a:ext cx="36576" cy="36576"/>
          </a:xfrm>
          <a:prstGeom prst="ellipse">
            <a:avLst/>
          </a:prstGeom>
          <a:solidFill>
            <a:srgbClr val="E8FDFF">
              <a:alpha val="5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背景_星点_29"/>
          <p:cNvSpPr/>
          <p:nvPr/>
        </p:nvSpPr>
        <p:spPr>
          <a:xfrm>
            <a:off x="6724078" y="831052"/>
            <a:ext cx="22860" cy="22860"/>
          </a:xfrm>
          <a:prstGeom prst="ellipse">
            <a:avLst/>
          </a:prstGeom>
          <a:solidFill>
            <a:srgbClr val="E8FDFF">
              <a:alpha val="69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背景_星点_30"/>
          <p:cNvSpPr/>
          <p:nvPr/>
        </p:nvSpPr>
        <p:spPr>
          <a:xfrm>
            <a:off x="8045677" y="1023934"/>
            <a:ext cx="13716" cy="13716"/>
          </a:xfrm>
          <a:prstGeom prst="ellipse">
            <a:avLst/>
          </a:prstGeom>
          <a:solidFill>
            <a:srgbClr val="E8FDFF">
              <a:alpha val="6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背景_星点_31"/>
          <p:cNvSpPr/>
          <p:nvPr/>
        </p:nvSpPr>
        <p:spPr>
          <a:xfrm>
            <a:off x="3528949" y="1382094"/>
            <a:ext cx="18288" cy="18288"/>
          </a:xfrm>
          <a:prstGeom prst="ellipse">
            <a:avLst/>
          </a:prstGeom>
          <a:solidFill>
            <a:srgbClr val="E8FDFF">
              <a:alpha val="64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背景_星点_32"/>
          <p:cNvSpPr/>
          <p:nvPr/>
        </p:nvSpPr>
        <p:spPr>
          <a:xfrm>
            <a:off x="10309472" y="2809033"/>
            <a:ext cx="18288" cy="18288"/>
          </a:xfrm>
          <a:prstGeom prst="ellipse">
            <a:avLst/>
          </a:prstGeom>
          <a:solidFill>
            <a:srgbClr val="E8FDFF">
              <a:alpha val="4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背景_星点_33"/>
          <p:cNvSpPr/>
          <p:nvPr/>
        </p:nvSpPr>
        <p:spPr>
          <a:xfrm>
            <a:off x="3855047" y="781362"/>
            <a:ext cx="27432" cy="27432"/>
          </a:xfrm>
          <a:prstGeom prst="ellipse">
            <a:avLst/>
          </a:prstGeom>
          <a:solidFill>
            <a:srgbClr val="E8FDFF">
              <a:alpha val="46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背景_星点_34"/>
          <p:cNvSpPr/>
          <p:nvPr/>
        </p:nvSpPr>
        <p:spPr>
          <a:xfrm>
            <a:off x="4231823" y="350926"/>
            <a:ext cx="22860" cy="22860"/>
          </a:xfrm>
          <a:prstGeom prst="ellipse">
            <a:avLst/>
          </a:prstGeom>
          <a:solidFill>
            <a:srgbClr val="E8FDFF">
              <a:alpha val="53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背景_星点_35"/>
          <p:cNvSpPr/>
          <p:nvPr/>
        </p:nvSpPr>
        <p:spPr>
          <a:xfrm>
            <a:off x="9227936" y="3318640"/>
            <a:ext cx="36576" cy="36576"/>
          </a:xfrm>
          <a:prstGeom prst="ellipse">
            <a:avLst/>
          </a:prstGeom>
          <a:solidFill>
            <a:srgbClr val="E8FDFF">
              <a:alpha val="4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背景_星点_36"/>
          <p:cNvSpPr/>
          <p:nvPr/>
        </p:nvSpPr>
        <p:spPr>
          <a:xfrm>
            <a:off x="8339919" y="896094"/>
            <a:ext cx="13716" cy="13716"/>
          </a:xfrm>
          <a:prstGeom prst="ellipse">
            <a:avLst/>
          </a:prstGeom>
          <a:solidFill>
            <a:srgbClr val="E8FDFF">
              <a:alpha val="4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背景_星点_37"/>
          <p:cNvSpPr/>
          <p:nvPr/>
        </p:nvSpPr>
        <p:spPr>
          <a:xfrm>
            <a:off x="9405751" y="2014447"/>
            <a:ext cx="36576" cy="36576"/>
          </a:xfrm>
          <a:prstGeom prst="ellipse">
            <a:avLst/>
          </a:prstGeom>
          <a:solidFill>
            <a:srgbClr val="E8FDFF">
              <a:alpha val="58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背景_星点_38"/>
          <p:cNvSpPr/>
          <p:nvPr/>
        </p:nvSpPr>
        <p:spPr>
          <a:xfrm>
            <a:off x="4294844" y="1525730"/>
            <a:ext cx="13716" cy="13716"/>
          </a:xfrm>
          <a:prstGeom prst="ellipse">
            <a:avLst/>
          </a:prstGeom>
          <a:solidFill>
            <a:srgbClr val="E8FDFF">
              <a:alpha val="5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背景_星点_39"/>
          <p:cNvSpPr/>
          <p:nvPr/>
        </p:nvSpPr>
        <p:spPr>
          <a:xfrm>
            <a:off x="6663718" y="2917977"/>
            <a:ext cx="22860" cy="22860"/>
          </a:xfrm>
          <a:prstGeom prst="ellipse">
            <a:avLst/>
          </a:prstGeom>
          <a:solidFill>
            <a:srgbClr val="E8FDFF">
              <a:alpha val="46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背景_星点_40"/>
          <p:cNvSpPr/>
          <p:nvPr/>
        </p:nvSpPr>
        <p:spPr>
          <a:xfrm>
            <a:off x="10793768" y="786324"/>
            <a:ext cx="27432" cy="27432"/>
          </a:xfrm>
          <a:prstGeom prst="ellipse">
            <a:avLst/>
          </a:prstGeom>
          <a:solidFill>
            <a:srgbClr val="E8FDFF">
              <a:alpha val="5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背景_星点_41"/>
          <p:cNvSpPr/>
          <p:nvPr/>
        </p:nvSpPr>
        <p:spPr>
          <a:xfrm>
            <a:off x="3622767" y="978618"/>
            <a:ext cx="27432" cy="27432"/>
          </a:xfrm>
          <a:prstGeom prst="ellipse">
            <a:avLst/>
          </a:prstGeom>
          <a:solidFill>
            <a:srgbClr val="E8FDFF">
              <a:alpha val="44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背景_星点_42"/>
          <p:cNvSpPr/>
          <p:nvPr/>
        </p:nvSpPr>
        <p:spPr>
          <a:xfrm>
            <a:off x="1078242" y="3532842"/>
            <a:ext cx="36576" cy="36576"/>
          </a:xfrm>
          <a:prstGeom prst="ellipse">
            <a:avLst/>
          </a:prstGeom>
          <a:solidFill>
            <a:srgbClr val="E8FDFF">
              <a:alpha val="31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背景_星点_43"/>
          <p:cNvSpPr/>
          <p:nvPr/>
        </p:nvSpPr>
        <p:spPr>
          <a:xfrm>
            <a:off x="11444054" y="1627870"/>
            <a:ext cx="13716" cy="13716"/>
          </a:xfrm>
          <a:prstGeom prst="ellipse">
            <a:avLst/>
          </a:prstGeom>
          <a:solidFill>
            <a:srgbClr val="E8FDFF">
              <a:alpha val="38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背景_星点_44"/>
          <p:cNvSpPr/>
          <p:nvPr/>
        </p:nvSpPr>
        <p:spPr>
          <a:xfrm>
            <a:off x="6565705" y="1912135"/>
            <a:ext cx="27432" cy="27432"/>
          </a:xfrm>
          <a:prstGeom prst="ellipse">
            <a:avLst/>
          </a:prstGeom>
          <a:solidFill>
            <a:srgbClr val="E8FDFF">
              <a:alpha val="6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背景_星点_45"/>
          <p:cNvSpPr/>
          <p:nvPr/>
        </p:nvSpPr>
        <p:spPr>
          <a:xfrm>
            <a:off x="11119675" y="503002"/>
            <a:ext cx="22860" cy="22860"/>
          </a:xfrm>
          <a:prstGeom prst="ellipse">
            <a:avLst/>
          </a:prstGeom>
          <a:solidFill>
            <a:srgbClr val="E8FDFF">
              <a:alpha val="56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背景_云雾_1"/>
          <p:cNvSpPr/>
          <p:nvPr/>
        </p:nvSpPr>
        <p:spPr>
          <a:xfrm>
            <a:off x="-914400" y="3246120"/>
            <a:ext cx="5943600" cy="1005840"/>
          </a:xfrm>
          <a:prstGeom prst="ellipse">
            <a:avLst/>
          </a:prstGeom>
          <a:solidFill>
            <a:srgbClr val="DDF9FF">
              <a:alpha val="2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背景_云雾_2"/>
          <p:cNvSpPr/>
          <p:nvPr/>
        </p:nvSpPr>
        <p:spPr>
          <a:xfrm>
            <a:off x="3108960" y="3383280"/>
            <a:ext cx="5852160" cy="914400"/>
          </a:xfrm>
          <a:prstGeom prst="ellipse">
            <a:avLst/>
          </a:prstGeom>
          <a:solidFill>
            <a:srgbClr val="DDF9FF">
              <a:alpha val="2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背景_云雾_3"/>
          <p:cNvSpPr/>
          <p:nvPr/>
        </p:nvSpPr>
        <p:spPr>
          <a:xfrm>
            <a:off x="7498079" y="3246120"/>
            <a:ext cx="5669280" cy="1005840"/>
          </a:xfrm>
          <a:prstGeom prst="ellipse">
            <a:avLst/>
          </a:prstGeom>
          <a:solidFill>
            <a:srgbClr val="DDF9FF">
              <a:alpha val="2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背景_山体层_1"/>
          <p:cNvSpPr/>
          <p:nvPr/>
        </p:nvSpPr>
        <p:spPr>
          <a:xfrm>
            <a:off x="0" y="3278587"/>
            <a:ext cx="12191695" cy="3579413"/>
          </a:xfrm>
          <a:custGeom>
            <a:avLst/>
            <a:gdLst/>
            <a:ahLst/>
            <a:cxnLst/>
            <a:rect l="l" t="t" r="r" b="b"/>
            <a:pathLst>
              <a:path w="12191695" h="3579413">
                <a:moveTo>
                  <a:pt x="0" y="3579413"/>
                </a:moveTo>
                <a:lnTo>
                  <a:pt x="0" y="424733"/>
                </a:lnTo>
                <a:lnTo>
                  <a:pt x="502920" y="30004"/>
                </a:lnTo>
                <a:lnTo>
                  <a:pt x="1005840" y="181354"/>
                </a:lnTo>
                <a:lnTo>
                  <a:pt x="1417320" y="210741"/>
                </a:lnTo>
                <a:lnTo>
                  <a:pt x="1828800" y="412610"/>
                </a:lnTo>
                <a:lnTo>
                  <a:pt x="2194560" y="383182"/>
                </a:lnTo>
                <a:lnTo>
                  <a:pt x="2651760" y="343382"/>
                </a:lnTo>
                <a:lnTo>
                  <a:pt x="3063240" y="771301"/>
                </a:lnTo>
                <a:lnTo>
                  <a:pt x="3520440" y="844634"/>
                </a:lnTo>
                <a:lnTo>
                  <a:pt x="3931920" y="676338"/>
                </a:lnTo>
                <a:lnTo>
                  <a:pt x="4389120" y="423216"/>
                </a:lnTo>
                <a:lnTo>
                  <a:pt x="4892040" y="62364"/>
                </a:lnTo>
                <a:lnTo>
                  <a:pt x="5394960" y="342126"/>
                </a:lnTo>
                <a:lnTo>
                  <a:pt x="5852160" y="221530"/>
                </a:lnTo>
                <a:lnTo>
                  <a:pt x="6309360" y="176290"/>
                </a:lnTo>
                <a:lnTo>
                  <a:pt x="6858000" y="357716"/>
                </a:lnTo>
                <a:lnTo>
                  <a:pt x="7406640" y="743055"/>
                </a:lnTo>
                <a:lnTo>
                  <a:pt x="8001000" y="838585"/>
                </a:lnTo>
                <a:lnTo>
                  <a:pt x="8549640" y="418765"/>
                </a:lnTo>
                <a:lnTo>
                  <a:pt x="9052560" y="369638"/>
                </a:lnTo>
                <a:lnTo>
                  <a:pt x="9601200" y="269916"/>
                </a:lnTo>
                <a:lnTo>
                  <a:pt x="10149840" y="257250"/>
                </a:lnTo>
                <a:lnTo>
                  <a:pt x="10744200" y="0"/>
                </a:lnTo>
                <a:lnTo>
                  <a:pt x="11338560" y="568225"/>
                </a:lnTo>
                <a:lnTo>
                  <a:pt x="12188952" y="837003"/>
                </a:lnTo>
                <a:lnTo>
                  <a:pt x="12191695" y="3579413"/>
                </a:lnTo>
                <a:close/>
              </a:path>
            </a:pathLst>
          </a:custGeom>
          <a:solidFill>
            <a:srgbClr val="124D72">
              <a:alpha val="7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背景_山体层_2"/>
          <p:cNvSpPr/>
          <p:nvPr/>
        </p:nvSpPr>
        <p:spPr>
          <a:xfrm>
            <a:off x="0" y="3514638"/>
            <a:ext cx="12191695" cy="3343362"/>
          </a:xfrm>
          <a:custGeom>
            <a:avLst/>
            <a:gdLst/>
            <a:ahLst/>
            <a:cxnLst/>
            <a:rect l="l" t="t" r="r" b="b"/>
            <a:pathLst>
              <a:path w="12191695" h="3343362">
                <a:moveTo>
                  <a:pt x="0" y="3343362"/>
                </a:moveTo>
                <a:lnTo>
                  <a:pt x="0" y="89872"/>
                </a:lnTo>
                <a:lnTo>
                  <a:pt x="438912" y="0"/>
                </a:lnTo>
                <a:lnTo>
                  <a:pt x="914400" y="381022"/>
                </a:lnTo>
                <a:lnTo>
                  <a:pt x="1298448" y="393165"/>
                </a:lnTo>
                <a:lnTo>
                  <a:pt x="1737360" y="509037"/>
                </a:lnTo>
                <a:lnTo>
                  <a:pt x="2121408" y="549549"/>
                </a:lnTo>
                <a:lnTo>
                  <a:pt x="2487168" y="531820"/>
                </a:lnTo>
                <a:lnTo>
                  <a:pt x="2944368" y="900942"/>
                </a:lnTo>
                <a:lnTo>
                  <a:pt x="3429000" y="788411"/>
                </a:lnTo>
                <a:lnTo>
                  <a:pt x="3840480" y="398583"/>
                </a:lnTo>
                <a:lnTo>
                  <a:pt x="4315968" y="227901"/>
                </a:lnTo>
                <a:lnTo>
                  <a:pt x="4754880" y="80478"/>
                </a:lnTo>
                <a:lnTo>
                  <a:pt x="5212080" y="364102"/>
                </a:lnTo>
                <a:lnTo>
                  <a:pt x="5623560" y="394692"/>
                </a:lnTo>
                <a:lnTo>
                  <a:pt x="6053328" y="226250"/>
                </a:lnTo>
                <a:lnTo>
                  <a:pt x="6446520" y="495236"/>
                </a:lnTo>
                <a:lnTo>
                  <a:pt x="6949440" y="735339"/>
                </a:lnTo>
                <a:lnTo>
                  <a:pt x="7452360" y="925475"/>
                </a:lnTo>
                <a:lnTo>
                  <a:pt x="7955279" y="629255"/>
                </a:lnTo>
                <a:lnTo>
                  <a:pt x="8458200" y="222317"/>
                </a:lnTo>
                <a:lnTo>
                  <a:pt x="8915400" y="358180"/>
                </a:lnTo>
                <a:lnTo>
                  <a:pt x="9436608" y="236701"/>
                </a:lnTo>
                <a:lnTo>
                  <a:pt x="9921240" y="290787"/>
                </a:lnTo>
                <a:lnTo>
                  <a:pt x="10424160" y="149577"/>
                </a:lnTo>
                <a:lnTo>
                  <a:pt x="10972800" y="646414"/>
                </a:lnTo>
                <a:lnTo>
                  <a:pt x="11475720" y="892971"/>
                </a:lnTo>
                <a:lnTo>
                  <a:pt x="12188952" y="688790"/>
                </a:lnTo>
                <a:lnTo>
                  <a:pt x="12191695" y="3343362"/>
                </a:lnTo>
                <a:close/>
              </a:path>
            </a:pathLst>
          </a:custGeom>
          <a:solidFill>
            <a:srgbClr val="0F4165">
              <a:alpha val="8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背景_山体层_3"/>
          <p:cNvSpPr/>
          <p:nvPr/>
        </p:nvSpPr>
        <p:spPr>
          <a:xfrm>
            <a:off x="0" y="3810785"/>
            <a:ext cx="12191695" cy="3047215"/>
          </a:xfrm>
          <a:custGeom>
            <a:avLst/>
            <a:gdLst/>
            <a:ahLst/>
            <a:cxnLst/>
            <a:rect l="l" t="t" r="r" b="b"/>
            <a:pathLst>
              <a:path w="12191695" h="3047215">
                <a:moveTo>
                  <a:pt x="0" y="3047215"/>
                </a:moveTo>
                <a:lnTo>
                  <a:pt x="0" y="0"/>
                </a:lnTo>
                <a:lnTo>
                  <a:pt x="384048" y="183268"/>
                </a:lnTo>
                <a:lnTo>
                  <a:pt x="804672" y="615808"/>
                </a:lnTo>
                <a:lnTo>
                  <a:pt x="1188720" y="569560"/>
                </a:lnTo>
                <a:lnTo>
                  <a:pt x="1572768" y="550615"/>
                </a:lnTo>
                <a:lnTo>
                  <a:pt x="1965960" y="697285"/>
                </a:lnTo>
                <a:lnTo>
                  <a:pt x="2377440" y="690214"/>
                </a:lnTo>
                <a:lnTo>
                  <a:pt x="2788920" y="841443"/>
                </a:lnTo>
                <a:lnTo>
                  <a:pt x="3154680" y="781352"/>
                </a:lnTo>
                <a:lnTo>
                  <a:pt x="3611880" y="210878"/>
                </a:lnTo>
                <a:lnTo>
                  <a:pt x="4041648" y="121860"/>
                </a:lnTo>
                <a:lnTo>
                  <a:pt x="4443984" y="207229"/>
                </a:lnTo>
                <a:lnTo>
                  <a:pt x="4846320" y="285864"/>
                </a:lnTo>
                <a:lnTo>
                  <a:pt x="5303520" y="545930"/>
                </a:lnTo>
                <a:lnTo>
                  <a:pt x="5724144" y="414374"/>
                </a:lnTo>
                <a:lnTo>
                  <a:pt x="6144768" y="498172"/>
                </a:lnTo>
                <a:lnTo>
                  <a:pt x="6565392" y="890948"/>
                </a:lnTo>
                <a:lnTo>
                  <a:pt x="6967728" y="864269"/>
                </a:lnTo>
                <a:lnTo>
                  <a:pt x="7388352" y="739645"/>
                </a:lnTo>
                <a:lnTo>
                  <a:pt x="7790688" y="472346"/>
                </a:lnTo>
                <a:lnTo>
                  <a:pt x="8211312" y="97453"/>
                </a:lnTo>
                <a:lnTo>
                  <a:pt x="8641080" y="290337"/>
                </a:lnTo>
                <a:lnTo>
                  <a:pt x="9070848" y="377208"/>
                </a:lnTo>
                <a:lnTo>
                  <a:pt x="9491472" y="240901"/>
                </a:lnTo>
                <a:lnTo>
                  <a:pt x="9930384" y="374971"/>
                </a:lnTo>
                <a:lnTo>
                  <a:pt x="10387584" y="445894"/>
                </a:lnTo>
                <a:lnTo>
                  <a:pt x="10808208" y="811393"/>
                </a:lnTo>
                <a:lnTo>
                  <a:pt x="11292840" y="898375"/>
                </a:lnTo>
                <a:lnTo>
                  <a:pt x="12188952" y="459186"/>
                </a:lnTo>
                <a:lnTo>
                  <a:pt x="12191695" y="3047215"/>
                </a:lnTo>
                <a:close/>
              </a:path>
            </a:pathLst>
          </a:custGeom>
          <a:solidFill>
            <a:srgbClr val="0A3456">
              <a:alpha val="9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背景_数据光柱_1"/>
          <p:cNvCxnSpPr/>
          <p:nvPr/>
        </p:nvCxnSpPr>
        <p:spPr>
          <a:xfrm>
            <a:off x="502920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背景_光柱节点_1"/>
          <p:cNvSpPr/>
          <p:nvPr/>
        </p:nvSpPr>
        <p:spPr>
          <a:xfrm>
            <a:off x="480060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背景_数据光柱_2"/>
          <p:cNvCxnSpPr/>
          <p:nvPr/>
        </p:nvCxnSpPr>
        <p:spPr>
          <a:xfrm>
            <a:off x="749808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背景_光柱节点_2"/>
          <p:cNvSpPr/>
          <p:nvPr/>
        </p:nvSpPr>
        <p:spPr>
          <a:xfrm>
            <a:off x="726947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背景_数据光柱_3"/>
          <p:cNvCxnSpPr/>
          <p:nvPr/>
        </p:nvCxnSpPr>
        <p:spPr>
          <a:xfrm>
            <a:off x="969264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背景_光柱节点_3"/>
          <p:cNvSpPr/>
          <p:nvPr/>
        </p:nvSpPr>
        <p:spPr>
          <a:xfrm>
            <a:off x="946404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背景_数据光柱_4"/>
          <p:cNvCxnSpPr/>
          <p:nvPr/>
        </p:nvCxnSpPr>
        <p:spPr>
          <a:xfrm>
            <a:off x="10954512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背景_光柱节点_4"/>
          <p:cNvSpPr/>
          <p:nvPr/>
        </p:nvSpPr>
        <p:spPr>
          <a:xfrm>
            <a:off x="10931652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背景_数据光柱_5"/>
          <p:cNvCxnSpPr/>
          <p:nvPr/>
        </p:nvCxnSpPr>
        <p:spPr>
          <a:xfrm>
            <a:off x="11201400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背景_光柱节点_5"/>
          <p:cNvSpPr/>
          <p:nvPr/>
        </p:nvSpPr>
        <p:spPr>
          <a:xfrm>
            <a:off x="11178540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背景_数据光柱_6"/>
          <p:cNvCxnSpPr/>
          <p:nvPr/>
        </p:nvCxnSpPr>
        <p:spPr>
          <a:xfrm>
            <a:off x="11475720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背景_光柱节点_6"/>
          <p:cNvSpPr/>
          <p:nvPr/>
        </p:nvSpPr>
        <p:spPr>
          <a:xfrm>
            <a:off x="11452860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背景_地面暗层"/>
          <p:cNvSpPr/>
          <p:nvPr/>
        </p:nvSpPr>
        <p:spPr>
          <a:xfrm>
            <a:off x="0" y="4617720"/>
            <a:ext cx="12191695" cy="2240280"/>
          </a:xfrm>
          <a:prstGeom prst="rect">
            <a:avLst/>
          </a:prstGeom>
          <a:solidFill>
            <a:srgbClr val="062742">
              <a:alpha val="9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背景_光路底_0"/>
          <p:cNvCxnSpPr/>
          <p:nvPr/>
        </p:nvCxnSpPr>
        <p:spPr>
          <a:xfrm>
            <a:off x="155447" y="5500116"/>
            <a:ext cx="495301" cy="2269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背景_光路亮线_0"/>
          <p:cNvCxnSpPr/>
          <p:nvPr/>
        </p:nvCxnSpPr>
        <p:spPr>
          <a:xfrm>
            <a:off x="155447" y="5500116"/>
            <a:ext cx="495301" cy="2269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背景_光路底_0"/>
          <p:cNvCxnSpPr/>
          <p:nvPr/>
        </p:nvCxnSpPr>
        <p:spPr>
          <a:xfrm>
            <a:off x="650748" y="5522814"/>
            <a:ext cx="495299" cy="15742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背景_光路亮线_0"/>
          <p:cNvCxnSpPr/>
          <p:nvPr/>
        </p:nvCxnSpPr>
        <p:spPr>
          <a:xfrm>
            <a:off x="650748" y="5522814"/>
            <a:ext cx="495299" cy="15742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背景_光路底_0"/>
          <p:cNvCxnSpPr/>
          <p:nvPr/>
        </p:nvCxnSpPr>
        <p:spPr>
          <a:xfrm>
            <a:off x="1146047" y="5538556"/>
            <a:ext cx="495301" cy="38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背景_光路亮线_0"/>
          <p:cNvCxnSpPr/>
          <p:nvPr/>
        </p:nvCxnSpPr>
        <p:spPr>
          <a:xfrm>
            <a:off x="1146047" y="5538556"/>
            <a:ext cx="495301" cy="38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背景_光路底_0"/>
          <p:cNvCxnSpPr/>
          <p:nvPr/>
        </p:nvCxnSpPr>
        <p:spPr>
          <a:xfrm flipV="1">
            <a:off x="1641348" y="5518748"/>
            <a:ext cx="495299" cy="2019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背景_光路亮线_0"/>
          <p:cNvCxnSpPr/>
          <p:nvPr/>
        </p:nvCxnSpPr>
        <p:spPr>
          <a:xfrm flipV="1">
            <a:off x="1641348" y="5518748"/>
            <a:ext cx="495299" cy="2019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背景_光路底_0"/>
          <p:cNvCxnSpPr/>
          <p:nvPr/>
        </p:nvCxnSpPr>
        <p:spPr>
          <a:xfrm flipV="1">
            <a:off x="2136647" y="5476807"/>
            <a:ext cx="495301" cy="4194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背景_光路亮线_0"/>
          <p:cNvCxnSpPr/>
          <p:nvPr/>
        </p:nvCxnSpPr>
        <p:spPr>
          <a:xfrm flipV="1">
            <a:off x="2136647" y="5476807"/>
            <a:ext cx="495301" cy="4194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背景_光路底_0"/>
          <p:cNvCxnSpPr/>
          <p:nvPr/>
        </p:nvCxnSpPr>
        <p:spPr>
          <a:xfrm flipV="1">
            <a:off x="2631948" y="5416224"/>
            <a:ext cx="495300" cy="6058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背景_光路亮线_0"/>
          <p:cNvCxnSpPr/>
          <p:nvPr/>
        </p:nvCxnSpPr>
        <p:spPr>
          <a:xfrm flipV="1">
            <a:off x="2631948" y="5416224"/>
            <a:ext cx="495300" cy="6058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背景_光路底_0"/>
          <p:cNvCxnSpPr/>
          <p:nvPr/>
        </p:nvCxnSpPr>
        <p:spPr>
          <a:xfrm flipV="1">
            <a:off x="3127248" y="5343834"/>
            <a:ext cx="495300" cy="7239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背景_光路亮线_0"/>
          <p:cNvCxnSpPr/>
          <p:nvPr/>
        </p:nvCxnSpPr>
        <p:spPr>
          <a:xfrm flipV="1">
            <a:off x="3127248" y="5343834"/>
            <a:ext cx="495300" cy="7239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背景_光路底_0"/>
          <p:cNvCxnSpPr/>
          <p:nvPr/>
        </p:nvCxnSpPr>
        <p:spPr>
          <a:xfrm flipV="1">
            <a:off x="3622548" y="5269035"/>
            <a:ext cx="495299" cy="74799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背景_光路亮线_0"/>
          <p:cNvCxnSpPr/>
          <p:nvPr/>
        </p:nvCxnSpPr>
        <p:spPr>
          <a:xfrm flipV="1">
            <a:off x="3622548" y="5269035"/>
            <a:ext cx="495299" cy="74799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背景_光路底_0"/>
          <p:cNvCxnSpPr/>
          <p:nvPr/>
        </p:nvCxnSpPr>
        <p:spPr>
          <a:xfrm flipV="1">
            <a:off x="4117847" y="5202181"/>
            <a:ext cx="495301" cy="66854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背景_光路亮线_0"/>
          <p:cNvCxnSpPr/>
          <p:nvPr/>
        </p:nvCxnSpPr>
        <p:spPr>
          <a:xfrm flipV="1">
            <a:off x="4117847" y="5202181"/>
            <a:ext cx="495301" cy="66854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背景_光路底_0"/>
          <p:cNvCxnSpPr/>
          <p:nvPr/>
        </p:nvCxnSpPr>
        <p:spPr>
          <a:xfrm flipV="1">
            <a:off x="4613148" y="5152812"/>
            <a:ext cx="495300" cy="49369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背景_光路亮线_0"/>
          <p:cNvCxnSpPr/>
          <p:nvPr/>
        </p:nvCxnSpPr>
        <p:spPr>
          <a:xfrm flipV="1">
            <a:off x="4613148" y="5152812"/>
            <a:ext cx="495300" cy="49369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背景_光路底_0"/>
          <p:cNvCxnSpPr/>
          <p:nvPr/>
        </p:nvCxnSpPr>
        <p:spPr>
          <a:xfrm flipV="1">
            <a:off x="5108448" y="5128016"/>
            <a:ext cx="495300" cy="24796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背景_光路亮线_0"/>
          <p:cNvCxnSpPr/>
          <p:nvPr/>
        </p:nvCxnSpPr>
        <p:spPr>
          <a:xfrm flipV="1">
            <a:off x="5108448" y="5128016"/>
            <a:ext cx="495300" cy="24796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背景_光路底_0"/>
          <p:cNvCxnSpPr/>
          <p:nvPr/>
        </p:nvCxnSpPr>
        <p:spPr>
          <a:xfrm>
            <a:off x="5603748" y="5128016"/>
            <a:ext cx="495300" cy="320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背景_光路亮线_0"/>
          <p:cNvCxnSpPr/>
          <p:nvPr/>
        </p:nvCxnSpPr>
        <p:spPr>
          <a:xfrm>
            <a:off x="5603748" y="5128016"/>
            <a:ext cx="495300" cy="320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背景_光路底_0"/>
          <p:cNvCxnSpPr/>
          <p:nvPr/>
        </p:nvCxnSpPr>
        <p:spPr>
          <a:xfrm>
            <a:off x="6099048" y="5131221"/>
            <a:ext cx="495299" cy="3038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背景_光路亮线_0"/>
          <p:cNvCxnSpPr/>
          <p:nvPr/>
        </p:nvCxnSpPr>
        <p:spPr>
          <a:xfrm>
            <a:off x="6099048" y="5131221"/>
            <a:ext cx="495299" cy="3038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背景_光路底_0"/>
          <p:cNvCxnSpPr/>
          <p:nvPr/>
        </p:nvCxnSpPr>
        <p:spPr>
          <a:xfrm>
            <a:off x="6594347" y="5161608"/>
            <a:ext cx="495301" cy="5264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背景_光路亮线_0"/>
          <p:cNvCxnSpPr/>
          <p:nvPr/>
        </p:nvCxnSpPr>
        <p:spPr>
          <a:xfrm>
            <a:off x="6594347" y="5161608"/>
            <a:ext cx="495301" cy="5264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背景_光路底_0"/>
          <p:cNvCxnSpPr/>
          <p:nvPr/>
        </p:nvCxnSpPr>
        <p:spPr>
          <a:xfrm>
            <a:off x="7089648" y="5214248"/>
            <a:ext cx="495300" cy="6670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背景_光路亮线_0"/>
          <p:cNvCxnSpPr/>
          <p:nvPr/>
        </p:nvCxnSpPr>
        <p:spPr>
          <a:xfrm>
            <a:off x="7089648" y="5214248"/>
            <a:ext cx="495300" cy="6670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背景_光路底_0"/>
          <p:cNvCxnSpPr/>
          <p:nvPr/>
        </p:nvCxnSpPr>
        <p:spPr>
          <a:xfrm>
            <a:off x="7584948" y="5280949"/>
            <a:ext cx="495299" cy="70706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背景_光路亮线_0"/>
          <p:cNvCxnSpPr/>
          <p:nvPr/>
        </p:nvCxnSpPr>
        <p:spPr>
          <a:xfrm>
            <a:off x="7584948" y="5280949"/>
            <a:ext cx="495299" cy="70706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背景_光路底_0"/>
          <p:cNvCxnSpPr/>
          <p:nvPr/>
        </p:nvCxnSpPr>
        <p:spPr>
          <a:xfrm>
            <a:off x="8080247" y="5351655"/>
            <a:ext cx="495301" cy="6451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背景_光路亮线_0"/>
          <p:cNvCxnSpPr/>
          <p:nvPr/>
        </p:nvCxnSpPr>
        <p:spPr>
          <a:xfrm>
            <a:off x="8080247" y="5351655"/>
            <a:ext cx="495301" cy="6451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背景_光路底_0"/>
          <p:cNvCxnSpPr/>
          <p:nvPr/>
        </p:nvCxnSpPr>
        <p:spPr>
          <a:xfrm>
            <a:off x="8575548" y="5416170"/>
            <a:ext cx="495300" cy="49729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背景_光路亮线_0"/>
          <p:cNvCxnSpPr/>
          <p:nvPr/>
        </p:nvCxnSpPr>
        <p:spPr>
          <a:xfrm>
            <a:off x="8575548" y="5416170"/>
            <a:ext cx="495300" cy="49729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背景_光路底_0"/>
          <p:cNvCxnSpPr/>
          <p:nvPr/>
        </p:nvCxnSpPr>
        <p:spPr>
          <a:xfrm>
            <a:off x="9070848" y="5465899"/>
            <a:ext cx="495300" cy="2942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背景_光路亮线_0"/>
          <p:cNvCxnSpPr/>
          <p:nvPr/>
        </p:nvCxnSpPr>
        <p:spPr>
          <a:xfrm>
            <a:off x="9070848" y="5465899"/>
            <a:ext cx="495300" cy="2942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背景_光路底_0"/>
          <p:cNvCxnSpPr/>
          <p:nvPr/>
        </p:nvCxnSpPr>
        <p:spPr>
          <a:xfrm>
            <a:off x="9566148" y="5495320"/>
            <a:ext cx="495300" cy="761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背景_光路亮线_0"/>
          <p:cNvCxnSpPr/>
          <p:nvPr/>
        </p:nvCxnSpPr>
        <p:spPr>
          <a:xfrm>
            <a:off x="9566148" y="5495320"/>
            <a:ext cx="495300" cy="761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背景_光路底_0"/>
          <p:cNvCxnSpPr/>
          <p:nvPr/>
        </p:nvCxnSpPr>
        <p:spPr>
          <a:xfrm flipV="1">
            <a:off x="10061448" y="5491503"/>
            <a:ext cx="495300" cy="1142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背景_光路亮线_0"/>
          <p:cNvCxnSpPr/>
          <p:nvPr/>
        </p:nvCxnSpPr>
        <p:spPr>
          <a:xfrm flipV="1">
            <a:off x="10061448" y="5491503"/>
            <a:ext cx="495300" cy="1142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背景_光路底_0"/>
          <p:cNvCxnSpPr/>
          <p:nvPr/>
        </p:nvCxnSpPr>
        <p:spPr>
          <a:xfrm flipV="1">
            <a:off x="10556748" y="5467610"/>
            <a:ext cx="495300" cy="2389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背景_光路亮线_0"/>
          <p:cNvCxnSpPr/>
          <p:nvPr/>
        </p:nvCxnSpPr>
        <p:spPr>
          <a:xfrm flipV="1">
            <a:off x="10556748" y="5467610"/>
            <a:ext cx="495300" cy="2389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背景_光路底_0"/>
          <p:cNvCxnSpPr/>
          <p:nvPr/>
        </p:nvCxnSpPr>
        <p:spPr>
          <a:xfrm flipV="1">
            <a:off x="11052048" y="5440503"/>
            <a:ext cx="495300" cy="2710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背景_光路亮线_0"/>
          <p:cNvCxnSpPr/>
          <p:nvPr/>
        </p:nvCxnSpPr>
        <p:spPr>
          <a:xfrm flipV="1">
            <a:off x="11052048" y="5440503"/>
            <a:ext cx="495300" cy="2710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背景_光路底_0"/>
          <p:cNvCxnSpPr/>
          <p:nvPr/>
        </p:nvCxnSpPr>
        <p:spPr>
          <a:xfrm flipV="1">
            <a:off x="11547348" y="5420523"/>
            <a:ext cx="495300" cy="1998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背景_光路亮线_0"/>
          <p:cNvCxnSpPr/>
          <p:nvPr/>
        </p:nvCxnSpPr>
        <p:spPr>
          <a:xfrm flipV="1">
            <a:off x="11547348" y="5420523"/>
            <a:ext cx="495300" cy="1998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背景_光路底_1"/>
          <p:cNvCxnSpPr/>
          <p:nvPr/>
        </p:nvCxnSpPr>
        <p:spPr>
          <a:xfrm flipV="1">
            <a:off x="155447" y="5658465"/>
            <a:ext cx="495301" cy="1505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背景_光路亮线_1"/>
          <p:cNvCxnSpPr/>
          <p:nvPr/>
        </p:nvCxnSpPr>
        <p:spPr>
          <a:xfrm flipV="1">
            <a:off x="155447" y="5658465"/>
            <a:ext cx="495301" cy="1505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背景_光路底_1"/>
          <p:cNvCxnSpPr/>
          <p:nvPr/>
        </p:nvCxnSpPr>
        <p:spPr>
          <a:xfrm flipV="1">
            <a:off x="650748" y="5621848"/>
            <a:ext cx="495299" cy="3661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背景_光路亮线_1"/>
          <p:cNvCxnSpPr/>
          <p:nvPr/>
        </p:nvCxnSpPr>
        <p:spPr>
          <a:xfrm flipV="1">
            <a:off x="650748" y="5621848"/>
            <a:ext cx="495299" cy="3661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背景_光路底_1"/>
          <p:cNvCxnSpPr/>
          <p:nvPr/>
        </p:nvCxnSpPr>
        <p:spPr>
          <a:xfrm flipV="1">
            <a:off x="1146047" y="5564230"/>
            <a:ext cx="495301" cy="5761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背景_光路亮线_1"/>
          <p:cNvCxnSpPr/>
          <p:nvPr/>
        </p:nvCxnSpPr>
        <p:spPr>
          <a:xfrm flipV="1">
            <a:off x="1146047" y="5564230"/>
            <a:ext cx="495301" cy="5761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背景_光路底_1"/>
          <p:cNvCxnSpPr/>
          <p:nvPr/>
        </p:nvCxnSpPr>
        <p:spPr>
          <a:xfrm flipV="1">
            <a:off x="1641348" y="5490308"/>
            <a:ext cx="495299" cy="73922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背景_光路亮线_1"/>
          <p:cNvCxnSpPr/>
          <p:nvPr/>
        </p:nvCxnSpPr>
        <p:spPr>
          <a:xfrm flipV="1">
            <a:off x="1641348" y="5490308"/>
            <a:ext cx="495299" cy="73922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背景_光路底_1"/>
          <p:cNvCxnSpPr/>
          <p:nvPr/>
        </p:nvCxnSpPr>
        <p:spPr>
          <a:xfrm flipV="1">
            <a:off x="2136647" y="5408114"/>
            <a:ext cx="495301" cy="82194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背景_光路亮线_1"/>
          <p:cNvCxnSpPr/>
          <p:nvPr/>
        </p:nvCxnSpPr>
        <p:spPr>
          <a:xfrm flipV="1">
            <a:off x="2136647" y="5408114"/>
            <a:ext cx="495301" cy="82194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背景_光路底_1"/>
          <p:cNvCxnSpPr/>
          <p:nvPr/>
        </p:nvCxnSpPr>
        <p:spPr>
          <a:xfrm flipV="1">
            <a:off x="2631948" y="5327637"/>
            <a:ext cx="495300" cy="8047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背景_光路亮线_1"/>
          <p:cNvCxnSpPr/>
          <p:nvPr/>
        </p:nvCxnSpPr>
        <p:spPr>
          <a:xfrm flipV="1">
            <a:off x="2631948" y="5327637"/>
            <a:ext cx="495300" cy="8047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背景_光路底_1"/>
          <p:cNvCxnSpPr/>
          <p:nvPr/>
        </p:nvCxnSpPr>
        <p:spPr>
          <a:xfrm flipV="1">
            <a:off x="3127248" y="5259116"/>
            <a:ext cx="495300" cy="6852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背景_光路亮线_1"/>
          <p:cNvCxnSpPr/>
          <p:nvPr/>
        </p:nvCxnSpPr>
        <p:spPr>
          <a:xfrm flipV="1">
            <a:off x="3127248" y="5259116"/>
            <a:ext cx="495300" cy="6852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背景_光路底_1"/>
          <p:cNvCxnSpPr/>
          <p:nvPr/>
        </p:nvCxnSpPr>
        <p:spPr>
          <a:xfrm flipV="1">
            <a:off x="3622548" y="5211289"/>
            <a:ext cx="495299" cy="4782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背景_光路亮线_1"/>
          <p:cNvCxnSpPr/>
          <p:nvPr/>
        </p:nvCxnSpPr>
        <p:spPr>
          <a:xfrm flipV="1">
            <a:off x="3622548" y="5211289"/>
            <a:ext cx="495299" cy="4782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背景_光路底_1"/>
          <p:cNvCxnSpPr/>
          <p:nvPr/>
        </p:nvCxnSpPr>
        <p:spPr>
          <a:xfrm flipV="1">
            <a:off x="4117847" y="5189894"/>
            <a:ext cx="495301" cy="2139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背景_光路亮线_1"/>
          <p:cNvCxnSpPr/>
          <p:nvPr/>
        </p:nvCxnSpPr>
        <p:spPr>
          <a:xfrm flipV="1">
            <a:off x="4117847" y="5189894"/>
            <a:ext cx="495301" cy="2139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背景_光路底_1"/>
          <p:cNvCxnSpPr/>
          <p:nvPr/>
        </p:nvCxnSpPr>
        <p:spPr>
          <a:xfrm>
            <a:off x="4613148" y="5189894"/>
            <a:ext cx="495300" cy="679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背景_光路亮线_1"/>
          <p:cNvCxnSpPr/>
          <p:nvPr/>
        </p:nvCxnSpPr>
        <p:spPr>
          <a:xfrm>
            <a:off x="4613148" y="5189894"/>
            <a:ext cx="495300" cy="679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背景_光路底_1"/>
          <p:cNvCxnSpPr/>
          <p:nvPr/>
        </p:nvCxnSpPr>
        <p:spPr>
          <a:xfrm>
            <a:off x="5108448" y="5196692"/>
            <a:ext cx="495300" cy="3246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背景_光路亮线_1"/>
          <p:cNvCxnSpPr/>
          <p:nvPr/>
        </p:nvCxnSpPr>
        <p:spPr>
          <a:xfrm>
            <a:off x="5108448" y="5196692"/>
            <a:ext cx="495300" cy="3246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背景_光路底_1"/>
          <p:cNvCxnSpPr/>
          <p:nvPr/>
        </p:nvCxnSpPr>
        <p:spPr>
          <a:xfrm>
            <a:off x="5603748" y="5229160"/>
            <a:ext cx="495300" cy="5176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背景_光路亮线_1"/>
          <p:cNvCxnSpPr/>
          <p:nvPr/>
        </p:nvCxnSpPr>
        <p:spPr>
          <a:xfrm>
            <a:off x="5603748" y="5229160"/>
            <a:ext cx="495300" cy="5176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背景_光路底_1"/>
          <p:cNvCxnSpPr/>
          <p:nvPr/>
        </p:nvCxnSpPr>
        <p:spPr>
          <a:xfrm>
            <a:off x="6099048" y="5280928"/>
            <a:ext cx="495299" cy="6193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背景_光路亮线_1"/>
          <p:cNvCxnSpPr/>
          <p:nvPr/>
        </p:nvCxnSpPr>
        <p:spPr>
          <a:xfrm>
            <a:off x="6099048" y="5280928"/>
            <a:ext cx="495299" cy="6193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背景_光路底_1"/>
          <p:cNvCxnSpPr/>
          <p:nvPr/>
        </p:nvCxnSpPr>
        <p:spPr>
          <a:xfrm>
            <a:off x="6594347" y="5342866"/>
            <a:ext cx="495301" cy="6178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背景_光路亮线_1"/>
          <p:cNvCxnSpPr/>
          <p:nvPr/>
        </p:nvCxnSpPr>
        <p:spPr>
          <a:xfrm>
            <a:off x="6594347" y="5342866"/>
            <a:ext cx="495301" cy="6178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背景_光路底_1"/>
          <p:cNvCxnSpPr/>
          <p:nvPr/>
        </p:nvCxnSpPr>
        <p:spPr>
          <a:xfrm>
            <a:off x="7089648" y="5404647"/>
            <a:ext cx="495300" cy="5186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背景_光路亮线_1"/>
          <p:cNvCxnSpPr/>
          <p:nvPr/>
        </p:nvCxnSpPr>
        <p:spPr>
          <a:xfrm>
            <a:off x="7089648" y="5404647"/>
            <a:ext cx="495300" cy="5186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背景_光路底_1"/>
          <p:cNvCxnSpPr/>
          <p:nvPr/>
        </p:nvCxnSpPr>
        <p:spPr>
          <a:xfrm>
            <a:off x="7584948" y="5456515"/>
            <a:ext cx="495299" cy="3443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背景_光路亮线_1"/>
          <p:cNvCxnSpPr/>
          <p:nvPr/>
        </p:nvCxnSpPr>
        <p:spPr>
          <a:xfrm>
            <a:off x="7584948" y="5456515"/>
            <a:ext cx="495299" cy="3443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背景_光路底_1"/>
          <p:cNvCxnSpPr/>
          <p:nvPr/>
        </p:nvCxnSpPr>
        <p:spPr>
          <a:xfrm>
            <a:off x="8080247" y="5490952"/>
            <a:ext cx="495301" cy="13016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背景_光路亮线_1"/>
          <p:cNvCxnSpPr/>
          <p:nvPr/>
        </p:nvCxnSpPr>
        <p:spPr>
          <a:xfrm>
            <a:off x="8080247" y="5490952"/>
            <a:ext cx="495301" cy="13016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背景_光路底_1"/>
          <p:cNvCxnSpPr/>
          <p:nvPr/>
        </p:nvCxnSpPr>
        <p:spPr>
          <a:xfrm flipV="1">
            <a:off x="8575548" y="5495779"/>
            <a:ext cx="495300" cy="8189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背景_光路亮线_1"/>
          <p:cNvCxnSpPr/>
          <p:nvPr/>
        </p:nvCxnSpPr>
        <p:spPr>
          <a:xfrm flipV="1">
            <a:off x="8575548" y="5495779"/>
            <a:ext cx="495300" cy="8189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背景_光路底_1"/>
          <p:cNvCxnSpPr/>
          <p:nvPr/>
        </p:nvCxnSpPr>
        <p:spPr>
          <a:xfrm flipV="1">
            <a:off x="9070848" y="5470776"/>
            <a:ext cx="495300" cy="2500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背景_光路亮线_1"/>
          <p:cNvCxnSpPr/>
          <p:nvPr/>
        </p:nvCxnSpPr>
        <p:spPr>
          <a:xfrm flipV="1">
            <a:off x="9070848" y="5470776"/>
            <a:ext cx="495300" cy="2500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背景_光路底_1"/>
          <p:cNvCxnSpPr/>
          <p:nvPr/>
        </p:nvCxnSpPr>
        <p:spPr>
          <a:xfrm flipV="1">
            <a:off x="9566148" y="5436768"/>
            <a:ext cx="495300" cy="3400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背景_光路亮线_1"/>
          <p:cNvCxnSpPr/>
          <p:nvPr/>
        </p:nvCxnSpPr>
        <p:spPr>
          <a:xfrm flipV="1">
            <a:off x="9566148" y="5436768"/>
            <a:ext cx="495300" cy="3400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背景_光路底_1"/>
          <p:cNvCxnSpPr/>
          <p:nvPr/>
        </p:nvCxnSpPr>
        <p:spPr>
          <a:xfrm flipV="1">
            <a:off x="10061448" y="5403648"/>
            <a:ext cx="495300" cy="3312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背景_光路亮线_1"/>
          <p:cNvCxnSpPr/>
          <p:nvPr/>
        </p:nvCxnSpPr>
        <p:spPr>
          <a:xfrm flipV="1">
            <a:off x="10061448" y="5403648"/>
            <a:ext cx="495300" cy="3312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背景_光路底_1"/>
          <p:cNvCxnSpPr/>
          <p:nvPr/>
        </p:nvCxnSpPr>
        <p:spPr>
          <a:xfrm flipV="1">
            <a:off x="10556748" y="5381703"/>
            <a:ext cx="495300" cy="2194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背景_光路亮线_1"/>
          <p:cNvCxnSpPr/>
          <p:nvPr/>
        </p:nvCxnSpPr>
        <p:spPr>
          <a:xfrm flipV="1">
            <a:off x="10556748" y="5381703"/>
            <a:ext cx="495300" cy="2194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背景_光路底_1"/>
          <p:cNvCxnSpPr/>
          <p:nvPr/>
        </p:nvCxnSpPr>
        <p:spPr>
          <a:xfrm flipV="1">
            <a:off x="11052048" y="5379848"/>
            <a:ext cx="495300" cy="185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背景_光路亮线_1"/>
          <p:cNvCxnSpPr/>
          <p:nvPr/>
        </p:nvCxnSpPr>
        <p:spPr>
          <a:xfrm flipV="1">
            <a:off x="11052048" y="5379848"/>
            <a:ext cx="495300" cy="185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背景_光路底_1"/>
          <p:cNvCxnSpPr/>
          <p:nvPr/>
        </p:nvCxnSpPr>
        <p:spPr>
          <a:xfrm>
            <a:off x="11547348" y="5379848"/>
            <a:ext cx="495300" cy="2425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背景_光路亮线_1"/>
          <p:cNvCxnSpPr/>
          <p:nvPr/>
        </p:nvCxnSpPr>
        <p:spPr>
          <a:xfrm>
            <a:off x="11547348" y="5379848"/>
            <a:ext cx="495300" cy="2425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背景_光路底_2"/>
          <p:cNvCxnSpPr/>
          <p:nvPr/>
        </p:nvCxnSpPr>
        <p:spPr>
          <a:xfrm flipV="1">
            <a:off x="155447" y="5661198"/>
            <a:ext cx="495301" cy="7253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背景_光路亮线_2"/>
          <p:cNvCxnSpPr/>
          <p:nvPr/>
        </p:nvCxnSpPr>
        <p:spPr>
          <a:xfrm flipV="1">
            <a:off x="155447" y="5661198"/>
            <a:ext cx="495301" cy="7253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背景_光路底_2"/>
          <p:cNvCxnSpPr/>
          <p:nvPr/>
        </p:nvCxnSpPr>
        <p:spPr>
          <a:xfrm flipV="1">
            <a:off x="650748" y="5575238"/>
            <a:ext cx="495299" cy="8596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背景_光路亮线_2"/>
          <p:cNvCxnSpPr/>
          <p:nvPr/>
        </p:nvCxnSpPr>
        <p:spPr>
          <a:xfrm flipV="1">
            <a:off x="650748" y="5575238"/>
            <a:ext cx="495299" cy="8596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背景_光路底_2"/>
          <p:cNvCxnSpPr/>
          <p:nvPr/>
        </p:nvCxnSpPr>
        <p:spPr>
          <a:xfrm flipV="1">
            <a:off x="1146047" y="5484858"/>
            <a:ext cx="495301" cy="9038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背景_光路亮线_2"/>
          <p:cNvCxnSpPr/>
          <p:nvPr/>
        </p:nvCxnSpPr>
        <p:spPr>
          <a:xfrm flipV="1">
            <a:off x="1146047" y="5484858"/>
            <a:ext cx="495301" cy="9038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背景_光路底_2"/>
          <p:cNvCxnSpPr/>
          <p:nvPr/>
        </p:nvCxnSpPr>
        <p:spPr>
          <a:xfrm flipV="1">
            <a:off x="1641348" y="5400361"/>
            <a:ext cx="495299" cy="8449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背景_光路亮线_2"/>
          <p:cNvCxnSpPr/>
          <p:nvPr/>
        </p:nvCxnSpPr>
        <p:spPr>
          <a:xfrm flipV="1">
            <a:off x="1641348" y="5400361"/>
            <a:ext cx="495299" cy="8449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背景_光路底_2"/>
          <p:cNvCxnSpPr/>
          <p:nvPr/>
        </p:nvCxnSpPr>
        <p:spPr>
          <a:xfrm flipV="1">
            <a:off x="2136647" y="5331588"/>
            <a:ext cx="495301" cy="6877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背景_光路亮线_2"/>
          <p:cNvCxnSpPr/>
          <p:nvPr/>
        </p:nvCxnSpPr>
        <p:spPr>
          <a:xfrm flipV="1">
            <a:off x="2136647" y="5331588"/>
            <a:ext cx="495301" cy="6877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背景_光路底_2"/>
          <p:cNvCxnSpPr/>
          <p:nvPr/>
        </p:nvCxnSpPr>
        <p:spPr>
          <a:xfrm flipV="1">
            <a:off x="2631948" y="5286233"/>
            <a:ext cx="495300" cy="4535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背景_光路亮线_2"/>
          <p:cNvCxnSpPr/>
          <p:nvPr/>
        </p:nvCxnSpPr>
        <p:spPr>
          <a:xfrm flipV="1">
            <a:off x="2631948" y="5286233"/>
            <a:ext cx="495300" cy="4535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背景_光路底_2"/>
          <p:cNvCxnSpPr/>
          <p:nvPr/>
        </p:nvCxnSpPr>
        <p:spPr>
          <a:xfrm flipV="1">
            <a:off x="3127248" y="5268525"/>
            <a:ext cx="495300" cy="1770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背景_光路亮线_2"/>
          <p:cNvCxnSpPr/>
          <p:nvPr/>
        </p:nvCxnSpPr>
        <p:spPr>
          <a:xfrm flipV="1">
            <a:off x="3127248" y="5268525"/>
            <a:ext cx="495300" cy="1770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背景_光路底_2"/>
          <p:cNvCxnSpPr/>
          <p:nvPr/>
        </p:nvCxnSpPr>
        <p:spPr>
          <a:xfrm>
            <a:off x="3622548" y="5268525"/>
            <a:ext cx="495299" cy="998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背景_光路亮线_2"/>
          <p:cNvCxnSpPr/>
          <p:nvPr/>
        </p:nvCxnSpPr>
        <p:spPr>
          <a:xfrm>
            <a:off x="3622548" y="5268525"/>
            <a:ext cx="495299" cy="998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背景_光路底_2"/>
          <p:cNvCxnSpPr/>
          <p:nvPr/>
        </p:nvCxnSpPr>
        <p:spPr>
          <a:xfrm>
            <a:off x="4117847" y="5278506"/>
            <a:ext cx="495301" cy="3351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背景_光路亮线_2"/>
          <p:cNvCxnSpPr/>
          <p:nvPr/>
        </p:nvCxnSpPr>
        <p:spPr>
          <a:xfrm>
            <a:off x="4117847" y="5278506"/>
            <a:ext cx="495301" cy="3351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背景_光路底_2"/>
          <p:cNvCxnSpPr/>
          <p:nvPr/>
        </p:nvCxnSpPr>
        <p:spPr>
          <a:xfrm>
            <a:off x="4613148" y="5312024"/>
            <a:ext cx="495300" cy="4941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背景_光路亮线_2"/>
          <p:cNvCxnSpPr/>
          <p:nvPr/>
        </p:nvCxnSpPr>
        <p:spPr>
          <a:xfrm>
            <a:off x="4613148" y="5312024"/>
            <a:ext cx="495300" cy="4941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背景_光路底_2"/>
          <p:cNvCxnSpPr/>
          <p:nvPr/>
        </p:nvCxnSpPr>
        <p:spPr>
          <a:xfrm>
            <a:off x="5108448" y="5361441"/>
            <a:ext cx="495300" cy="55502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背景_光路亮线_2"/>
          <p:cNvCxnSpPr/>
          <p:nvPr/>
        </p:nvCxnSpPr>
        <p:spPr>
          <a:xfrm>
            <a:off x="5108448" y="5361441"/>
            <a:ext cx="495300" cy="55502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背景_光路底_2"/>
          <p:cNvCxnSpPr/>
          <p:nvPr/>
        </p:nvCxnSpPr>
        <p:spPr>
          <a:xfrm>
            <a:off x="5603748" y="5416943"/>
            <a:ext cx="495300" cy="51276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背景_光路亮线_2"/>
          <p:cNvCxnSpPr/>
          <p:nvPr/>
        </p:nvCxnSpPr>
        <p:spPr>
          <a:xfrm>
            <a:off x="5603748" y="5416943"/>
            <a:ext cx="495300" cy="51276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背景_光路底_2"/>
          <p:cNvCxnSpPr/>
          <p:nvPr/>
        </p:nvCxnSpPr>
        <p:spPr>
          <a:xfrm>
            <a:off x="6099048" y="5468219"/>
            <a:ext cx="495299" cy="38004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背景_光路亮线_2"/>
          <p:cNvCxnSpPr/>
          <p:nvPr/>
        </p:nvCxnSpPr>
        <p:spPr>
          <a:xfrm>
            <a:off x="6099048" y="5468219"/>
            <a:ext cx="495299" cy="38004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背景_光路底_2"/>
          <p:cNvCxnSpPr/>
          <p:nvPr/>
        </p:nvCxnSpPr>
        <p:spPr>
          <a:xfrm>
            <a:off x="6594347" y="5506223"/>
            <a:ext cx="495301" cy="18499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背景_光路亮线_2"/>
          <p:cNvCxnSpPr/>
          <p:nvPr/>
        </p:nvCxnSpPr>
        <p:spPr>
          <a:xfrm>
            <a:off x="6594347" y="5506223"/>
            <a:ext cx="495301" cy="18499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背景_光路底_2"/>
          <p:cNvCxnSpPr/>
          <p:nvPr/>
        </p:nvCxnSpPr>
        <p:spPr>
          <a:xfrm flipV="1">
            <a:off x="7089648" y="5521368"/>
            <a:ext cx="495300" cy="3354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背景_光路亮线_2"/>
          <p:cNvCxnSpPr/>
          <p:nvPr/>
        </p:nvCxnSpPr>
        <p:spPr>
          <a:xfrm flipV="1">
            <a:off x="7089648" y="5521368"/>
            <a:ext cx="495300" cy="3354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背景_光路底_2"/>
          <p:cNvCxnSpPr/>
          <p:nvPr/>
        </p:nvCxnSpPr>
        <p:spPr>
          <a:xfrm flipV="1">
            <a:off x="7584948" y="5498091"/>
            <a:ext cx="495299" cy="2327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背景_光路亮线_2"/>
          <p:cNvCxnSpPr/>
          <p:nvPr/>
        </p:nvCxnSpPr>
        <p:spPr>
          <a:xfrm flipV="1">
            <a:off x="7584948" y="5498091"/>
            <a:ext cx="495299" cy="2327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背景_光路底_2"/>
          <p:cNvCxnSpPr/>
          <p:nvPr/>
        </p:nvCxnSpPr>
        <p:spPr>
          <a:xfrm flipV="1">
            <a:off x="8080247" y="5460777"/>
            <a:ext cx="495301" cy="37314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背景_光路亮线_2"/>
          <p:cNvCxnSpPr/>
          <p:nvPr/>
        </p:nvCxnSpPr>
        <p:spPr>
          <a:xfrm flipV="1">
            <a:off x="8080247" y="5460777"/>
            <a:ext cx="495301" cy="37314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背景_光路底_2"/>
          <p:cNvCxnSpPr/>
          <p:nvPr/>
        </p:nvCxnSpPr>
        <p:spPr>
          <a:xfrm flipV="1">
            <a:off x="8575548" y="5418255"/>
            <a:ext cx="495300" cy="42522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背景_光路亮线_2"/>
          <p:cNvCxnSpPr/>
          <p:nvPr/>
        </p:nvCxnSpPr>
        <p:spPr>
          <a:xfrm flipV="1">
            <a:off x="8575548" y="5418255"/>
            <a:ext cx="495300" cy="42522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背景_光路底_2"/>
          <p:cNvCxnSpPr/>
          <p:nvPr/>
        </p:nvCxnSpPr>
        <p:spPr>
          <a:xfrm flipV="1">
            <a:off x="9070848" y="5380789"/>
            <a:ext cx="495300" cy="37466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背景_光路亮线_2"/>
          <p:cNvCxnSpPr/>
          <p:nvPr/>
        </p:nvCxnSpPr>
        <p:spPr>
          <a:xfrm flipV="1">
            <a:off x="9070848" y="5380789"/>
            <a:ext cx="495300" cy="37466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背景_光路底_2"/>
          <p:cNvCxnSpPr/>
          <p:nvPr/>
        </p:nvCxnSpPr>
        <p:spPr>
          <a:xfrm flipV="1">
            <a:off x="9566148" y="5358322"/>
            <a:ext cx="495300" cy="2246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背景_光路亮线_2"/>
          <p:cNvCxnSpPr/>
          <p:nvPr/>
        </p:nvCxnSpPr>
        <p:spPr>
          <a:xfrm flipV="1">
            <a:off x="9566148" y="5358322"/>
            <a:ext cx="495300" cy="2246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背景_光路底_2"/>
          <p:cNvCxnSpPr/>
          <p:nvPr/>
        </p:nvCxnSpPr>
        <p:spPr>
          <a:xfrm>
            <a:off x="10061448" y="5358322"/>
            <a:ext cx="495300" cy="45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背景_光路亮线_2"/>
          <p:cNvCxnSpPr/>
          <p:nvPr/>
        </p:nvCxnSpPr>
        <p:spPr>
          <a:xfrm>
            <a:off x="10061448" y="5358322"/>
            <a:ext cx="495300" cy="45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背景_光路底_2"/>
          <p:cNvCxnSpPr/>
          <p:nvPr/>
        </p:nvCxnSpPr>
        <p:spPr>
          <a:xfrm>
            <a:off x="10556748" y="5358772"/>
            <a:ext cx="495300" cy="2791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背景_光路亮线_2"/>
          <p:cNvCxnSpPr/>
          <p:nvPr/>
        </p:nvCxnSpPr>
        <p:spPr>
          <a:xfrm>
            <a:off x="10556748" y="5358772"/>
            <a:ext cx="495300" cy="2791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背景_光路底_2"/>
          <p:cNvCxnSpPr/>
          <p:nvPr/>
        </p:nvCxnSpPr>
        <p:spPr>
          <a:xfrm>
            <a:off x="11052048" y="5386682"/>
            <a:ext cx="495300" cy="5575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背景_光路亮线_2"/>
          <p:cNvCxnSpPr/>
          <p:nvPr/>
        </p:nvCxnSpPr>
        <p:spPr>
          <a:xfrm>
            <a:off x="11052048" y="5386682"/>
            <a:ext cx="495300" cy="5575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背景_光路底_2"/>
          <p:cNvCxnSpPr/>
          <p:nvPr/>
        </p:nvCxnSpPr>
        <p:spPr>
          <a:xfrm>
            <a:off x="11547348" y="5442435"/>
            <a:ext cx="495300" cy="79762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背景_光路亮线_2"/>
          <p:cNvCxnSpPr/>
          <p:nvPr/>
        </p:nvCxnSpPr>
        <p:spPr>
          <a:xfrm>
            <a:off x="11547348" y="5442435"/>
            <a:ext cx="495300" cy="79762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4" name="背景_地平线光环"/>
          <p:cNvSpPr/>
          <p:nvPr/>
        </p:nvSpPr>
        <p:spPr>
          <a:xfrm>
            <a:off x="3721608" y="4140403"/>
            <a:ext cx="4754880" cy="1046073"/>
          </a:xfrm>
          <a:prstGeom prst="ellipse">
            <a:avLst/>
          </a:prstGeom>
          <a:noFill/>
          <a:ln w="11176">
            <a:solidFill>
              <a:srgbClr val="69E9FF">
                <a:alpha val="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背景_地平线光环"/>
          <p:cNvSpPr/>
          <p:nvPr/>
        </p:nvSpPr>
        <p:spPr>
          <a:xfrm>
            <a:off x="4315968" y="4271162"/>
            <a:ext cx="3566160" cy="784555"/>
          </a:xfrm>
          <a:prstGeom prst="ellipse">
            <a:avLst/>
          </a:prstGeom>
          <a:noFill/>
          <a:ln w="11176">
            <a:solidFill>
              <a:srgbClr val="69E9FF">
                <a:alpha val="1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背景_地平线光环"/>
          <p:cNvSpPr/>
          <p:nvPr/>
        </p:nvSpPr>
        <p:spPr>
          <a:xfrm>
            <a:off x="4910328" y="4401921"/>
            <a:ext cx="2377440" cy="523036"/>
          </a:xfrm>
          <a:prstGeom prst="ellipse">
            <a:avLst/>
          </a:prstGeom>
          <a:noFill/>
          <a:ln w="11176">
            <a:solidFill>
              <a:srgbClr val="69E9FF">
                <a:alpha val="14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母版黄标_S14_可编辑"/>
          <p:cNvSpPr/>
          <p:nvPr/>
        </p:nvSpPr>
        <p:spPr>
          <a:xfrm>
            <a:off x="438912" y="438912"/>
            <a:ext cx="932688" cy="292608"/>
          </a:xfrm>
          <a:prstGeom prst="roundRect">
            <a:avLst/>
          </a:prstGeom>
          <a:solidFill>
            <a:srgbClr val="FFC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19" b="1">
                <a:solidFill>
                  <a:srgbClr val="082944"/>
                </a:solidFill>
                <a:latin typeface="Arial"/>
              </a:rPr>
              <a:t>13 成效</a:t>
            </a:r>
          </a:p>
        </p:txBody>
      </p:sp>
      <p:sp>
        <p:nvSpPr>
          <p:cNvPr id="217" name="S14_2442_平台_光环1"/>
          <p:cNvSpPr/>
          <p:nvPr/>
        </p:nvSpPr>
        <p:spPr>
          <a:xfrm>
            <a:off x="996696" y="3063240"/>
            <a:ext cx="841248" cy="182880"/>
          </a:xfrm>
          <a:prstGeom prst="ellipse">
            <a:avLst/>
          </a:prstGeom>
          <a:noFill/>
          <a:ln w="22352">
            <a:solidFill>
              <a:srgbClr val="63ECFF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S14_2442_平台_光环2"/>
          <p:cNvSpPr/>
          <p:nvPr/>
        </p:nvSpPr>
        <p:spPr>
          <a:xfrm>
            <a:off x="1097645" y="3085185"/>
            <a:ext cx="639348" cy="138988"/>
          </a:xfrm>
          <a:prstGeom prst="ellipse">
            <a:avLst/>
          </a:prstGeom>
          <a:noFill/>
          <a:ln w="13970">
            <a:solidFill>
              <a:srgbClr val="63ECFF">
                <a:alpha val="6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S14_2442_平台_光环3"/>
          <p:cNvSpPr/>
          <p:nvPr/>
        </p:nvSpPr>
        <p:spPr>
          <a:xfrm>
            <a:off x="1198595" y="3107131"/>
            <a:ext cx="437448" cy="95097"/>
          </a:xfrm>
          <a:prstGeom prst="ellipse">
            <a:avLst/>
          </a:prstGeom>
          <a:noFill/>
          <a:ln w="13970">
            <a:solidFill>
              <a:srgbClr val="63ECFF">
                <a:alpha val="49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S14_2442_图标_屋顶"/>
          <p:cNvSpPr/>
          <p:nvPr/>
        </p:nvSpPr>
        <p:spPr>
          <a:xfrm>
            <a:off x="1206642" y="2606405"/>
            <a:ext cx="421355" cy="197510"/>
          </a:xfrm>
          <a:prstGeom prst="triangle">
            <a:avLst/>
          </a:prstGeom>
          <a:solidFill>
            <a:srgbClr val="F0FCFF"/>
          </a:solidFill>
          <a:ln w="16764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S14_2442_图标_房体"/>
          <p:cNvSpPr/>
          <p:nvPr/>
        </p:nvSpPr>
        <p:spPr>
          <a:xfrm>
            <a:off x="1250533" y="2799527"/>
            <a:ext cx="333573" cy="237012"/>
          </a:xfrm>
          <a:prstGeom prst="rect">
            <a:avLst/>
          </a:prstGeom>
          <a:solidFill>
            <a:srgbClr val="146C99">
              <a:alpha val="100000"/>
            </a:srgbClr>
          </a:solidFill>
          <a:ln w="15367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S14_2442_图标_门"/>
          <p:cNvSpPr/>
          <p:nvPr/>
        </p:nvSpPr>
        <p:spPr>
          <a:xfrm>
            <a:off x="1439265" y="2878531"/>
            <a:ext cx="70225" cy="149230"/>
          </a:xfrm>
          <a:prstGeom prst="rect">
            <a:avLst/>
          </a:prstGeom>
          <a:solidFill>
            <a:srgbClr val="062B49">
              <a:alpha val="100000"/>
            </a:srgbClr>
          </a:solidFill>
          <a:ln w="9779">
            <a:solidFill>
              <a:srgbClr val="B0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S14_1363_平台_光环1"/>
          <p:cNvSpPr/>
          <p:nvPr/>
        </p:nvSpPr>
        <p:spPr>
          <a:xfrm>
            <a:off x="4242816" y="3063240"/>
            <a:ext cx="841248" cy="182880"/>
          </a:xfrm>
          <a:prstGeom prst="ellipse">
            <a:avLst/>
          </a:prstGeom>
          <a:noFill/>
          <a:ln w="22352">
            <a:solidFill>
              <a:srgbClr val="63ECFF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S14_1363_平台_光环2"/>
          <p:cNvSpPr/>
          <p:nvPr/>
        </p:nvSpPr>
        <p:spPr>
          <a:xfrm>
            <a:off x="4343765" y="3085185"/>
            <a:ext cx="639348" cy="138988"/>
          </a:xfrm>
          <a:prstGeom prst="ellipse">
            <a:avLst/>
          </a:prstGeom>
          <a:noFill/>
          <a:ln w="13970">
            <a:solidFill>
              <a:srgbClr val="63ECFF">
                <a:alpha val="6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S14_1363_平台_光环3"/>
          <p:cNvSpPr/>
          <p:nvPr/>
        </p:nvSpPr>
        <p:spPr>
          <a:xfrm>
            <a:off x="4444715" y="3107131"/>
            <a:ext cx="437448" cy="95097"/>
          </a:xfrm>
          <a:prstGeom prst="ellipse">
            <a:avLst/>
          </a:prstGeom>
          <a:noFill/>
          <a:ln w="13970">
            <a:solidFill>
              <a:srgbClr val="63ECFF">
                <a:alpha val="49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S14_1363_图标_纸张"/>
          <p:cNvSpPr/>
          <p:nvPr/>
        </p:nvSpPr>
        <p:spPr>
          <a:xfrm>
            <a:off x="4531766" y="2659075"/>
            <a:ext cx="263347" cy="351129"/>
          </a:xfrm>
          <a:prstGeom prst="roundRect">
            <a:avLst/>
          </a:prstGeom>
          <a:solidFill>
            <a:srgbClr val="125E86">
              <a:alpha val="100000"/>
            </a:srgbClr>
          </a:solidFill>
          <a:ln w="13970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7" name="S14_1363_图标_文本1"/>
          <p:cNvCxnSpPr/>
          <p:nvPr/>
        </p:nvCxnSpPr>
        <p:spPr>
          <a:xfrm>
            <a:off x="4584435" y="2755635"/>
            <a:ext cx="158009" cy="0"/>
          </a:xfrm>
          <a:prstGeom prst="line">
            <a:avLst/>
          </a:prstGeom>
          <a:ln w="10160">
            <a:solidFill>
              <a:srgbClr val="DDF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S14_1363_图标_文本2"/>
          <p:cNvCxnSpPr/>
          <p:nvPr/>
        </p:nvCxnSpPr>
        <p:spPr>
          <a:xfrm>
            <a:off x="4584435" y="2834640"/>
            <a:ext cx="158009" cy="0"/>
          </a:xfrm>
          <a:prstGeom prst="line">
            <a:avLst/>
          </a:prstGeom>
          <a:ln w="10160">
            <a:solidFill>
              <a:srgbClr val="DDF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S14_1363_图标_文本3"/>
          <p:cNvCxnSpPr/>
          <p:nvPr/>
        </p:nvCxnSpPr>
        <p:spPr>
          <a:xfrm>
            <a:off x="4584435" y="2913644"/>
            <a:ext cx="158009" cy="0"/>
          </a:xfrm>
          <a:prstGeom prst="line">
            <a:avLst/>
          </a:prstGeom>
          <a:ln w="10160">
            <a:solidFill>
              <a:srgbClr val="DDF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0" name="S14_满意度_平台_光环1"/>
          <p:cNvSpPr/>
          <p:nvPr/>
        </p:nvSpPr>
        <p:spPr>
          <a:xfrm>
            <a:off x="7900415" y="3063240"/>
            <a:ext cx="841248" cy="182880"/>
          </a:xfrm>
          <a:prstGeom prst="ellipse">
            <a:avLst/>
          </a:prstGeom>
          <a:noFill/>
          <a:ln w="22352">
            <a:solidFill>
              <a:srgbClr val="63ECFF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S14_满意度_平台_光环2"/>
          <p:cNvSpPr/>
          <p:nvPr/>
        </p:nvSpPr>
        <p:spPr>
          <a:xfrm>
            <a:off x="8001365" y="3085185"/>
            <a:ext cx="639348" cy="138988"/>
          </a:xfrm>
          <a:prstGeom prst="ellipse">
            <a:avLst/>
          </a:prstGeom>
          <a:noFill/>
          <a:ln w="13970">
            <a:solidFill>
              <a:srgbClr val="63ECFF">
                <a:alpha val="6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S14_满意度_平台_光环3"/>
          <p:cNvSpPr/>
          <p:nvPr/>
        </p:nvSpPr>
        <p:spPr>
          <a:xfrm>
            <a:off x="8102315" y="3107131"/>
            <a:ext cx="437448" cy="95097"/>
          </a:xfrm>
          <a:prstGeom prst="ellipse">
            <a:avLst/>
          </a:prstGeom>
          <a:noFill/>
          <a:ln w="13970">
            <a:solidFill>
              <a:srgbClr val="63ECFF">
                <a:alpha val="49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S14_满意度_图标_纸张"/>
          <p:cNvSpPr/>
          <p:nvPr/>
        </p:nvSpPr>
        <p:spPr>
          <a:xfrm>
            <a:off x="8189366" y="2659075"/>
            <a:ext cx="263347" cy="351129"/>
          </a:xfrm>
          <a:prstGeom prst="roundRect">
            <a:avLst/>
          </a:prstGeom>
          <a:solidFill>
            <a:srgbClr val="125E86">
              <a:alpha val="100000"/>
            </a:srgbClr>
          </a:solidFill>
          <a:ln w="13970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4" name="S14_满意度_图标_文本1"/>
          <p:cNvCxnSpPr/>
          <p:nvPr/>
        </p:nvCxnSpPr>
        <p:spPr>
          <a:xfrm>
            <a:off x="8242035" y="2755635"/>
            <a:ext cx="158009" cy="0"/>
          </a:xfrm>
          <a:prstGeom prst="line">
            <a:avLst/>
          </a:prstGeom>
          <a:ln w="10160">
            <a:solidFill>
              <a:srgbClr val="DDF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S14_满意度_图标_文本2"/>
          <p:cNvCxnSpPr/>
          <p:nvPr/>
        </p:nvCxnSpPr>
        <p:spPr>
          <a:xfrm>
            <a:off x="8242035" y="2834640"/>
            <a:ext cx="158009" cy="0"/>
          </a:xfrm>
          <a:prstGeom prst="line">
            <a:avLst/>
          </a:prstGeom>
          <a:ln w="10160">
            <a:solidFill>
              <a:srgbClr val="DDF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S14_满意度_图标_文本3"/>
          <p:cNvCxnSpPr/>
          <p:nvPr/>
        </p:nvCxnSpPr>
        <p:spPr>
          <a:xfrm>
            <a:off x="8242035" y="2913644"/>
            <a:ext cx="158009" cy="0"/>
          </a:xfrm>
          <a:prstGeom prst="line">
            <a:avLst/>
          </a:prstGeom>
          <a:ln w="10160">
            <a:solidFill>
              <a:srgbClr val="DDF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7" name="S14_190万_平台_光环1"/>
          <p:cNvSpPr/>
          <p:nvPr/>
        </p:nvSpPr>
        <p:spPr>
          <a:xfrm>
            <a:off x="4105656" y="4892040"/>
            <a:ext cx="841248" cy="182880"/>
          </a:xfrm>
          <a:prstGeom prst="ellipse">
            <a:avLst/>
          </a:prstGeom>
          <a:noFill/>
          <a:ln w="22352">
            <a:solidFill>
              <a:srgbClr val="63ECFF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S14_190万_平台_光环2"/>
          <p:cNvSpPr/>
          <p:nvPr/>
        </p:nvSpPr>
        <p:spPr>
          <a:xfrm>
            <a:off x="4206605" y="4913985"/>
            <a:ext cx="639348" cy="138988"/>
          </a:xfrm>
          <a:prstGeom prst="ellipse">
            <a:avLst/>
          </a:prstGeom>
          <a:noFill/>
          <a:ln w="13970">
            <a:solidFill>
              <a:srgbClr val="63ECFF">
                <a:alpha val="6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S14_190万_平台_光环3"/>
          <p:cNvSpPr/>
          <p:nvPr/>
        </p:nvSpPr>
        <p:spPr>
          <a:xfrm>
            <a:off x="4307555" y="4935931"/>
            <a:ext cx="437448" cy="95097"/>
          </a:xfrm>
          <a:prstGeom prst="ellipse">
            <a:avLst/>
          </a:prstGeom>
          <a:noFill/>
          <a:ln w="13970">
            <a:solidFill>
              <a:srgbClr val="63ECFF">
                <a:alpha val="49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S14_190万_图标_币1"/>
          <p:cNvSpPr/>
          <p:nvPr/>
        </p:nvSpPr>
        <p:spPr>
          <a:xfrm>
            <a:off x="4394606" y="4531766"/>
            <a:ext cx="263347" cy="263347"/>
          </a:xfrm>
          <a:prstGeom prst="ellipse">
            <a:avLst/>
          </a:prstGeom>
          <a:solidFill>
            <a:srgbClr val="146C99">
              <a:alpha val="100000"/>
            </a:srgbClr>
          </a:solidFill>
          <a:ln w="13970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S14_190万_图标_币2"/>
          <p:cNvSpPr/>
          <p:nvPr/>
        </p:nvSpPr>
        <p:spPr>
          <a:xfrm>
            <a:off x="4429719" y="4553712"/>
            <a:ext cx="263347" cy="263347"/>
          </a:xfrm>
          <a:prstGeom prst="ellipse">
            <a:avLst/>
          </a:prstGeom>
          <a:solidFill>
            <a:srgbClr val="146C99">
              <a:alpha val="100000"/>
            </a:srgbClr>
          </a:solidFill>
          <a:ln w="13970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S14_190万_图标_币3"/>
          <p:cNvSpPr/>
          <p:nvPr/>
        </p:nvSpPr>
        <p:spPr>
          <a:xfrm>
            <a:off x="4464832" y="4575657"/>
            <a:ext cx="263347" cy="263347"/>
          </a:xfrm>
          <a:prstGeom prst="ellipse">
            <a:avLst/>
          </a:prstGeom>
          <a:solidFill>
            <a:srgbClr val="146C99">
              <a:alpha val="100000"/>
            </a:srgbClr>
          </a:solidFill>
          <a:ln w="13970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S14_190万_图标_符号"/>
          <p:cNvSpPr txBox="1"/>
          <p:nvPr/>
        </p:nvSpPr>
        <p:spPr>
          <a:xfrm>
            <a:off x="4456054" y="4593214"/>
            <a:ext cx="140451" cy="140451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C928"/>
                </a:solidFill>
                <a:latin typeface="Arial"/>
                <a:ea typeface="Microsoft YaHei"/>
              </a:rPr>
              <a:t>¥</a:t>
            </a:r>
          </a:p>
        </p:txBody>
      </p:sp>
      <p:sp>
        <p:nvSpPr>
          <p:cNvPr id="244" name="S14_48次_平台_光环1"/>
          <p:cNvSpPr/>
          <p:nvPr/>
        </p:nvSpPr>
        <p:spPr>
          <a:xfrm>
            <a:off x="7763255" y="4892040"/>
            <a:ext cx="841248" cy="182880"/>
          </a:xfrm>
          <a:prstGeom prst="ellipse">
            <a:avLst/>
          </a:prstGeom>
          <a:noFill/>
          <a:ln w="22352">
            <a:solidFill>
              <a:srgbClr val="63ECFF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S14_48次_平台_光环2"/>
          <p:cNvSpPr/>
          <p:nvPr/>
        </p:nvSpPr>
        <p:spPr>
          <a:xfrm>
            <a:off x="7864205" y="4913985"/>
            <a:ext cx="639348" cy="138988"/>
          </a:xfrm>
          <a:prstGeom prst="ellipse">
            <a:avLst/>
          </a:prstGeom>
          <a:noFill/>
          <a:ln w="13970">
            <a:solidFill>
              <a:srgbClr val="63ECFF">
                <a:alpha val="6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S14_48次_平台_光环3"/>
          <p:cNvSpPr/>
          <p:nvPr/>
        </p:nvSpPr>
        <p:spPr>
          <a:xfrm>
            <a:off x="7965155" y="4935931"/>
            <a:ext cx="437448" cy="95097"/>
          </a:xfrm>
          <a:prstGeom prst="ellipse">
            <a:avLst/>
          </a:prstGeom>
          <a:noFill/>
          <a:ln w="13970">
            <a:solidFill>
              <a:srgbClr val="63ECFF">
                <a:alpha val="49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S14_48次_图标_屋顶"/>
          <p:cNvSpPr/>
          <p:nvPr/>
        </p:nvSpPr>
        <p:spPr>
          <a:xfrm>
            <a:off x="7973202" y="4435205"/>
            <a:ext cx="421355" cy="197510"/>
          </a:xfrm>
          <a:prstGeom prst="triangle">
            <a:avLst/>
          </a:prstGeom>
          <a:solidFill>
            <a:srgbClr val="F0FCFF"/>
          </a:solidFill>
          <a:ln w="16764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S14_48次_图标_房体"/>
          <p:cNvSpPr/>
          <p:nvPr/>
        </p:nvSpPr>
        <p:spPr>
          <a:xfrm>
            <a:off x="8017093" y="4628327"/>
            <a:ext cx="333573" cy="237012"/>
          </a:xfrm>
          <a:prstGeom prst="rect">
            <a:avLst/>
          </a:prstGeom>
          <a:solidFill>
            <a:srgbClr val="146C99">
              <a:alpha val="100000"/>
            </a:srgbClr>
          </a:solidFill>
          <a:ln w="15367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S14_48次_图标_门"/>
          <p:cNvSpPr/>
          <p:nvPr/>
        </p:nvSpPr>
        <p:spPr>
          <a:xfrm>
            <a:off x="8205825" y="4707331"/>
            <a:ext cx="70225" cy="149230"/>
          </a:xfrm>
          <a:prstGeom prst="rect">
            <a:avLst/>
          </a:prstGeom>
          <a:solidFill>
            <a:srgbClr val="062B49">
              <a:alpha val="100000"/>
            </a:srgbClr>
          </a:solidFill>
          <a:ln w="9779">
            <a:solidFill>
              <a:srgbClr val="B0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原生可编辑文字_S14_001_双击编辑"/>
          <p:cNvSpPr txBox="1"/>
          <p:nvPr/>
        </p:nvSpPr>
        <p:spPr>
          <a:xfrm>
            <a:off x="1531620" y="434340"/>
            <a:ext cx="9220200" cy="87630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588">
                <a:solidFill>
                  <a:srgbClr val="F7FCFF"/>
                </a:solidFill>
                <a:latin typeface="Noto Serif CJK SC"/>
              </a:rPr>
              <a:t>应用成效：从经验管房，走向数据管房</a:t>
            </a:r>
          </a:p>
        </p:txBody>
      </p:sp>
      <p:sp>
        <p:nvSpPr>
          <p:cNvPr id="13" name="原生可编辑文字_S14_002_双击编辑"/>
          <p:cNvSpPr txBox="1"/>
          <p:nvPr/>
        </p:nvSpPr>
        <p:spPr>
          <a:xfrm>
            <a:off x="3459480" y="1173480"/>
            <a:ext cx="5113020" cy="48768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800">
                <a:solidFill>
                  <a:srgbClr val="F7FCFF"/>
                </a:solidFill>
                <a:latin typeface="Noto Sans CJK SC"/>
              </a:rPr>
              <a:t>资源可见、维修提速、决策更准、资金更省</a:t>
            </a:r>
          </a:p>
        </p:txBody>
      </p:sp>
      <p:sp>
        <p:nvSpPr>
          <p:cNvPr id="15" name="原生可编辑文字_S14_003_双击编辑"/>
          <p:cNvSpPr txBox="1"/>
          <p:nvPr/>
        </p:nvSpPr>
        <p:spPr>
          <a:xfrm>
            <a:off x="1729740" y="2095499"/>
            <a:ext cx="2118360" cy="79248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4600">
                <a:solidFill>
                  <a:srgbClr val="FFC928"/>
                </a:solidFill>
                <a:latin typeface="Noto Serif CJK SC"/>
              </a:rPr>
              <a:t>2442座</a:t>
            </a:r>
          </a:p>
        </p:txBody>
      </p:sp>
      <p:sp>
        <p:nvSpPr>
          <p:cNvPr id="17" name="原生可编辑文字_S14_004_双击编辑"/>
          <p:cNvSpPr txBox="1"/>
          <p:nvPr/>
        </p:nvSpPr>
        <p:spPr>
          <a:xfrm>
            <a:off x="2011680" y="2842260"/>
            <a:ext cx="1623060" cy="43434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325">
                <a:solidFill>
                  <a:srgbClr val="F2F8FF"/>
                </a:solidFill>
                <a:latin typeface="Noto Serif CJK SC"/>
              </a:rPr>
              <a:t>烤房入库建档</a:t>
            </a:r>
          </a:p>
        </p:txBody>
      </p:sp>
      <p:sp>
        <p:nvSpPr>
          <p:cNvPr id="19" name="原生可编辑文字_S14_005_双击编辑"/>
          <p:cNvSpPr txBox="1"/>
          <p:nvPr/>
        </p:nvSpPr>
        <p:spPr>
          <a:xfrm>
            <a:off x="5577840" y="2103120"/>
            <a:ext cx="2110740" cy="80772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4600">
                <a:solidFill>
                  <a:srgbClr val="FFC928"/>
                </a:solidFill>
                <a:latin typeface="Noto Serif CJK SC"/>
              </a:rPr>
              <a:t>1363次</a:t>
            </a:r>
          </a:p>
        </p:txBody>
      </p:sp>
      <p:sp>
        <p:nvSpPr>
          <p:cNvPr id="21" name="原生可编辑文字_S14_006_双击编辑"/>
          <p:cNvSpPr txBox="1"/>
          <p:nvPr/>
        </p:nvSpPr>
        <p:spPr>
          <a:xfrm>
            <a:off x="5806440" y="2857500"/>
            <a:ext cx="2057400" cy="43434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325">
                <a:solidFill>
                  <a:srgbClr val="F2F8FF"/>
                </a:solidFill>
                <a:latin typeface="Noto Sans CJK SC"/>
              </a:rPr>
              <a:t>调度与服务闭环记录</a:t>
            </a:r>
          </a:p>
        </p:txBody>
      </p:sp>
      <p:sp>
        <p:nvSpPr>
          <p:cNvPr id="23" name="原生可编辑文字_S14_007_双击编辑"/>
          <p:cNvSpPr txBox="1"/>
          <p:nvPr/>
        </p:nvSpPr>
        <p:spPr>
          <a:xfrm>
            <a:off x="9555480" y="2072640"/>
            <a:ext cx="2004059" cy="91440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4600">
                <a:solidFill>
                  <a:srgbClr val="FFC928"/>
                </a:solidFill>
                <a:latin typeface="Noto Serif CJK SC"/>
              </a:rPr>
              <a:t>96.8%</a:t>
            </a:r>
          </a:p>
        </p:txBody>
      </p:sp>
      <p:sp>
        <p:nvSpPr>
          <p:cNvPr id="25" name="原生可编辑文字_S14_008_双击编辑"/>
          <p:cNvSpPr txBox="1"/>
          <p:nvPr/>
        </p:nvSpPr>
        <p:spPr>
          <a:xfrm>
            <a:off x="9860280" y="2857500"/>
            <a:ext cx="1691639" cy="43434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325">
                <a:solidFill>
                  <a:srgbClr val="F2F8FF"/>
                </a:solidFill>
                <a:latin typeface="Noto Serif CJK SC"/>
              </a:rPr>
              <a:t>家底信息完整率</a:t>
            </a:r>
          </a:p>
        </p:txBody>
      </p:sp>
      <p:sp>
        <p:nvSpPr>
          <p:cNvPr id="27" name="原生可编辑文字_S14_009_双击编辑"/>
          <p:cNvSpPr txBox="1"/>
          <p:nvPr/>
        </p:nvSpPr>
        <p:spPr>
          <a:xfrm>
            <a:off x="3710940" y="3901440"/>
            <a:ext cx="1996439" cy="83820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4600">
                <a:solidFill>
                  <a:srgbClr val="FFC928"/>
                </a:solidFill>
                <a:latin typeface="Noto Serif CJK SC"/>
              </a:rPr>
              <a:t>≈190万</a:t>
            </a:r>
          </a:p>
        </p:txBody>
      </p:sp>
      <p:sp>
        <p:nvSpPr>
          <p:cNvPr id="29" name="原生可编辑文字_S14_010_双击编辑"/>
          <p:cNvSpPr txBox="1"/>
          <p:nvPr/>
        </p:nvSpPr>
        <p:spPr>
          <a:xfrm>
            <a:off x="3840480" y="4655820"/>
            <a:ext cx="2080260" cy="43434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325">
                <a:solidFill>
                  <a:srgbClr val="F2F8FF"/>
                </a:solidFill>
                <a:latin typeface="Noto Sans CJK SC"/>
              </a:rPr>
              <a:t>投入测算参考价值</a:t>
            </a:r>
          </a:p>
        </p:txBody>
      </p:sp>
      <p:sp>
        <p:nvSpPr>
          <p:cNvPr id="31" name="原生可编辑文字_S14_011_双击编辑"/>
          <p:cNvSpPr txBox="1"/>
          <p:nvPr/>
        </p:nvSpPr>
        <p:spPr>
          <a:xfrm>
            <a:off x="7947660" y="3909060"/>
            <a:ext cx="1051560" cy="7848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4600">
                <a:solidFill>
                  <a:srgbClr val="FFC928"/>
                </a:solidFill>
                <a:latin typeface="Noto Serif CJK SC"/>
              </a:rPr>
              <a:t>48个</a:t>
            </a:r>
          </a:p>
        </p:txBody>
      </p:sp>
      <p:sp>
        <p:nvSpPr>
          <p:cNvPr id="33" name="原生可编辑文字_S14_012_双击编辑"/>
          <p:cNvSpPr txBox="1"/>
          <p:nvPr/>
        </p:nvSpPr>
        <p:spPr>
          <a:xfrm>
            <a:off x="8054340" y="4655820"/>
            <a:ext cx="1935480" cy="43434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325">
                <a:solidFill>
                  <a:srgbClr val="F2F8FF"/>
                </a:solidFill>
                <a:latin typeface="Noto Sans CJK SC"/>
              </a:rPr>
              <a:t>重点烟区应用覆盖</a:t>
            </a:r>
          </a:p>
        </p:txBody>
      </p:sp>
      <p:sp>
        <p:nvSpPr>
          <p:cNvPr id="35" name="原生可编辑文字_S14_013_双击编辑"/>
          <p:cNvSpPr txBox="1"/>
          <p:nvPr/>
        </p:nvSpPr>
        <p:spPr>
          <a:xfrm>
            <a:off x="2796540" y="6103620"/>
            <a:ext cx="6911340" cy="52578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800">
                <a:solidFill>
                  <a:srgbClr val="F2F8FF"/>
                </a:solidFill>
                <a:latin typeface="Noto Sans CJK SC"/>
              </a:rPr>
              <a:t>看得见、调得动、修得快、投得准，才是真正的价值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_深蓝底_可编辑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B49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背景_左上光束_1"/>
          <p:cNvSpPr/>
          <p:nvPr/>
        </p:nvSpPr>
        <p:spPr>
          <a:xfrm>
            <a:off x="0" y="0"/>
            <a:ext cx="2423160" cy="1828800"/>
          </a:xfrm>
          <a:custGeom>
            <a:avLst/>
            <a:gdLst/>
            <a:ahLst/>
            <a:cxnLst/>
            <a:rect l="l" t="t" r="r" b="b"/>
            <a:pathLst>
              <a:path w="2423160" h="1828800">
                <a:moveTo>
                  <a:pt x="0" y="0"/>
                </a:moveTo>
                <a:lnTo>
                  <a:pt x="914400" y="0"/>
                </a:lnTo>
                <a:lnTo>
                  <a:pt x="2423160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8DEBFF">
              <a:alpha val="2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背景_左上光束_2"/>
          <p:cNvSpPr/>
          <p:nvPr/>
        </p:nvSpPr>
        <p:spPr>
          <a:xfrm>
            <a:off x="274320" y="0"/>
            <a:ext cx="2423159" cy="1828800"/>
          </a:xfrm>
          <a:custGeom>
            <a:avLst/>
            <a:gdLst/>
            <a:ahLst/>
            <a:cxnLst/>
            <a:rect l="l" t="t" r="r" b="b"/>
            <a:pathLst>
              <a:path w="2423159" h="1828800">
                <a:moveTo>
                  <a:pt x="0" y="0"/>
                </a:moveTo>
                <a:lnTo>
                  <a:pt x="914400" y="0"/>
                </a:lnTo>
                <a:lnTo>
                  <a:pt x="2423159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8DEBFF">
              <a:alpha val="2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背景_左上光束_3"/>
          <p:cNvSpPr/>
          <p:nvPr/>
        </p:nvSpPr>
        <p:spPr>
          <a:xfrm>
            <a:off x="640080" y="0"/>
            <a:ext cx="2423159" cy="1828800"/>
          </a:xfrm>
          <a:custGeom>
            <a:avLst/>
            <a:gdLst/>
            <a:ahLst/>
            <a:cxnLst/>
            <a:rect l="l" t="t" r="r" b="b"/>
            <a:pathLst>
              <a:path w="2423159" h="1828800">
                <a:moveTo>
                  <a:pt x="0" y="0"/>
                </a:moveTo>
                <a:lnTo>
                  <a:pt x="914400" y="0"/>
                </a:lnTo>
                <a:lnTo>
                  <a:pt x="2423159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8DEBFF">
              <a:alpha val="2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背景_星点_1"/>
          <p:cNvSpPr/>
          <p:nvPr/>
        </p:nvSpPr>
        <p:spPr>
          <a:xfrm>
            <a:off x="8606655" y="2808071"/>
            <a:ext cx="13716" cy="13716"/>
          </a:xfrm>
          <a:prstGeom prst="ellipse">
            <a:avLst/>
          </a:prstGeom>
          <a:solidFill>
            <a:srgbClr val="E8FDFF">
              <a:alpha val="6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背景_星点_2"/>
          <p:cNvSpPr/>
          <p:nvPr/>
        </p:nvSpPr>
        <p:spPr>
          <a:xfrm>
            <a:off x="8819862" y="3156931"/>
            <a:ext cx="36576" cy="36576"/>
          </a:xfrm>
          <a:prstGeom prst="ellipse">
            <a:avLst/>
          </a:prstGeom>
          <a:solidFill>
            <a:srgbClr val="E8FDFF">
              <a:alpha val="49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背景_星点_3"/>
          <p:cNvSpPr/>
          <p:nvPr/>
        </p:nvSpPr>
        <p:spPr>
          <a:xfrm>
            <a:off x="9057416" y="847539"/>
            <a:ext cx="36576" cy="36576"/>
          </a:xfrm>
          <a:prstGeom prst="ellipse">
            <a:avLst/>
          </a:prstGeom>
          <a:solidFill>
            <a:srgbClr val="E8FDFF">
              <a:alpha val="48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背景_星点_4"/>
          <p:cNvSpPr/>
          <p:nvPr/>
        </p:nvSpPr>
        <p:spPr>
          <a:xfrm>
            <a:off x="8831118" y="441949"/>
            <a:ext cx="36576" cy="36576"/>
          </a:xfrm>
          <a:prstGeom prst="ellipse">
            <a:avLst/>
          </a:prstGeom>
          <a:solidFill>
            <a:srgbClr val="E8FDFF">
              <a:alpha val="68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背景_星点_5"/>
          <p:cNvSpPr/>
          <p:nvPr/>
        </p:nvSpPr>
        <p:spPr>
          <a:xfrm>
            <a:off x="10786281" y="376921"/>
            <a:ext cx="36576" cy="36576"/>
          </a:xfrm>
          <a:prstGeom prst="ellipse">
            <a:avLst/>
          </a:prstGeom>
          <a:solidFill>
            <a:srgbClr val="E8FDFF">
              <a:alpha val="46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背景_星点_6"/>
          <p:cNvSpPr/>
          <p:nvPr/>
        </p:nvSpPr>
        <p:spPr>
          <a:xfrm>
            <a:off x="10633480" y="785832"/>
            <a:ext cx="36576" cy="36576"/>
          </a:xfrm>
          <a:prstGeom prst="ellipse">
            <a:avLst/>
          </a:prstGeom>
          <a:solidFill>
            <a:srgbClr val="E8FDFF">
              <a:alpha val="3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背景_星点_7"/>
          <p:cNvSpPr/>
          <p:nvPr/>
        </p:nvSpPr>
        <p:spPr>
          <a:xfrm>
            <a:off x="3602232" y="377690"/>
            <a:ext cx="18288" cy="18288"/>
          </a:xfrm>
          <a:prstGeom prst="ellipse">
            <a:avLst/>
          </a:prstGeom>
          <a:solidFill>
            <a:srgbClr val="E8FDFF">
              <a:alpha val="68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背景_星点_8"/>
          <p:cNvSpPr/>
          <p:nvPr/>
        </p:nvSpPr>
        <p:spPr>
          <a:xfrm>
            <a:off x="5115851" y="782812"/>
            <a:ext cx="27432" cy="27432"/>
          </a:xfrm>
          <a:prstGeom prst="ellipse">
            <a:avLst/>
          </a:prstGeom>
          <a:solidFill>
            <a:srgbClr val="E8FDFF">
              <a:alpha val="48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背景_星点_9"/>
          <p:cNvSpPr/>
          <p:nvPr/>
        </p:nvSpPr>
        <p:spPr>
          <a:xfrm>
            <a:off x="1252651" y="575667"/>
            <a:ext cx="18288" cy="18288"/>
          </a:xfrm>
          <a:prstGeom prst="ellipse">
            <a:avLst/>
          </a:prstGeom>
          <a:solidFill>
            <a:srgbClr val="E8FDFF">
              <a:alpha val="34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背景_星点_10"/>
          <p:cNvSpPr/>
          <p:nvPr/>
        </p:nvSpPr>
        <p:spPr>
          <a:xfrm>
            <a:off x="4588960" y="1376021"/>
            <a:ext cx="36576" cy="36576"/>
          </a:xfrm>
          <a:prstGeom prst="ellipse">
            <a:avLst/>
          </a:prstGeom>
          <a:solidFill>
            <a:srgbClr val="E8FDFF">
              <a:alpha val="69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背景_星点_11"/>
          <p:cNvSpPr/>
          <p:nvPr/>
        </p:nvSpPr>
        <p:spPr>
          <a:xfrm>
            <a:off x="5092694" y="4034533"/>
            <a:ext cx="13716" cy="13716"/>
          </a:xfrm>
          <a:prstGeom prst="ellipse">
            <a:avLst/>
          </a:prstGeom>
          <a:solidFill>
            <a:srgbClr val="E8FDFF">
              <a:alpha val="33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背景_星点_12"/>
          <p:cNvSpPr/>
          <p:nvPr/>
        </p:nvSpPr>
        <p:spPr>
          <a:xfrm>
            <a:off x="1667336" y="3379109"/>
            <a:ext cx="36576" cy="36576"/>
          </a:xfrm>
          <a:prstGeom prst="ellipse">
            <a:avLst/>
          </a:prstGeom>
          <a:solidFill>
            <a:srgbClr val="E8FDFF">
              <a:alpha val="74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背景_星点_13"/>
          <p:cNvSpPr/>
          <p:nvPr/>
        </p:nvSpPr>
        <p:spPr>
          <a:xfrm>
            <a:off x="8031361" y="2186148"/>
            <a:ext cx="36576" cy="36576"/>
          </a:xfrm>
          <a:prstGeom prst="ellipse">
            <a:avLst/>
          </a:prstGeom>
          <a:solidFill>
            <a:srgbClr val="E8FDFF">
              <a:alpha val="49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背景_星点_14"/>
          <p:cNvSpPr/>
          <p:nvPr/>
        </p:nvSpPr>
        <p:spPr>
          <a:xfrm>
            <a:off x="9230368" y="770939"/>
            <a:ext cx="22860" cy="22860"/>
          </a:xfrm>
          <a:prstGeom prst="ellipse">
            <a:avLst/>
          </a:prstGeom>
          <a:solidFill>
            <a:srgbClr val="E8FDFF">
              <a:alpha val="5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背景_星点_15"/>
          <p:cNvSpPr/>
          <p:nvPr/>
        </p:nvSpPr>
        <p:spPr>
          <a:xfrm>
            <a:off x="8913359" y="828424"/>
            <a:ext cx="27432" cy="27432"/>
          </a:xfrm>
          <a:prstGeom prst="ellipse">
            <a:avLst/>
          </a:prstGeom>
          <a:solidFill>
            <a:srgbClr val="E8FDFF">
              <a:alpha val="4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背景_星点_16"/>
          <p:cNvSpPr/>
          <p:nvPr/>
        </p:nvSpPr>
        <p:spPr>
          <a:xfrm>
            <a:off x="424757" y="3090563"/>
            <a:ext cx="27432" cy="27432"/>
          </a:xfrm>
          <a:prstGeom prst="ellipse">
            <a:avLst/>
          </a:prstGeom>
          <a:solidFill>
            <a:srgbClr val="E8FDFF">
              <a:alpha val="6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背景_星点_17"/>
          <p:cNvSpPr/>
          <p:nvPr/>
        </p:nvSpPr>
        <p:spPr>
          <a:xfrm>
            <a:off x="3001283" y="1668340"/>
            <a:ext cx="27432" cy="27432"/>
          </a:xfrm>
          <a:prstGeom prst="ellipse">
            <a:avLst/>
          </a:prstGeom>
          <a:solidFill>
            <a:srgbClr val="E8FDFF">
              <a:alpha val="31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背景_星点_18"/>
          <p:cNvSpPr/>
          <p:nvPr/>
        </p:nvSpPr>
        <p:spPr>
          <a:xfrm>
            <a:off x="8533419" y="1319540"/>
            <a:ext cx="22860" cy="22860"/>
          </a:xfrm>
          <a:prstGeom prst="ellipse">
            <a:avLst/>
          </a:prstGeom>
          <a:solidFill>
            <a:srgbClr val="E8FDFF">
              <a:alpha val="73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背景_星点_19"/>
          <p:cNvSpPr/>
          <p:nvPr/>
        </p:nvSpPr>
        <p:spPr>
          <a:xfrm>
            <a:off x="8041225" y="2656508"/>
            <a:ext cx="18288" cy="18288"/>
          </a:xfrm>
          <a:prstGeom prst="ellipse">
            <a:avLst/>
          </a:prstGeom>
          <a:solidFill>
            <a:srgbClr val="E8FDFF">
              <a:alpha val="6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背景_星点_20"/>
          <p:cNvSpPr/>
          <p:nvPr/>
        </p:nvSpPr>
        <p:spPr>
          <a:xfrm>
            <a:off x="5447190" y="3017143"/>
            <a:ext cx="22860" cy="22860"/>
          </a:xfrm>
          <a:prstGeom prst="ellipse">
            <a:avLst/>
          </a:prstGeom>
          <a:solidFill>
            <a:srgbClr val="E8FDFF">
              <a:alpha val="53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背景_星点_21"/>
          <p:cNvSpPr/>
          <p:nvPr/>
        </p:nvSpPr>
        <p:spPr>
          <a:xfrm>
            <a:off x="3440776" y="1254692"/>
            <a:ext cx="36576" cy="36576"/>
          </a:xfrm>
          <a:prstGeom prst="ellipse">
            <a:avLst/>
          </a:prstGeom>
          <a:solidFill>
            <a:srgbClr val="E8FDFF">
              <a:alpha val="41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背景_星点_22"/>
          <p:cNvSpPr/>
          <p:nvPr/>
        </p:nvSpPr>
        <p:spPr>
          <a:xfrm>
            <a:off x="983079" y="3104385"/>
            <a:ext cx="13716" cy="13716"/>
          </a:xfrm>
          <a:prstGeom prst="ellipse">
            <a:avLst/>
          </a:prstGeom>
          <a:solidFill>
            <a:srgbClr val="E8FDFF">
              <a:alpha val="31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背景_星点_23"/>
          <p:cNvSpPr/>
          <p:nvPr/>
        </p:nvSpPr>
        <p:spPr>
          <a:xfrm>
            <a:off x="8947642" y="4118338"/>
            <a:ext cx="22860" cy="22860"/>
          </a:xfrm>
          <a:prstGeom prst="ellipse">
            <a:avLst/>
          </a:prstGeom>
          <a:solidFill>
            <a:srgbClr val="E8FDFF">
              <a:alpha val="31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背景_星点_24"/>
          <p:cNvSpPr/>
          <p:nvPr/>
        </p:nvSpPr>
        <p:spPr>
          <a:xfrm>
            <a:off x="10597332" y="2358284"/>
            <a:ext cx="13716" cy="13716"/>
          </a:xfrm>
          <a:prstGeom prst="ellipse">
            <a:avLst/>
          </a:prstGeom>
          <a:solidFill>
            <a:srgbClr val="E8FDFF">
              <a:alpha val="7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背景_星点_25"/>
          <p:cNvSpPr/>
          <p:nvPr/>
        </p:nvSpPr>
        <p:spPr>
          <a:xfrm>
            <a:off x="9968481" y="1809192"/>
            <a:ext cx="22860" cy="22860"/>
          </a:xfrm>
          <a:prstGeom prst="ellipse">
            <a:avLst/>
          </a:prstGeom>
          <a:solidFill>
            <a:srgbClr val="E8FDFF">
              <a:alpha val="63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背景_星点_26"/>
          <p:cNvSpPr/>
          <p:nvPr/>
        </p:nvSpPr>
        <p:spPr>
          <a:xfrm>
            <a:off x="563500" y="331762"/>
            <a:ext cx="27432" cy="27432"/>
          </a:xfrm>
          <a:prstGeom prst="ellipse">
            <a:avLst/>
          </a:prstGeom>
          <a:solidFill>
            <a:srgbClr val="E8FDFF">
              <a:alpha val="46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背景_星点_27"/>
          <p:cNvSpPr/>
          <p:nvPr/>
        </p:nvSpPr>
        <p:spPr>
          <a:xfrm>
            <a:off x="6364062" y="3167145"/>
            <a:ext cx="13716" cy="13716"/>
          </a:xfrm>
          <a:prstGeom prst="ellipse">
            <a:avLst/>
          </a:prstGeom>
          <a:solidFill>
            <a:srgbClr val="E8FDFF">
              <a:alpha val="38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背景_星点_28"/>
          <p:cNvSpPr/>
          <p:nvPr/>
        </p:nvSpPr>
        <p:spPr>
          <a:xfrm>
            <a:off x="4258613" y="1861424"/>
            <a:ext cx="13716" cy="13716"/>
          </a:xfrm>
          <a:prstGeom prst="ellipse">
            <a:avLst/>
          </a:prstGeom>
          <a:solidFill>
            <a:srgbClr val="E8FDFF">
              <a:alpha val="53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背景_星点_29"/>
          <p:cNvSpPr/>
          <p:nvPr/>
        </p:nvSpPr>
        <p:spPr>
          <a:xfrm>
            <a:off x="10999305" y="3558050"/>
            <a:ext cx="36576" cy="36576"/>
          </a:xfrm>
          <a:prstGeom prst="ellipse">
            <a:avLst/>
          </a:prstGeom>
          <a:solidFill>
            <a:srgbClr val="E8FDFF">
              <a:alpha val="7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背景_星点_30"/>
          <p:cNvSpPr/>
          <p:nvPr/>
        </p:nvSpPr>
        <p:spPr>
          <a:xfrm>
            <a:off x="8622875" y="1582588"/>
            <a:ext cx="13716" cy="13716"/>
          </a:xfrm>
          <a:prstGeom prst="ellipse">
            <a:avLst/>
          </a:prstGeom>
          <a:solidFill>
            <a:srgbClr val="E8FDFF">
              <a:alpha val="3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背景_星点_31"/>
          <p:cNvSpPr/>
          <p:nvPr/>
        </p:nvSpPr>
        <p:spPr>
          <a:xfrm>
            <a:off x="4008511" y="3084594"/>
            <a:ext cx="36576" cy="36576"/>
          </a:xfrm>
          <a:prstGeom prst="ellipse">
            <a:avLst/>
          </a:prstGeom>
          <a:solidFill>
            <a:srgbClr val="E8FDFF">
              <a:alpha val="73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背景_星点_32"/>
          <p:cNvSpPr/>
          <p:nvPr/>
        </p:nvSpPr>
        <p:spPr>
          <a:xfrm>
            <a:off x="7128399" y="462458"/>
            <a:ext cx="36576" cy="36576"/>
          </a:xfrm>
          <a:prstGeom prst="ellipse">
            <a:avLst/>
          </a:prstGeom>
          <a:solidFill>
            <a:srgbClr val="E8FDFF">
              <a:alpha val="56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背景_星点_33"/>
          <p:cNvSpPr/>
          <p:nvPr/>
        </p:nvSpPr>
        <p:spPr>
          <a:xfrm>
            <a:off x="10975180" y="1760903"/>
            <a:ext cx="27432" cy="27432"/>
          </a:xfrm>
          <a:prstGeom prst="ellipse">
            <a:avLst/>
          </a:prstGeom>
          <a:solidFill>
            <a:srgbClr val="E8FDFF">
              <a:alpha val="5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背景_星点_34"/>
          <p:cNvSpPr/>
          <p:nvPr/>
        </p:nvSpPr>
        <p:spPr>
          <a:xfrm>
            <a:off x="1466606" y="2452441"/>
            <a:ext cx="22860" cy="22860"/>
          </a:xfrm>
          <a:prstGeom prst="ellipse">
            <a:avLst/>
          </a:prstGeom>
          <a:solidFill>
            <a:srgbClr val="E8FDFF">
              <a:alpha val="3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背景_星点_35"/>
          <p:cNvSpPr/>
          <p:nvPr/>
        </p:nvSpPr>
        <p:spPr>
          <a:xfrm>
            <a:off x="3544284" y="2101599"/>
            <a:ext cx="13716" cy="13716"/>
          </a:xfrm>
          <a:prstGeom prst="ellipse">
            <a:avLst/>
          </a:prstGeom>
          <a:solidFill>
            <a:srgbClr val="E8FDFF">
              <a:alpha val="4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背景_星点_36"/>
          <p:cNvSpPr/>
          <p:nvPr/>
        </p:nvSpPr>
        <p:spPr>
          <a:xfrm>
            <a:off x="1088877" y="3189421"/>
            <a:ext cx="27432" cy="27432"/>
          </a:xfrm>
          <a:prstGeom prst="ellipse">
            <a:avLst/>
          </a:prstGeom>
          <a:solidFill>
            <a:srgbClr val="E8FDFF">
              <a:alpha val="7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背景_星点_37"/>
          <p:cNvSpPr/>
          <p:nvPr/>
        </p:nvSpPr>
        <p:spPr>
          <a:xfrm>
            <a:off x="2901202" y="3745532"/>
            <a:ext cx="18288" cy="18288"/>
          </a:xfrm>
          <a:prstGeom prst="ellipse">
            <a:avLst/>
          </a:prstGeom>
          <a:solidFill>
            <a:srgbClr val="E8FDFF">
              <a:alpha val="41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背景_星点_38"/>
          <p:cNvSpPr/>
          <p:nvPr/>
        </p:nvSpPr>
        <p:spPr>
          <a:xfrm>
            <a:off x="1045547" y="857878"/>
            <a:ext cx="18288" cy="18288"/>
          </a:xfrm>
          <a:prstGeom prst="ellipse">
            <a:avLst/>
          </a:prstGeom>
          <a:solidFill>
            <a:srgbClr val="E8FDFF">
              <a:alpha val="37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背景_星点_39"/>
          <p:cNvSpPr/>
          <p:nvPr/>
        </p:nvSpPr>
        <p:spPr>
          <a:xfrm>
            <a:off x="10322899" y="2127100"/>
            <a:ext cx="13716" cy="13716"/>
          </a:xfrm>
          <a:prstGeom prst="ellipse">
            <a:avLst/>
          </a:prstGeom>
          <a:solidFill>
            <a:srgbClr val="E8FDFF">
              <a:alpha val="5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背景_星点_40"/>
          <p:cNvSpPr/>
          <p:nvPr/>
        </p:nvSpPr>
        <p:spPr>
          <a:xfrm>
            <a:off x="3766525" y="974093"/>
            <a:ext cx="27432" cy="27432"/>
          </a:xfrm>
          <a:prstGeom prst="ellipse">
            <a:avLst/>
          </a:prstGeom>
          <a:solidFill>
            <a:srgbClr val="E8FDFF">
              <a:alpha val="74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背景_星点_41"/>
          <p:cNvSpPr/>
          <p:nvPr/>
        </p:nvSpPr>
        <p:spPr>
          <a:xfrm>
            <a:off x="4089421" y="4102716"/>
            <a:ext cx="27432" cy="27432"/>
          </a:xfrm>
          <a:prstGeom prst="ellipse">
            <a:avLst/>
          </a:prstGeom>
          <a:solidFill>
            <a:srgbClr val="E8FDFF">
              <a:alpha val="6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背景_星点_42"/>
          <p:cNvSpPr/>
          <p:nvPr/>
        </p:nvSpPr>
        <p:spPr>
          <a:xfrm>
            <a:off x="551083" y="1982985"/>
            <a:ext cx="27432" cy="27432"/>
          </a:xfrm>
          <a:prstGeom prst="ellipse">
            <a:avLst/>
          </a:prstGeom>
          <a:solidFill>
            <a:srgbClr val="E8FDFF">
              <a:alpha val="5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背景_星点_43"/>
          <p:cNvSpPr/>
          <p:nvPr/>
        </p:nvSpPr>
        <p:spPr>
          <a:xfrm>
            <a:off x="6850850" y="696415"/>
            <a:ext cx="27432" cy="27432"/>
          </a:xfrm>
          <a:prstGeom prst="ellipse">
            <a:avLst/>
          </a:prstGeom>
          <a:solidFill>
            <a:srgbClr val="E8FDFF">
              <a:alpha val="5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背景_星点_44"/>
          <p:cNvSpPr/>
          <p:nvPr/>
        </p:nvSpPr>
        <p:spPr>
          <a:xfrm>
            <a:off x="4404983" y="3482640"/>
            <a:ext cx="36576" cy="36576"/>
          </a:xfrm>
          <a:prstGeom prst="ellipse">
            <a:avLst/>
          </a:prstGeom>
          <a:solidFill>
            <a:srgbClr val="E8FDFF">
              <a:alpha val="59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背景_星点_45"/>
          <p:cNvSpPr/>
          <p:nvPr/>
        </p:nvSpPr>
        <p:spPr>
          <a:xfrm>
            <a:off x="2270734" y="3159159"/>
            <a:ext cx="27432" cy="27432"/>
          </a:xfrm>
          <a:prstGeom prst="ellipse">
            <a:avLst/>
          </a:prstGeom>
          <a:solidFill>
            <a:srgbClr val="E8FDFF">
              <a:alpha val="43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背景_云雾_1"/>
          <p:cNvSpPr/>
          <p:nvPr/>
        </p:nvSpPr>
        <p:spPr>
          <a:xfrm>
            <a:off x="-914400" y="3246120"/>
            <a:ext cx="5943600" cy="1005840"/>
          </a:xfrm>
          <a:prstGeom prst="ellipse">
            <a:avLst/>
          </a:prstGeom>
          <a:solidFill>
            <a:srgbClr val="DDF9FF">
              <a:alpha val="2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背景_云雾_2"/>
          <p:cNvSpPr/>
          <p:nvPr/>
        </p:nvSpPr>
        <p:spPr>
          <a:xfrm>
            <a:off x="3108960" y="3383280"/>
            <a:ext cx="5852160" cy="914400"/>
          </a:xfrm>
          <a:prstGeom prst="ellipse">
            <a:avLst/>
          </a:prstGeom>
          <a:solidFill>
            <a:srgbClr val="DDF9FF">
              <a:alpha val="2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背景_云雾_3"/>
          <p:cNvSpPr/>
          <p:nvPr/>
        </p:nvSpPr>
        <p:spPr>
          <a:xfrm>
            <a:off x="7498079" y="3246120"/>
            <a:ext cx="5669280" cy="1005840"/>
          </a:xfrm>
          <a:prstGeom prst="ellipse">
            <a:avLst/>
          </a:prstGeom>
          <a:solidFill>
            <a:srgbClr val="DDF9FF">
              <a:alpha val="2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背景_山体层_1"/>
          <p:cNvSpPr/>
          <p:nvPr/>
        </p:nvSpPr>
        <p:spPr>
          <a:xfrm>
            <a:off x="0" y="3278587"/>
            <a:ext cx="12191695" cy="3579413"/>
          </a:xfrm>
          <a:custGeom>
            <a:avLst/>
            <a:gdLst/>
            <a:ahLst/>
            <a:cxnLst/>
            <a:rect l="l" t="t" r="r" b="b"/>
            <a:pathLst>
              <a:path w="12191695" h="3579413">
                <a:moveTo>
                  <a:pt x="0" y="3579413"/>
                </a:moveTo>
                <a:lnTo>
                  <a:pt x="0" y="424733"/>
                </a:lnTo>
                <a:lnTo>
                  <a:pt x="502920" y="30004"/>
                </a:lnTo>
                <a:lnTo>
                  <a:pt x="1005840" y="181354"/>
                </a:lnTo>
                <a:lnTo>
                  <a:pt x="1417320" y="210741"/>
                </a:lnTo>
                <a:lnTo>
                  <a:pt x="1828800" y="412610"/>
                </a:lnTo>
                <a:lnTo>
                  <a:pt x="2194560" y="383182"/>
                </a:lnTo>
                <a:lnTo>
                  <a:pt x="2651760" y="343382"/>
                </a:lnTo>
                <a:lnTo>
                  <a:pt x="3063240" y="771301"/>
                </a:lnTo>
                <a:lnTo>
                  <a:pt x="3520440" y="844634"/>
                </a:lnTo>
                <a:lnTo>
                  <a:pt x="3931920" y="676338"/>
                </a:lnTo>
                <a:lnTo>
                  <a:pt x="4389120" y="423216"/>
                </a:lnTo>
                <a:lnTo>
                  <a:pt x="4892040" y="62364"/>
                </a:lnTo>
                <a:lnTo>
                  <a:pt x="5394960" y="342126"/>
                </a:lnTo>
                <a:lnTo>
                  <a:pt x="5852160" y="221530"/>
                </a:lnTo>
                <a:lnTo>
                  <a:pt x="6309360" y="176290"/>
                </a:lnTo>
                <a:lnTo>
                  <a:pt x="6858000" y="357716"/>
                </a:lnTo>
                <a:lnTo>
                  <a:pt x="7406640" y="743055"/>
                </a:lnTo>
                <a:lnTo>
                  <a:pt x="8001000" y="838585"/>
                </a:lnTo>
                <a:lnTo>
                  <a:pt x="8549640" y="418765"/>
                </a:lnTo>
                <a:lnTo>
                  <a:pt x="9052560" y="369638"/>
                </a:lnTo>
                <a:lnTo>
                  <a:pt x="9601200" y="269916"/>
                </a:lnTo>
                <a:lnTo>
                  <a:pt x="10149840" y="257250"/>
                </a:lnTo>
                <a:lnTo>
                  <a:pt x="10744200" y="0"/>
                </a:lnTo>
                <a:lnTo>
                  <a:pt x="11338560" y="568225"/>
                </a:lnTo>
                <a:lnTo>
                  <a:pt x="12188952" y="837003"/>
                </a:lnTo>
                <a:lnTo>
                  <a:pt x="12191695" y="3579413"/>
                </a:lnTo>
                <a:close/>
              </a:path>
            </a:pathLst>
          </a:custGeom>
          <a:solidFill>
            <a:srgbClr val="124D72">
              <a:alpha val="7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背景_山体层_2"/>
          <p:cNvSpPr/>
          <p:nvPr/>
        </p:nvSpPr>
        <p:spPr>
          <a:xfrm>
            <a:off x="0" y="3514638"/>
            <a:ext cx="12191695" cy="3343362"/>
          </a:xfrm>
          <a:custGeom>
            <a:avLst/>
            <a:gdLst/>
            <a:ahLst/>
            <a:cxnLst/>
            <a:rect l="l" t="t" r="r" b="b"/>
            <a:pathLst>
              <a:path w="12191695" h="3343362">
                <a:moveTo>
                  <a:pt x="0" y="3343362"/>
                </a:moveTo>
                <a:lnTo>
                  <a:pt x="0" y="89872"/>
                </a:lnTo>
                <a:lnTo>
                  <a:pt x="438912" y="0"/>
                </a:lnTo>
                <a:lnTo>
                  <a:pt x="914400" y="381022"/>
                </a:lnTo>
                <a:lnTo>
                  <a:pt x="1298448" y="393165"/>
                </a:lnTo>
                <a:lnTo>
                  <a:pt x="1737360" y="509037"/>
                </a:lnTo>
                <a:lnTo>
                  <a:pt x="2121408" y="549549"/>
                </a:lnTo>
                <a:lnTo>
                  <a:pt x="2487168" y="531820"/>
                </a:lnTo>
                <a:lnTo>
                  <a:pt x="2944368" y="900942"/>
                </a:lnTo>
                <a:lnTo>
                  <a:pt x="3429000" y="788411"/>
                </a:lnTo>
                <a:lnTo>
                  <a:pt x="3840480" y="398583"/>
                </a:lnTo>
                <a:lnTo>
                  <a:pt x="4315968" y="227901"/>
                </a:lnTo>
                <a:lnTo>
                  <a:pt x="4754880" y="80478"/>
                </a:lnTo>
                <a:lnTo>
                  <a:pt x="5212080" y="364102"/>
                </a:lnTo>
                <a:lnTo>
                  <a:pt x="5623560" y="394692"/>
                </a:lnTo>
                <a:lnTo>
                  <a:pt x="6053328" y="226250"/>
                </a:lnTo>
                <a:lnTo>
                  <a:pt x="6446520" y="495236"/>
                </a:lnTo>
                <a:lnTo>
                  <a:pt x="6949440" y="735339"/>
                </a:lnTo>
                <a:lnTo>
                  <a:pt x="7452360" y="925475"/>
                </a:lnTo>
                <a:lnTo>
                  <a:pt x="7955279" y="629255"/>
                </a:lnTo>
                <a:lnTo>
                  <a:pt x="8458200" y="222317"/>
                </a:lnTo>
                <a:lnTo>
                  <a:pt x="8915400" y="358180"/>
                </a:lnTo>
                <a:lnTo>
                  <a:pt x="9436608" y="236701"/>
                </a:lnTo>
                <a:lnTo>
                  <a:pt x="9921240" y="290787"/>
                </a:lnTo>
                <a:lnTo>
                  <a:pt x="10424160" y="149577"/>
                </a:lnTo>
                <a:lnTo>
                  <a:pt x="10972800" y="646414"/>
                </a:lnTo>
                <a:lnTo>
                  <a:pt x="11475720" y="892971"/>
                </a:lnTo>
                <a:lnTo>
                  <a:pt x="12188952" y="688790"/>
                </a:lnTo>
                <a:lnTo>
                  <a:pt x="12191695" y="3343362"/>
                </a:lnTo>
                <a:close/>
              </a:path>
            </a:pathLst>
          </a:custGeom>
          <a:solidFill>
            <a:srgbClr val="0F4165">
              <a:alpha val="8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背景_山体层_3"/>
          <p:cNvSpPr/>
          <p:nvPr/>
        </p:nvSpPr>
        <p:spPr>
          <a:xfrm>
            <a:off x="0" y="3810785"/>
            <a:ext cx="12191695" cy="3047215"/>
          </a:xfrm>
          <a:custGeom>
            <a:avLst/>
            <a:gdLst/>
            <a:ahLst/>
            <a:cxnLst/>
            <a:rect l="l" t="t" r="r" b="b"/>
            <a:pathLst>
              <a:path w="12191695" h="3047215">
                <a:moveTo>
                  <a:pt x="0" y="3047215"/>
                </a:moveTo>
                <a:lnTo>
                  <a:pt x="0" y="0"/>
                </a:lnTo>
                <a:lnTo>
                  <a:pt x="384048" y="183268"/>
                </a:lnTo>
                <a:lnTo>
                  <a:pt x="804672" y="615808"/>
                </a:lnTo>
                <a:lnTo>
                  <a:pt x="1188720" y="569560"/>
                </a:lnTo>
                <a:lnTo>
                  <a:pt x="1572768" y="550615"/>
                </a:lnTo>
                <a:lnTo>
                  <a:pt x="1965960" y="697285"/>
                </a:lnTo>
                <a:lnTo>
                  <a:pt x="2377440" y="690214"/>
                </a:lnTo>
                <a:lnTo>
                  <a:pt x="2788920" y="841443"/>
                </a:lnTo>
                <a:lnTo>
                  <a:pt x="3154680" y="781352"/>
                </a:lnTo>
                <a:lnTo>
                  <a:pt x="3611880" y="210878"/>
                </a:lnTo>
                <a:lnTo>
                  <a:pt x="4041648" y="121860"/>
                </a:lnTo>
                <a:lnTo>
                  <a:pt x="4443984" y="207229"/>
                </a:lnTo>
                <a:lnTo>
                  <a:pt x="4846320" y="285864"/>
                </a:lnTo>
                <a:lnTo>
                  <a:pt x="5303520" y="545930"/>
                </a:lnTo>
                <a:lnTo>
                  <a:pt x="5724144" y="414374"/>
                </a:lnTo>
                <a:lnTo>
                  <a:pt x="6144768" y="498172"/>
                </a:lnTo>
                <a:lnTo>
                  <a:pt x="6565392" y="890948"/>
                </a:lnTo>
                <a:lnTo>
                  <a:pt x="6967728" y="864269"/>
                </a:lnTo>
                <a:lnTo>
                  <a:pt x="7388352" y="739645"/>
                </a:lnTo>
                <a:lnTo>
                  <a:pt x="7790688" y="472346"/>
                </a:lnTo>
                <a:lnTo>
                  <a:pt x="8211312" y="97453"/>
                </a:lnTo>
                <a:lnTo>
                  <a:pt x="8641080" y="290337"/>
                </a:lnTo>
                <a:lnTo>
                  <a:pt x="9070848" y="377208"/>
                </a:lnTo>
                <a:lnTo>
                  <a:pt x="9491472" y="240901"/>
                </a:lnTo>
                <a:lnTo>
                  <a:pt x="9930384" y="374971"/>
                </a:lnTo>
                <a:lnTo>
                  <a:pt x="10387584" y="445894"/>
                </a:lnTo>
                <a:lnTo>
                  <a:pt x="10808208" y="811393"/>
                </a:lnTo>
                <a:lnTo>
                  <a:pt x="11292840" y="898375"/>
                </a:lnTo>
                <a:lnTo>
                  <a:pt x="12188952" y="459186"/>
                </a:lnTo>
                <a:lnTo>
                  <a:pt x="12191695" y="3047215"/>
                </a:lnTo>
                <a:close/>
              </a:path>
            </a:pathLst>
          </a:custGeom>
          <a:solidFill>
            <a:srgbClr val="0A3456">
              <a:alpha val="92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背景_数据光柱_1"/>
          <p:cNvCxnSpPr/>
          <p:nvPr/>
        </p:nvCxnSpPr>
        <p:spPr>
          <a:xfrm>
            <a:off x="502920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背景_光柱节点_1"/>
          <p:cNvSpPr/>
          <p:nvPr/>
        </p:nvSpPr>
        <p:spPr>
          <a:xfrm>
            <a:off x="480060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背景_数据光柱_2"/>
          <p:cNvCxnSpPr/>
          <p:nvPr/>
        </p:nvCxnSpPr>
        <p:spPr>
          <a:xfrm>
            <a:off x="749808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背景_光柱节点_2"/>
          <p:cNvSpPr/>
          <p:nvPr/>
        </p:nvSpPr>
        <p:spPr>
          <a:xfrm>
            <a:off x="726947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背景_数据光柱_3"/>
          <p:cNvCxnSpPr/>
          <p:nvPr/>
        </p:nvCxnSpPr>
        <p:spPr>
          <a:xfrm>
            <a:off x="969264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背景_光柱节点_3"/>
          <p:cNvSpPr/>
          <p:nvPr/>
        </p:nvSpPr>
        <p:spPr>
          <a:xfrm>
            <a:off x="946404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背景_数据光柱_4"/>
          <p:cNvCxnSpPr/>
          <p:nvPr/>
        </p:nvCxnSpPr>
        <p:spPr>
          <a:xfrm>
            <a:off x="10954512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背景_光柱节点_4"/>
          <p:cNvSpPr/>
          <p:nvPr/>
        </p:nvSpPr>
        <p:spPr>
          <a:xfrm>
            <a:off x="10931652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背景_数据光柱_5"/>
          <p:cNvCxnSpPr/>
          <p:nvPr/>
        </p:nvCxnSpPr>
        <p:spPr>
          <a:xfrm>
            <a:off x="11201400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背景_光柱节点_5"/>
          <p:cNvSpPr/>
          <p:nvPr/>
        </p:nvSpPr>
        <p:spPr>
          <a:xfrm>
            <a:off x="11178540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背景_数据光柱_6"/>
          <p:cNvCxnSpPr/>
          <p:nvPr/>
        </p:nvCxnSpPr>
        <p:spPr>
          <a:xfrm>
            <a:off x="11475720" y="3063240"/>
            <a:ext cx="0" cy="2103120"/>
          </a:xfrm>
          <a:prstGeom prst="line">
            <a:avLst/>
          </a:prstGeom>
          <a:ln w="14604">
            <a:solidFill>
              <a:srgbClr val="5BE3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背景_光柱节点_6"/>
          <p:cNvSpPr/>
          <p:nvPr/>
        </p:nvSpPr>
        <p:spPr>
          <a:xfrm>
            <a:off x="11452860" y="3017520"/>
            <a:ext cx="45720" cy="45720"/>
          </a:xfrm>
          <a:prstGeom prst="ellipse">
            <a:avLst/>
          </a:prstGeom>
          <a:solidFill>
            <a:srgbClr val="A8F4FF">
              <a:alpha val="8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背景_地面暗层"/>
          <p:cNvSpPr/>
          <p:nvPr/>
        </p:nvSpPr>
        <p:spPr>
          <a:xfrm>
            <a:off x="0" y="4617720"/>
            <a:ext cx="12191695" cy="2240280"/>
          </a:xfrm>
          <a:prstGeom prst="rect">
            <a:avLst/>
          </a:prstGeom>
          <a:solidFill>
            <a:srgbClr val="062742">
              <a:alpha val="95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背景_光路底_0"/>
          <p:cNvCxnSpPr/>
          <p:nvPr/>
        </p:nvCxnSpPr>
        <p:spPr>
          <a:xfrm>
            <a:off x="155447" y="5500116"/>
            <a:ext cx="495301" cy="2269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背景_光路亮线_0"/>
          <p:cNvCxnSpPr/>
          <p:nvPr/>
        </p:nvCxnSpPr>
        <p:spPr>
          <a:xfrm>
            <a:off x="155447" y="5500116"/>
            <a:ext cx="495301" cy="2269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背景_光路底_0"/>
          <p:cNvCxnSpPr/>
          <p:nvPr/>
        </p:nvCxnSpPr>
        <p:spPr>
          <a:xfrm>
            <a:off x="650748" y="5522814"/>
            <a:ext cx="495299" cy="15742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背景_光路亮线_0"/>
          <p:cNvCxnSpPr/>
          <p:nvPr/>
        </p:nvCxnSpPr>
        <p:spPr>
          <a:xfrm>
            <a:off x="650748" y="5522814"/>
            <a:ext cx="495299" cy="15742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背景_光路底_0"/>
          <p:cNvCxnSpPr/>
          <p:nvPr/>
        </p:nvCxnSpPr>
        <p:spPr>
          <a:xfrm>
            <a:off x="1146047" y="5538556"/>
            <a:ext cx="495301" cy="38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背景_光路亮线_0"/>
          <p:cNvCxnSpPr/>
          <p:nvPr/>
        </p:nvCxnSpPr>
        <p:spPr>
          <a:xfrm>
            <a:off x="1146047" y="5538556"/>
            <a:ext cx="495301" cy="38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背景_光路底_0"/>
          <p:cNvCxnSpPr/>
          <p:nvPr/>
        </p:nvCxnSpPr>
        <p:spPr>
          <a:xfrm flipV="1">
            <a:off x="1641348" y="5518748"/>
            <a:ext cx="495299" cy="2019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背景_光路亮线_0"/>
          <p:cNvCxnSpPr/>
          <p:nvPr/>
        </p:nvCxnSpPr>
        <p:spPr>
          <a:xfrm flipV="1">
            <a:off x="1641348" y="5518748"/>
            <a:ext cx="495299" cy="2019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背景_光路底_0"/>
          <p:cNvCxnSpPr/>
          <p:nvPr/>
        </p:nvCxnSpPr>
        <p:spPr>
          <a:xfrm flipV="1">
            <a:off x="2136647" y="5476807"/>
            <a:ext cx="495301" cy="4194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背景_光路亮线_0"/>
          <p:cNvCxnSpPr/>
          <p:nvPr/>
        </p:nvCxnSpPr>
        <p:spPr>
          <a:xfrm flipV="1">
            <a:off x="2136647" y="5476807"/>
            <a:ext cx="495301" cy="4194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背景_光路底_0"/>
          <p:cNvCxnSpPr/>
          <p:nvPr/>
        </p:nvCxnSpPr>
        <p:spPr>
          <a:xfrm flipV="1">
            <a:off x="2631948" y="5416224"/>
            <a:ext cx="495300" cy="6058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背景_光路亮线_0"/>
          <p:cNvCxnSpPr/>
          <p:nvPr/>
        </p:nvCxnSpPr>
        <p:spPr>
          <a:xfrm flipV="1">
            <a:off x="2631948" y="5416224"/>
            <a:ext cx="495300" cy="6058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背景_光路底_0"/>
          <p:cNvCxnSpPr/>
          <p:nvPr/>
        </p:nvCxnSpPr>
        <p:spPr>
          <a:xfrm flipV="1">
            <a:off x="3127248" y="5343834"/>
            <a:ext cx="495300" cy="7239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背景_光路亮线_0"/>
          <p:cNvCxnSpPr/>
          <p:nvPr/>
        </p:nvCxnSpPr>
        <p:spPr>
          <a:xfrm flipV="1">
            <a:off x="3127248" y="5343834"/>
            <a:ext cx="495300" cy="7239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背景_光路底_0"/>
          <p:cNvCxnSpPr/>
          <p:nvPr/>
        </p:nvCxnSpPr>
        <p:spPr>
          <a:xfrm flipV="1">
            <a:off x="3622548" y="5269035"/>
            <a:ext cx="495299" cy="74799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背景_光路亮线_0"/>
          <p:cNvCxnSpPr/>
          <p:nvPr/>
        </p:nvCxnSpPr>
        <p:spPr>
          <a:xfrm flipV="1">
            <a:off x="3622548" y="5269035"/>
            <a:ext cx="495299" cy="74799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背景_光路底_0"/>
          <p:cNvCxnSpPr/>
          <p:nvPr/>
        </p:nvCxnSpPr>
        <p:spPr>
          <a:xfrm flipV="1">
            <a:off x="4117847" y="5202181"/>
            <a:ext cx="495301" cy="66854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背景_光路亮线_0"/>
          <p:cNvCxnSpPr/>
          <p:nvPr/>
        </p:nvCxnSpPr>
        <p:spPr>
          <a:xfrm flipV="1">
            <a:off x="4117847" y="5202181"/>
            <a:ext cx="495301" cy="66854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背景_光路底_0"/>
          <p:cNvCxnSpPr/>
          <p:nvPr/>
        </p:nvCxnSpPr>
        <p:spPr>
          <a:xfrm flipV="1">
            <a:off x="4613148" y="5152812"/>
            <a:ext cx="495300" cy="49369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背景_光路亮线_0"/>
          <p:cNvCxnSpPr/>
          <p:nvPr/>
        </p:nvCxnSpPr>
        <p:spPr>
          <a:xfrm flipV="1">
            <a:off x="4613148" y="5152812"/>
            <a:ext cx="495300" cy="49369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背景_光路底_0"/>
          <p:cNvCxnSpPr/>
          <p:nvPr/>
        </p:nvCxnSpPr>
        <p:spPr>
          <a:xfrm flipV="1">
            <a:off x="5108448" y="5128016"/>
            <a:ext cx="495300" cy="24796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背景_光路亮线_0"/>
          <p:cNvCxnSpPr/>
          <p:nvPr/>
        </p:nvCxnSpPr>
        <p:spPr>
          <a:xfrm flipV="1">
            <a:off x="5108448" y="5128016"/>
            <a:ext cx="495300" cy="24796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背景_光路底_0"/>
          <p:cNvCxnSpPr/>
          <p:nvPr/>
        </p:nvCxnSpPr>
        <p:spPr>
          <a:xfrm>
            <a:off x="5603748" y="5128016"/>
            <a:ext cx="495300" cy="320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背景_光路亮线_0"/>
          <p:cNvCxnSpPr/>
          <p:nvPr/>
        </p:nvCxnSpPr>
        <p:spPr>
          <a:xfrm>
            <a:off x="5603748" y="5128016"/>
            <a:ext cx="495300" cy="320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背景_光路底_0"/>
          <p:cNvCxnSpPr/>
          <p:nvPr/>
        </p:nvCxnSpPr>
        <p:spPr>
          <a:xfrm>
            <a:off x="6099048" y="5131221"/>
            <a:ext cx="495299" cy="3038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背景_光路亮线_0"/>
          <p:cNvCxnSpPr/>
          <p:nvPr/>
        </p:nvCxnSpPr>
        <p:spPr>
          <a:xfrm>
            <a:off x="6099048" y="5131221"/>
            <a:ext cx="495299" cy="3038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背景_光路底_0"/>
          <p:cNvCxnSpPr/>
          <p:nvPr/>
        </p:nvCxnSpPr>
        <p:spPr>
          <a:xfrm>
            <a:off x="6594347" y="5161608"/>
            <a:ext cx="495301" cy="5264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背景_光路亮线_0"/>
          <p:cNvCxnSpPr/>
          <p:nvPr/>
        </p:nvCxnSpPr>
        <p:spPr>
          <a:xfrm>
            <a:off x="6594347" y="5161608"/>
            <a:ext cx="495301" cy="5264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背景_光路底_0"/>
          <p:cNvCxnSpPr/>
          <p:nvPr/>
        </p:nvCxnSpPr>
        <p:spPr>
          <a:xfrm>
            <a:off x="7089648" y="5214248"/>
            <a:ext cx="495300" cy="6670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背景_光路亮线_0"/>
          <p:cNvCxnSpPr/>
          <p:nvPr/>
        </p:nvCxnSpPr>
        <p:spPr>
          <a:xfrm>
            <a:off x="7089648" y="5214248"/>
            <a:ext cx="495300" cy="6670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背景_光路底_0"/>
          <p:cNvCxnSpPr/>
          <p:nvPr/>
        </p:nvCxnSpPr>
        <p:spPr>
          <a:xfrm>
            <a:off x="7584948" y="5280949"/>
            <a:ext cx="495299" cy="70706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背景_光路亮线_0"/>
          <p:cNvCxnSpPr/>
          <p:nvPr/>
        </p:nvCxnSpPr>
        <p:spPr>
          <a:xfrm>
            <a:off x="7584948" y="5280949"/>
            <a:ext cx="495299" cy="70706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背景_光路底_0"/>
          <p:cNvCxnSpPr/>
          <p:nvPr/>
        </p:nvCxnSpPr>
        <p:spPr>
          <a:xfrm>
            <a:off x="8080247" y="5351655"/>
            <a:ext cx="495301" cy="6451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背景_光路亮线_0"/>
          <p:cNvCxnSpPr/>
          <p:nvPr/>
        </p:nvCxnSpPr>
        <p:spPr>
          <a:xfrm>
            <a:off x="8080247" y="5351655"/>
            <a:ext cx="495301" cy="6451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背景_光路底_0"/>
          <p:cNvCxnSpPr/>
          <p:nvPr/>
        </p:nvCxnSpPr>
        <p:spPr>
          <a:xfrm>
            <a:off x="8575548" y="5416170"/>
            <a:ext cx="495300" cy="49729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背景_光路亮线_0"/>
          <p:cNvCxnSpPr/>
          <p:nvPr/>
        </p:nvCxnSpPr>
        <p:spPr>
          <a:xfrm>
            <a:off x="8575548" y="5416170"/>
            <a:ext cx="495300" cy="49729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背景_光路底_0"/>
          <p:cNvCxnSpPr/>
          <p:nvPr/>
        </p:nvCxnSpPr>
        <p:spPr>
          <a:xfrm>
            <a:off x="9070848" y="5465899"/>
            <a:ext cx="495300" cy="2942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背景_光路亮线_0"/>
          <p:cNvCxnSpPr/>
          <p:nvPr/>
        </p:nvCxnSpPr>
        <p:spPr>
          <a:xfrm>
            <a:off x="9070848" y="5465899"/>
            <a:ext cx="495300" cy="2942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背景_光路底_0"/>
          <p:cNvCxnSpPr/>
          <p:nvPr/>
        </p:nvCxnSpPr>
        <p:spPr>
          <a:xfrm>
            <a:off x="9566148" y="5495320"/>
            <a:ext cx="495300" cy="761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背景_光路亮线_0"/>
          <p:cNvCxnSpPr/>
          <p:nvPr/>
        </p:nvCxnSpPr>
        <p:spPr>
          <a:xfrm>
            <a:off x="9566148" y="5495320"/>
            <a:ext cx="495300" cy="761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背景_光路底_0"/>
          <p:cNvCxnSpPr/>
          <p:nvPr/>
        </p:nvCxnSpPr>
        <p:spPr>
          <a:xfrm flipV="1">
            <a:off x="10061448" y="5491503"/>
            <a:ext cx="495300" cy="1142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背景_光路亮线_0"/>
          <p:cNvCxnSpPr/>
          <p:nvPr/>
        </p:nvCxnSpPr>
        <p:spPr>
          <a:xfrm flipV="1">
            <a:off x="10061448" y="5491503"/>
            <a:ext cx="495300" cy="1142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背景_光路底_0"/>
          <p:cNvCxnSpPr/>
          <p:nvPr/>
        </p:nvCxnSpPr>
        <p:spPr>
          <a:xfrm flipV="1">
            <a:off x="10556748" y="5467610"/>
            <a:ext cx="495300" cy="2389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背景_光路亮线_0"/>
          <p:cNvCxnSpPr/>
          <p:nvPr/>
        </p:nvCxnSpPr>
        <p:spPr>
          <a:xfrm flipV="1">
            <a:off x="10556748" y="5467610"/>
            <a:ext cx="495300" cy="2389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背景_光路底_0"/>
          <p:cNvCxnSpPr/>
          <p:nvPr/>
        </p:nvCxnSpPr>
        <p:spPr>
          <a:xfrm flipV="1">
            <a:off x="11052048" y="5440503"/>
            <a:ext cx="495300" cy="2710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背景_光路亮线_0"/>
          <p:cNvCxnSpPr/>
          <p:nvPr/>
        </p:nvCxnSpPr>
        <p:spPr>
          <a:xfrm flipV="1">
            <a:off x="11052048" y="5440503"/>
            <a:ext cx="495300" cy="2710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背景_光路底_0"/>
          <p:cNvCxnSpPr/>
          <p:nvPr/>
        </p:nvCxnSpPr>
        <p:spPr>
          <a:xfrm flipV="1">
            <a:off x="11547348" y="5420523"/>
            <a:ext cx="495300" cy="1998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背景_光路亮线_0"/>
          <p:cNvCxnSpPr/>
          <p:nvPr/>
        </p:nvCxnSpPr>
        <p:spPr>
          <a:xfrm flipV="1">
            <a:off x="11547348" y="5420523"/>
            <a:ext cx="495300" cy="1998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背景_光路底_1"/>
          <p:cNvCxnSpPr/>
          <p:nvPr/>
        </p:nvCxnSpPr>
        <p:spPr>
          <a:xfrm flipV="1">
            <a:off x="155447" y="5658465"/>
            <a:ext cx="495301" cy="1505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背景_光路亮线_1"/>
          <p:cNvCxnSpPr/>
          <p:nvPr/>
        </p:nvCxnSpPr>
        <p:spPr>
          <a:xfrm flipV="1">
            <a:off x="155447" y="5658465"/>
            <a:ext cx="495301" cy="1505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背景_光路底_1"/>
          <p:cNvCxnSpPr/>
          <p:nvPr/>
        </p:nvCxnSpPr>
        <p:spPr>
          <a:xfrm flipV="1">
            <a:off x="650748" y="5621848"/>
            <a:ext cx="495299" cy="3661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背景_光路亮线_1"/>
          <p:cNvCxnSpPr/>
          <p:nvPr/>
        </p:nvCxnSpPr>
        <p:spPr>
          <a:xfrm flipV="1">
            <a:off x="650748" y="5621848"/>
            <a:ext cx="495299" cy="3661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背景_光路底_1"/>
          <p:cNvCxnSpPr/>
          <p:nvPr/>
        </p:nvCxnSpPr>
        <p:spPr>
          <a:xfrm flipV="1">
            <a:off x="1146047" y="5564230"/>
            <a:ext cx="495301" cy="5761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背景_光路亮线_1"/>
          <p:cNvCxnSpPr/>
          <p:nvPr/>
        </p:nvCxnSpPr>
        <p:spPr>
          <a:xfrm flipV="1">
            <a:off x="1146047" y="5564230"/>
            <a:ext cx="495301" cy="5761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背景_光路底_1"/>
          <p:cNvCxnSpPr/>
          <p:nvPr/>
        </p:nvCxnSpPr>
        <p:spPr>
          <a:xfrm flipV="1">
            <a:off x="1641348" y="5490308"/>
            <a:ext cx="495299" cy="73922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背景_光路亮线_1"/>
          <p:cNvCxnSpPr/>
          <p:nvPr/>
        </p:nvCxnSpPr>
        <p:spPr>
          <a:xfrm flipV="1">
            <a:off x="1641348" y="5490308"/>
            <a:ext cx="495299" cy="73922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背景_光路底_1"/>
          <p:cNvCxnSpPr/>
          <p:nvPr/>
        </p:nvCxnSpPr>
        <p:spPr>
          <a:xfrm flipV="1">
            <a:off x="2136647" y="5408114"/>
            <a:ext cx="495301" cy="82194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背景_光路亮线_1"/>
          <p:cNvCxnSpPr/>
          <p:nvPr/>
        </p:nvCxnSpPr>
        <p:spPr>
          <a:xfrm flipV="1">
            <a:off x="2136647" y="5408114"/>
            <a:ext cx="495301" cy="82194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背景_光路底_1"/>
          <p:cNvCxnSpPr/>
          <p:nvPr/>
        </p:nvCxnSpPr>
        <p:spPr>
          <a:xfrm flipV="1">
            <a:off x="2631948" y="5327637"/>
            <a:ext cx="495300" cy="8047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背景_光路亮线_1"/>
          <p:cNvCxnSpPr/>
          <p:nvPr/>
        </p:nvCxnSpPr>
        <p:spPr>
          <a:xfrm flipV="1">
            <a:off x="2631948" y="5327637"/>
            <a:ext cx="495300" cy="8047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背景_光路底_1"/>
          <p:cNvCxnSpPr/>
          <p:nvPr/>
        </p:nvCxnSpPr>
        <p:spPr>
          <a:xfrm flipV="1">
            <a:off x="3127248" y="5259116"/>
            <a:ext cx="495300" cy="6852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背景_光路亮线_1"/>
          <p:cNvCxnSpPr/>
          <p:nvPr/>
        </p:nvCxnSpPr>
        <p:spPr>
          <a:xfrm flipV="1">
            <a:off x="3127248" y="5259116"/>
            <a:ext cx="495300" cy="6852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背景_光路底_1"/>
          <p:cNvCxnSpPr/>
          <p:nvPr/>
        </p:nvCxnSpPr>
        <p:spPr>
          <a:xfrm flipV="1">
            <a:off x="3622548" y="5211289"/>
            <a:ext cx="495299" cy="4782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背景_光路亮线_1"/>
          <p:cNvCxnSpPr/>
          <p:nvPr/>
        </p:nvCxnSpPr>
        <p:spPr>
          <a:xfrm flipV="1">
            <a:off x="3622548" y="5211289"/>
            <a:ext cx="495299" cy="4782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背景_光路底_1"/>
          <p:cNvCxnSpPr/>
          <p:nvPr/>
        </p:nvCxnSpPr>
        <p:spPr>
          <a:xfrm flipV="1">
            <a:off x="4117847" y="5189894"/>
            <a:ext cx="495301" cy="2139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背景_光路亮线_1"/>
          <p:cNvCxnSpPr/>
          <p:nvPr/>
        </p:nvCxnSpPr>
        <p:spPr>
          <a:xfrm flipV="1">
            <a:off x="4117847" y="5189894"/>
            <a:ext cx="495301" cy="2139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背景_光路底_1"/>
          <p:cNvCxnSpPr/>
          <p:nvPr/>
        </p:nvCxnSpPr>
        <p:spPr>
          <a:xfrm>
            <a:off x="4613148" y="5189894"/>
            <a:ext cx="495300" cy="679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背景_光路亮线_1"/>
          <p:cNvCxnSpPr/>
          <p:nvPr/>
        </p:nvCxnSpPr>
        <p:spPr>
          <a:xfrm>
            <a:off x="4613148" y="5189894"/>
            <a:ext cx="495300" cy="679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背景_光路底_1"/>
          <p:cNvCxnSpPr/>
          <p:nvPr/>
        </p:nvCxnSpPr>
        <p:spPr>
          <a:xfrm>
            <a:off x="5108448" y="5196692"/>
            <a:ext cx="495300" cy="3246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背景_光路亮线_1"/>
          <p:cNvCxnSpPr/>
          <p:nvPr/>
        </p:nvCxnSpPr>
        <p:spPr>
          <a:xfrm>
            <a:off x="5108448" y="5196692"/>
            <a:ext cx="495300" cy="3246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背景_光路底_1"/>
          <p:cNvCxnSpPr/>
          <p:nvPr/>
        </p:nvCxnSpPr>
        <p:spPr>
          <a:xfrm>
            <a:off x="5603748" y="5229160"/>
            <a:ext cx="495300" cy="5176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背景_光路亮线_1"/>
          <p:cNvCxnSpPr/>
          <p:nvPr/>
        </p:nvCxnSpPr>
        <p:spPr>
          <a:xfrm>
            <a:off x="5603748" y="5229160"/>
            <a:ext cx="495300" cy="5176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背景_光路底_1"/>
          <p:cNvCxnSpPr/>
          <p:nvPr/>
        </p:nvCxnSpPr>
        <p:spPr>
          <a:xfrm>
            <a:off x="6099048" y="5280928"/>
            <a:ext cx="495299" cy="6193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背景_光路亮线_1"/>
          <p:cNvCxnSpPr/>
          <p:nvPr/>
        </p:nvCxnSpPr>
        <p:spPr>
          <a:xfrm>
            <a:off x="6099048" y="5280928"/>
            <a:ext cx="495299" cy="6193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背景_光路底_1"/>
          <p:cNvCxnSpPr/>
          <p:nvPr/>
        </p:nvCxnSpPr>
        <p:spPr>
          <a:xfrm>
            <a:off x="6594347" y="5342866"/>
            <a:ext cx="495301" cy="6178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背景_光路亮线_1"/>
          <p:cNvCxnSpPr/>
          <p:nvPr/>
        </p:nvCxnSpPr>
        <p:spPr>
          <a:xfrm>
            <a:off x="6594347" y="5342866"/>
            <a:ext cx="495301" cy="6178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背景_光路底_1"/>
          <p:cNvCxnSpPr/>
          <p:nvPr/>
        </p:nvCxnSpPr>
        <p:spPr>
          <a:xfrm>
            <a:off x="7089648" y="5404647"/>
            <a:ext cx="495300" cy="5186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背景_光路亮线_1"/>
          <p:cNvCxnSpPr/>
          <p:nvPr/>
        </p:nvCxnSpPr>
        <p:spPr>
          <a:xfrm>
            <a:off x="7089648" y="5404647"/>
            <a:ext cx="495300" cy="5186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背景_光路底_1"/>
          <p:cNvCxnSpPr/>
          <p:nvPr/>
        </p:nvCxnSpPr>
        <p:spPr>
          <a:xfrm>
            <a:off x="7584948" y="5456515"/>
            <a:ext cx="495299" cy="3443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背景_光路亮线_1"/>
          <p:cNvCxnSpPr/>
          <p:nvPr/>
        </p:nvCxnSpPr>
        <p:spPr>
          <a:xfrm>
            <a:off x="7584948" y="5456515"/>
            <a:ext cx="495299" cy="3443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背景_光路底_1"/>
          <p:cNvCxnSpPr/>
          <p:nvPr/>
        </p:nvCxnSpPr>
        <p:spPr>
          <a:xfrm>
            <a:off x="8080247" y="5490952"/>
            <a:ext cx="495301" cy="13016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背景_光路亮线_1"/>
          <p:cNvCxnSpPr/>
          <p:nvPr/>
        </p:nvCxnSpPr>
        <p:spPr>
          <a:xfrm>
            <a:off x="8080247" y="5490952"/>
            <a:ext cx="495301" cy="13016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背景_光路底_1"/>
          <p:cNvCxnSpPr/>
          <p:nvPr/>
        </p:nvCxnSpPr>
        <p:spPr>
          <a:xfrm flipV="1">
            <a:off x="8575548" y="5495779"/>
            <a:ext cx="495300" cy="8189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背景_光路亮线_1"/>
          <p:cNvCxnSpPr/>
          <p:nvPr/>
        </p:nvCxnSpPr>
        <p:spPr>
          <a:xfrm flipV="1">
            <a:off x="8575548" y="5495779"/>
            <a:ext cx="495300" cy="8189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背景_光路底_1"/>
          <p:cNvCxnSpPr/>
          <p:nvPr/>
        </p:nvCxnSpPr>
        <p:spPr>
          <a:xfrm flipV="1">
            <a:off x="9070848" y="5470776"/>
            <a:ext cx="495300" cy="2500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背景_光路亮线_1"/>
          <p:cNvCxnSpPr/>
          <p:nvPr/>
        </p:nvCxnSpPr>
        <p:spPr>
          <a:xfrm flipV="1">
            <a:off x="9070848" y="5470776"/>
            <a:ext cx="495300" cy="2500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背景_光路底_1"/>
          <p:cNvCxnSpPr/>
          <p:nvPr/>
        </p:nvCxnSpPr>
        <p:spPr>
          <a:xfrm flipV="1">
            <a:off x="9566148" y="5436768"/>
            <a:ext cx="495300" cy="3400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背景_光路亮线_1"/>
          <p:cNvCxnSpPr/>
          <p:nvPr/>
        </p:nvCxnSpPr>
        <p:spPr>
          <a:xfrm flipV="1">
            <a:off x="9566148" y="5436768"/>
            <a:ext cx="495300" cy="3400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背景_光路底_1"/>
          <p:cNvCxnSpPr/>
          <p:nvPr/>
        </p:nvCxnSpPr>
        <p:spPr>
          <a:xfrm flipV="1">
            <a:off x="10061448" y="5403648"/>
            <a:ext cx="495300" cy="3312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背景_光路亮线_1"/>
          <p:cNvCxnSpPr/>
          <p:nvPr/>
        </p:nvCxnSpPr>
        <p:spPr>
          <a:xfrm flipV="1">
            <a:off x="10061448" y="5403648"/>
            <a:ext cx="495300" cy="3312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背景_光路底_1"/>
          <p:cNvCxnSpPr/>
          <p:nvPr/>
        </p:nvCxnSpPr>
        <p:spPr>
          <a:xfrm flipV="1">
            <a:off x="10556748" y="5381703"/>
            <a:ext cx="495300" cy="2194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背景_光路亮线_1"/>
          <p:cNvCxnSpPr/>
          <p:nvPr/>
        </p:nvCxnSpPr>
        <p:spPr>
          <a:xfrm flipV="1">
            <a:off x="10556748" y="5381703"/>
            <a:ext cx="495300" cy="2194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背景_光路底_1"/>
          <p:cNvCxnSpPr/>
          <p:nvPr/>
        </p:nvCxnSpPr>
        <p:spPr>
          <a:xfrm flipV="1">
            <a:off x="11052048" y="5379848"/>
            <a:ext cx="495300" cy="185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背景_光路亮线_1"/>
          <p:cNvCxnSpPr/>
          <p:nvPr/>
        </p:nvCxnSpPr>
        <p:spPr>
          <a:xfrm flipV="1">
            <a:off x="11052048" y="5379848"/>
            <a:ext cx="495300" cy="185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背景_光路底_1"/>
          <p:cNvCxnSpPr/>
          <p:nvPr/>
        </p:nvCxnSpPr>
        <p:spPr>
          <a:xfrm>
            <a:off x="11547348" y="5379848"/>
            <a:ext cx="495300" cy="2425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背景_光路亮线_1"/>
          <p:cNvCxnSpPr/>
          <p:nvPr/>
        </p:nvCxnSpPr>
        <p:spPr>
          <a:xfrm>
            <a:off x="11547348" y="5379848"/>
            <a:ext cx="495300" cy="2425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背景_光路底_2"/>
          <p:cNvCxnSpPr/>
          <p:nvPr/>
        </p:nvCxnSpPr>
        <p:spPr>
          <a:xfrm flipV="1">
            <a:off x="155447" y="5661198"/>
            <a:ext cx="495301" cy="7253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背景_光路亮线_2"/>
          <p:cNvCxnSpPr/>
          <p:nvPr/>
        </p:nvCxnSpPr>
        <p:spPr>
          <a:xfrm flipV="1">
            <a:off x="155447" y="5661198"/>
            <a:ext cx="495301" cy="7253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背景_光路底_2"/>
          <p:cNvCxnSpPr/>
          <p:nvPr/>
        </p:nvCxnSpPr>
        <p:spPr>
          <a:xfrm flipV="1">
            <a:off x="650748" y="5575238"/>
            <a:ext cx="495299" cy="8596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背景_光路亮线_2"/>
          <p:cNvCxnSpPr/>
          <p:nvPr/>
        </p:nvCxnSpPr>
        <p:spPr>
          <a:xfrm flipV="1">
            <a:off x="650748" y="5575238"/>
            <a:ext cx="495299" cy="8596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背景_光路底_2"/>
          <p:cNvCxnSpPr/>
          <p:nvPr/>
        </p:nvCxnSpPr>
        <p:spPr>
          <a:xfrm flipV="1">
            <a:off x="1146047" y="5484858"/>
            <a:ext cx="495301" cy="9038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背景_光路亮线_2"/>
          <p:cNvCxnSpPr/>
          <p:nvPr/>
        </p:nvCxnSpPr>
        <p:spPr>
          <a:xfrm flipV="1">
            <a:off x="1146047" y="5484858"/>
            <a:ext cx="495301" cy="9038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背景_光路底_2"/>
          <p:cNvCxnSpPr/>
          <p:nvPr/>
        </p:nvCxnSpPr>
        <p:spPr>
          <a:xfrm flipV="1">
            <a:off x="1641348" y="5400361"/>
            <a:ext cx="495299" cy="8449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背景_光路亮线_2"/>
          <p:cNvCxnSpPr/>
          <p:nvPr/>
        </p:nvCxnSpPr>
        <p:spPr>
          <a:xfrm flipV="1">
            <a:off x="1641348" y="5400361"/>
            <a:ext cx="495299" cy="8449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背景_光路底_2"/>
          <p:cNvCxnSpPr/>
          <p:nvPr/>
        </p:nvCxnSpPr>
        <p:spPr>
          <a:xfrm flipV="1">
            <a:off x="2136647" y="5331588"/>
            <a:ext cx="495301" cy="6877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背景_光路亮线_2"/>
          <p:cNvCxnSpPr/>
          <p:nvPr/>
        </p:nvCxnSpPr>
        <p:spPr>
          <a:xfrm flipV="1">
            <a:off x="2136647" y="5331588"/>
            <a:ext cx="495301" cy="6877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背景_光路底_2"/>
          <p:cNvCxnSpPr/>
          <p:nvPr/>
        </p:nvCxnSpPr>
        <p:spPr>
          <a:xfrm flipV="1">
            <a:off x="2631948" y="5286233"/>
            <a:ext cx="495300" cy="45355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背景_光路亮线_2"/>
          <p:cNvCxnSpPr/>
          <p:nvPr/>
        </p:nvCxnSpPr>
        <p:spPr>
          <a:xfrm flipV="1">
            <a:off x="2631948" y="5286233"/>
            <a:ext cx="495300" cy="45355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背景_光路底_2"/>
          <p:cNvCxnSpPr/>
          <p:nvPr/>
        </p:nvCxnSpPr>
        <p:spPr>
          <a:xfrm flipV="1">
            <a:off x="3127248" y="5268525"/>
            <a:ext cx="495300" cy="1770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背景_光路亮线_2"/>
          <p:cNvCxnSpPr/>
          <p:nvPr/>
        </p:nvCxnSpPr>
        <p:spPr>
          <a:xfrm flipV="1">
            <a:off x="3127248" y="5268525"/>
            <a:ext cx="495300" cy="1770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背景_光路底_2"/>
          <p:cNvCxnSpPr/>
          <p:nvPr/>
        </p:nvCxnSpPr>
        <p:spPr>
          <a:xfrm>
            <a:off x="3622548" y="5268525"/>
            <a:ext cx="495299" cy="9981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背景_光路亮线_2"/>
          <p:cNvCxnSpPr/>
          <p:nvPr/>
        </p:nvCxnSpPr>
        <p:spPr>
          <a:xfrm>
            <a:off x="3622548" y="5268525"/>
            <a:ext cx="495299" cy="9981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背景_光路底_2"/>
          <p:cNvCxnSpPr/>
          <p:nvPr/>
        </p:nvCxnSpPr>
        <p:spPr>
          <a:xfrm>
            <a:off x="4117847" y="5278506"/>
            <a:ext cx="495301" cy="33518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背景_光路亮线_2"/>
          <p:cNvCxnSpPr/>
          <p:nvPr/>
        </p:nvCxnSpPr>
        <p:spPr>
          <a:xfrm>
            <a:off x="4117847" y="5278506"/>
            <a:ext cx="495301" cy="33518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背景_光路底_2"/>
          <p:cNvCxnSpPr/>
          <p:nvPr/>
        </p:nvCxnSpPr>
        <p:spPr>
          <a:xfrm>
            <a:off x="4613148" y="5312024"/>
            <a:ext cx="495300" cy="4941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背景_光路亮线_2"/>
          <p:cNvCxnSpPr/>
          <p:nvPr/>
        </p:nvCxnSpPr>
        <p:spPr>
          <a:xfrm>
            <a:off x="4613148" y="5312024"/>
            <a:ext cx="495300" cy="4941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背景_光路底_2"/>
          <p:cNvCxnSpPr/>
          <p:nvPr/>
        </p:nvCxnSpPr>
        <p:spPr>
          <a:xfrm>
            <a:off x="5108448" y="5361441"/>
            <a:ext cx="495300" cy="55502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背景_光路亮线_2"/>
          <p:cNvCxnSpPr/>
          <p:nvPr/>
        </p:nvCxnSpPr>
        <p:spPr>
          <a:xfrm>
            <a:off x="5108448" y="5361441"/>
            <a:ext cx="495300" cy="55502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背景_光路底_2"/>
          <p:cNvCxnSpPr/>
          <p:nvPr/>
        </p:nvCxnSpPr>
        <p:spPr>
          <a:xfrm>
            <a:off x="5603748" y="5416943"/>
            <a:ext cx="495300" cy="51276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背景_光路亮线_2"/>
          <p:cNvCxnSpPr/>
          <p:nvPr/>
        </p:nvCxnSpPr>
        <p:spPr>
          <a:xfrm>
            <a:off x="5603748" y="5416943"/>
            <a:ext cx="495300" cy="51276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背景_光路底_2"/>
          <p:cNvCxnSpPr/>
          <p:nvPr/>
        </p:nvCxnSpPr>
        <p:spPr>
          <a:xfrm>
            <a:off x="6099048" y="5468219"/>
            <a:ext cx="495299" cy="38004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背景_光路亮线_2"/>
          <p:cNvCxnSpPr/>
          <p:nvPr/>
        </p:nvCxnSpPr>
        <p:spPr>
          <a:xfrm>
            <a:off x="6099048" y="5468219"/>
            <a:ext cx="495299" cy="38004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背景_光路底_2"/>
          <p:cNvCxnSpPr/>
          <p:nvPr/>
        </p:nvCxnSpPr>
        <p:spPr>
          <a:xfrm>
            <a:off x="6594347" y="5506223"/>
            <a:ext cx="495301" cy="18499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背景_光路亮线_2"/>
          <p:cNvCxnSpPr/>
          <p:nvPr/>
        </p:nvCxnSpPr>
        <p:spPr>
          <a:xfrm>
            <a:off x="6594347" y="5506223"/>
            <a:ext cx="495301" cy="18499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背景_光路底_2"/>
          <p:cNvCxnSpPr/>
          <p:nvPr/>
        </p:nvCxnSpPr>
        <p:spPr>
          <a:xfrm flipV="1">
            <a:off x="7089648" y="5521368"/>
            <a:ext cx="495300" cy="3354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背景_光路亮线_2"/>
          <p:cNvCxnSpPr/>
          <p:nvPr/>
        </p:nvCxnSpPr>
        <p:spPr>
          <a:xfrm flipV="1">
            <a:off x="7089648" y="5521368"/>
            <a:ext cx="495300" cy="3354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背景_光路底_2"/>
          <p:cNvCxnSpPr/>
          <p:nvPr/>
        </p:nvCxnSpPr>
        <p:spPr>
          <a:xfrm flipV="1">
            <a:off x="7584948" y="5498091"/>
            <a:ext cx="495299" cy="2327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背景_光路亮线_2"/>
          <p:cNvCxnSpPr/>
          <p:nvPr/>
        </p:nvCxnSpPr>
        <p:spPr>
          <a:xfrm flipV="1">
            <a:off x="7584948" y="5498091"/>
            <a:ext cx="495299" cy="2327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背景_光路底_2"/>
          <p:cNvCxnSpPr/>
          <p:nvPr/>
        </p:nvCxnSpPr>
        <p:spPr>
          <a:xfrm flipV="1">
            <a:off x="8080247" y="5460777"/>
            <a:ext cx="495301" cy="37314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背景_光路亮线_2"/>
          <p:cNvCxnSpPr/>
          <p:nvPr/>
        </p:nvCxnSpPr>
        <p:spPr>
          <a:xfrm flipV="1">
            <a:off x="8080247" y="5460777"/>
            <a:ext cx="495301" cy="37314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背景_光路底_2"/>
          <p:cNvCxnSpPr/>
          <p:nvPr/>
        </p:nvCxnSpPr>
        <p:spPr>
          <a:xfrm flipV="1">
            <a:off x="8575548" y="5418255"/>
            <a:ext cx="495300" cy="42522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背景_光路亮线_2"/>
          <p:cNvCxnSpPr/>
          <p:nvPr/>
        </p:nvCxnSpPr>
        <p:spPr>
          <a:xfrm flipV="1">
            <a:off x="8575548" y="5418255"/>
            <a:ext cx="495300" cy="42522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背景_光路底_2"/>
          <p:cNvCxnSpPr/>
          <p:nvPr/>
        </p:nvCxnSpPr>
        <p:spPr>
          <a:xfrm flipV="1">
            <a:off x="9070848" y="5380789"/>
            <a:ext cx="495300" cy="37466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背景_光路亮线_2"/>
          <p:cNvCxnSpPr/>
          <p:nvPr/>
        </p:nvCxnSpPr>
        <p:spPr>
          <a:xfrm flipV="1">
            <a:off x="9070848" y="5380789"/>
            <a:ext cx="495300" cy="37466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背景_光路底_2"/>
          <p:cNvCxnSpPr/>
          <p:nvPr/>
        </p:nvCxnSpPr>
        <p:spPr>
          <a:xfrm flipV="1">
            <a:off x="9566148" y="5358322"/>
            <a:ext cx="495300" cy="22467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背景_光路亮线_2"/>
          <p:cNvCxnSpPr/>
          <p:nvPr/>
        </p:nvCxnSpPr>
        <p:spPr>
          <a:xfrm flipV="1">
            <a:off x="9566148" y="5358322"/>
            <a:ext cx="495300" cy="22467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背景_光路底_2"/>
          <p:cNvCxnSpPr/>
          <p:nvPr/>
        </p:nvCxnSpPr>
        <p:spPr>
          <a:xfrm>
            <a:off x="10061448" y="5358322"/>
            <a:ext cx="495300" cy="45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背景_光路亮线_2"/>
          <p:cNvCxnSpPr/>
          <p:nvPr/>
        </p:nvCxnSpPr>
        <p:spPr>
          <a:xfrm>
            <a:off x="10061448" y="5358322"/>
            <a:ext cx="495300" cy="45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背景_光路底_2"/>
          <p:cNvCxnSpPr/>
          <p:nvPr/>
        </p:nvCxnSpPr>
        <p:spPr>
          <a:xfrm>
            <a:off x="10556748" y="5358772"/>
            <a:ext cx="495300" cy="27910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背景_光路亮线_2"/>
          <p:cNvCxnSpPr/>
          <p:nvPr/>
        </p:nvCxnSpPr>
        <p:spPr>
          <a:xfrm>
            <a:off x="10556748" y="5358772"/>
            <a:ext cx="495300" cy="27910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背景_光路底_2"/>
          <p:cNvCxnSpPr/>
          <p:nvPr/>
        </p:nvCxnSpPr>
        <p:spPr>
          <a:xfrm>
            <a:off x="11052048" y="5386682"/>
            <a:ext cx="495300" cy="55753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背景_光路亮线_2"/>
          <p:cNvCxnSpPr/>
          <p:nvPr/>
        </p:nvCxnSpPr>
        <p:spPr>
          <a:xfrm>
            <a:off x="11052048" y="5386682"/>
            <a:ext cx="495300" cy="55753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背景_光路底_2"/>
          <p:cNvCxnSpPr/>
          <p:nvPr/>
        </p:nvCxnSpPr>
        <p:spPr>
          <a:xfrm>
            <a:off x="11547348" y="5442435"/>
            <a:ext cx="495300" cy="79762"/>
          </a:xfrm>
          <a:prstGeom prst="line">
            <a:avLst/>
          </a:prstGeom>
          <a:ln w="60960">
            <a:solidFill>
              <a:srgbClr val="1577A9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背景_光路亮线_2"/>
          <p:cNvCxnSpPr/>
          <p:nvPr/>
        </p:nvCxnSpPr>
        <p:spPr>
          <a:xfrm>
            <a:off x="11547348" y="5442435"/>
            <a:ext cx="495300" cy="79762"/>
          </a:xfrm>
          <a:prstGeom prst="line">
            <a:avLst/>
          </a:prstGeom>
          <a:ln w="13970">
            <a:solidFill>
              <a:srgbClr val="55E3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4" name="背景_地平线光环"/>
          <p:cNvSpPr/>
          <p:nvPr/>
        </p:nvSpPr>
        <p:spPr>
          <a:xfrm>
            <a:off x="3721608" y="4140403"/>
            <a:ext cx="4754880" cy="1046073"/>
          </a:xfrm>
          <a:prstGeom prst="ellipse">
            <a:avLst/>
          </a:prstGeom>
          <a:noFill/>
          <a:ln w="11176">
            <a:solidFill>
              <a:srgbClr val="69E9FF">
                <a:alpha val="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背景_地平线光环"/>
          <p:cNvSpPr/>
          <p:nvPr/>
        </p:nvSpPr>
        <p:spPr>
          <a:xfrm>
            <a:off x="4315968" y="4271162"/>
            <a:ext cx="3566160" cy="784555"/>
          </a:xfrm>
          <a:prstGeom prst="ellipse">
            <a:avLst/>
          </a:prstGeom>
          <a:noFill/>
          <a:ln w="11176">
            <a:solidFill>
              <a:srgbClr val="69E9FF">
                <a:alpha val="1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背景_地平线光环"/>
          <p:cNvSpPr/>
          <p:nvPr/>
        </p:nvSpPr>
        <p:spPr>
          <a:xfrm>
            <a:off x="4910328" y="4401921"/>
            <a:ext cx="2377440" cy="523036"/>
          </a:xfrm>
          <a:prstGeom prst="ellipse">
            <a:avLst/>
          </a:prstGeom>
          <a:noFill/>
          <a:ln w="11176">
            <a:solidFill>
              <a:srgbClr val="69E9FF">
                <a:alpha val="14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7" name="S15_总结路线底"/>
          <p:cNvCxnSpPr/>
          <p:nvPr/>
        </p:nvCxnSpPr>
        <p:spPr>
          <a:xfrm flipV="1">
            <a:off x="1463040" y="3886200"/>
            <a:ext cx="2514599" cy="548640"/>
          </a:xfrm>
          <a:prstGeom prst="line">
            <a:avLst/>
          </a:prstGeom>
          <a:ln w="76200">
            <a:solidFill>
              <a:srgbClr val="1685B5">
                <a:alpha val="2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S15_总结路线"/>
          <p:cNvCxnSpPr/>
          <p:nvPr/>
        </p:nvCxnSpPr>
        <p:spPr>
          <a:xfrm flipV="1">
            <a:off x="1463040" y="3886200"/>
            <a:ext cx="2514599" cy="548640"/>
          </a:xfrm>
          <a:prstGeom prst="line">
            <a:avLst/>
          </a:prstGeom>
          <a:ln w="18161">
            <a:solidFill>
              <a:srgbClr val="63E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S15_总结路线底"/>
          <p:cNvCxnSpPr/>
          <p:nvPr/>
        </p:nvCxnSpPr>
        <p:spPr>
          <a:xfrm flipV="1">
            <a:off x="3977639" y="3364992"/>
            <a:ext cx="2514601" cy="521208"/>
          </a:xfrm>
          <a:prstGeom prst="line">
            <a:avLst/>
          </a:prstGeom>
          <a:ln w="76200">
            <a:solidFill>
              <a:srgbClr val="1685B5">
                <a:alpha val="2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S15_总结路线"/>
          <p:cNvCxnSpPr/>
          <p:nvPr/>
        </p:nvCxnSpPr>
        <p:spPr>
          <a:xfrm flipV="1">
            <a:off x="3977639" y="3364992"/>
            <a:ext cx="2514601" cy="521208"/>
          </a:xfrm>
          <a:prstGeom prst="line">
            <a:avLst/>
          </a:prstGeom>
          <a:ln w="18161">
            <a:solidFill>
              <a:srgbClr val="63E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S15_总结路线底"/>
          <p:cNvCxnSpPr/>
          <p:nvPr/>
        </p:nvCxnSpPr>
        <p:spPr>
          <a:xfrm flipV="1">
            <a:off x="6492240" y="2862072"/>
            <a:ext cx="2971800" cy="502920"/>
          </a:xfrm>
          <a:prstGeom prst="line">
            <a:avLst/>
          </a:prstGeom>
          <a:ln w="76200">
            <a:solidFill>
              <a:srgbClr val="1685B5">
                <a:alpha val="2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S15_总结路线"/>
          <p:cNvCxnSpPr/>
          <p:nvPr/>
        </p:nvCxnSpPr>
        <p:spPr>
          <a:xfrm flipV="1">
            <a:off x="6492240" y="2862072"/>
            <a:ext cx="2971800" cy="502920"/>
          </a:xfrm>
          <a:prstGeom prst="line">
            <a:avLst/>
          </a:prstGeom>
          <a:ln w="18161">
            <a:solidFill>
              <a:srgbClr val="63E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S15_一库_平台_光环1"/>
          <p:cNvSpPr/>
          <p:nvPr/>
        </p:nvSpPr>
        <p:spPr>
          <a:xfrm>
            <a:off x="1088136" y="4489704"/>
            <a:ext cx="749808" cy="164592"/>
          </a:xfrm>
          <a:prstGeom prst="ellipse">
            <a:avLst/>
          </a:prstGeom>
          <a:noFill/>
          <a:ln w="22352">
            <a:solidFill>
              <a:srgbClr val="63ECFF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S15_一库_平台_光环2"/>
          <p:cNvSpPr/>
          <p:nvPr/>
        </p:nvSpPr>
        <p:spPr>
          <a:xfrm>
            <a:off x="1178112" y="4509455"/>
            <a:ext cx="569854" cy="125089"/>
          </a:xfrm>
          <a:prstGeom prst="ellipse">
            <a:avLst/>
          </a:prstGeom>
          <a:noFill/>
          <a:ln w="13970">
            <a:solidFill>
              <a:srgbClr val="63ECFF">
                <a:alpha val="6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S15_一库_平台_光环3"/>
          <p:cNvSpPr/>
          <p:nvPr/>
        </p:nvSpPr>
        <p:spPr>
          <a:xfrm>
            <a:off x="1268089" y="4529206"/>
            <a:ext cx="389900" cy="85587"/>
          </a:xfrm>
          <a:prstGeom prst="ellipse">
            <a:avLst/>
          </a:prstGeom>
          <a:noFill/>
          <a:ln w="13970">
            <a:solidFill>
              <a:srgbClr val="63ECFF">
                <a:alpha val="49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S15_一库_图标_纸张"/>
          <p:cNvSpPr/>
          <p:nvPr/>
        </p:nvSpPr>
        <p:spPr>
          <a:xfrm>
            <a:off x="1342339" y="4136745"/>
            <a:ext cx="241401" cy="321868"/>
          </a:xfrm>
          <a:prstGeom prst="roundRect">
            <a:avLst/>
          </a:prstGeom>
          <a:solidFill>
            <a:srgbClr val="125E86">
              <a:alpha val="100000"/>
            </a:srgbClr>
          </a:solidFill>
          <a:ln w="13970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7" name="S15_一库_图标_文本1"/>
          <p:cNvCxnSpPr/>
          <p:nvPr/>
        </p:nvCxnSpPr>
        <p:spPr>
          <a:xfrm>
            <a:off x="1390619" y="4225259"/>
            <a:ext cx="144841" cy="0"/>
          </a:xfrm>
          <a:prstGeom prst="line">
            <a:avLst/>
          </a:prstGeom>
          <a:ln w="10160">
            <a:solidFill>
              <a:srgbClr val="DDF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S15_一库_图标_文本2"/>
          <p:cNvCxnSpPr/>
          <p:nvPr/>
        </p:nvCxnSpPr>
        <p:spPr>
          <a:xfrm>
            <a:off x="1390619" y="4297680"/>
            <a:ext cx="144841" cy="0"/>
          </a:xfrm>
          <a:prstGeom prst="line">
            <a:avLst/>
          </a:prstGeom>
          <a:ln w="10160">
            <a:solidFill>
              <a:srgbClr val="DDF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S15_一库_图标_文本3"/>
          <p:cNvCxnSpPr/>
          <p:nvPr/>
        </p:nvCxnSpPr>
        <p:spPr>
          <a:xfrm>
            <a:off x="1390619" y="4370100"/>
            <a:ext cx="144841" cy="0"/>
          </a:xfrm>
          <a:prstGeom prst="line">
            <a:avLst/>
          </a:prstGeom>
          <a:ln w="10160">
            <a:solidFill>
              <a:srgbClr val="DDF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0" name="S15_双模_平台_光环1"/>
          <p:cNvSpPr/>
          <p:nvPr/>
        </p:nvSpPr>
        <p:spPr>
          <a:xfrm>
            <a:off x="3602735" y="3941063"/>
            <a:ext cx="749808" cy="164592"/>
          </a:xfrm>
          <a:prstGeom prst="ellipse">
            <a:avLst/>
          </a:prstGeom>
          <a:noFill/>
          <a:ln w="22352">
            <a:solidFill>
              <a:srgbClr val="63ECFF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S15_双模_平台_光环2"/>
          <p:cNvSpPr/>
          <p:nvPr/>
        </p:nvSpPr>
        <p:spPr>
          <a:xfrm>
            <a:off x="3692712" y="3960815"/>
            <a:ext cx="569854" cy="125089"/>
          </a:xfrm>
          <a:prstGeom prst="ellipse">
            <a:avLst/>
          </a:prstGeom>
          <a:noFill/>
          <a:ln w="13970">
            <a:solidFill>
              <a:srgbClr val="63ECFF">
                <a:alpha val="6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S15_双模_平台_光环3"/>
          <p:cNvSpPr/>
          <p:nvPr/>
        </p:nvSpPr>
        <p:spPr>
          <a:xfrm>
            <a:off x="3782689" y="3980566"/>
            <a:ext cx="389900" cy="85587"/>
          </a:xfrm>
          <a:prstGeom prst="ellipse">
            <a:avLst/>
          </a:prstGeom>
          <a:noFill/>
          <a:ln w="13970">
            <a:solidFill>
              <a:srgbClr val="63ECFF">
                <a:alpha val="49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S15_双模_图标_柱1"/>
          <p:cNvSpPr/>
          <p:nvPr/>
        </p:nvSpPr>
        <p:spPr>
          <a:xfrm>
            <a:off x="3824752" y="3799734"/>
            <a:ext cx="68397" cy="90123"/>
          </a:xfrm>
          <a:prstGeom prst="rect">
            <a:avLst/>
          </a:prstGeom>
          <a:solidFill>
            <a:srgbClr val="63ECFF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S15_双模_图标_柱2"/>
          <p:cNvSpPr/>
          <p:nvPr/>
        </p:nvSpPr>
        <p:spPr>
          <a:xfrm>
            <a:off x="3937406" y="3726509"/>
            <a:ext cx="68397" cy="163348"/>
          </a:xfrm>
          <a:prstGeom prst="rect">
            <a:avLst/>
          </a:prstGeom>
          <a:solidFill>
            <a:srgbClr val="63ECFF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S15_双模_图标_柱3"/>
          <p:cNvSpPr/>
          <p:nvPr/>
        </p:nvSpPr>
        <p:spPr>
          <a:xfrm>
            <a:off x="4050060" y="3642018"/>
            <a:ext cx="68397" cy="247838"/>
          </a:xfrm>
          <a:prstGeom prst="rect">
            <a:avLst/>
          </a:prstGeom>
          <a:solidFill>
            <a:srgbClr val="63ECFF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6" name="S15_双模_图标_基线"/>
          <p:cNvCxnSpPr/>
          <p:nvPr/>
        </p:nvCxnSpPr>
        <p:spPr>
          <a:xfrm>
            <a:off x="3792565" y="3897904"/>
            <a:ext cx="378196" cy="0"/>
          </a:xfrm>
          <a:prstGeom prst="line">
            <a:avLst/>
          </a:prstGeom>
          <a:ln w="13970">
            <a:solidFill>
              <a:srgbClr val="63E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7" name="S15_三智_平台_光环1"/>
          <p:cNvSpPr/>
          <p:nvPr/>
        </p:nvSpPr>
        <p:spPr>
          <a:xfrm>
            <a:off x="6117336" y="3419856"/>
            <a:ext cx="749808" cy="164592"/>
          </a:xfrm>
          <a:prstGeom prst="ellipse">
            <a:avLst/>
          </a:prstGeom>
          <a:noFill/>
          <a:ln w="22352">
            <a:solidFill>
              <a:srgbClr val="63ECFF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S15_三智_平台_光环2"/>
          <p:cNvSpPr/>
          <p:nvPr/>
        </p:nvSpPr>
        <p:spPr>
          <a:xfrm>
            <a:off x="6207312" y="3439607"/>
            <a:ext cx="569854" cy="125089"/>
          </a:xfrm>
          <a:prstGeom prst="ellipse">
            <a:avLst/>
          </a:prstGeom>
          <a:noFill/>
          <a:ln w="13970">
            <a:solidFill>
              <a:srgbClr val="63ECFF">
                <a:alpha val="6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S15_三智_平台_光环3"/>
          <p:cNvSpPr/>
          <p:nvPr/>
        </p:nvSpPr>
        <p:spPr>
          <a:xfrm>
            <a:off x="6297289" y="3459358"/>
            <a:ext cx="389900" cy="85587"/>
          </a:xfrm>
          <a:prstGeom prst="ellipse">
            <a:avLst/>
          </a:prstGeom>
          <a:noFill/>
          <a:ln w="13970">
            <a:solidFill>
              <a:srgbClr val="63ECFF">
                <a:alpha val="49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S15_三智_图标_盘1"/>
          <p:cNvSpPr/>
          <p:nvPr/>
        </p:nvSpPr>
        <p:spPr>
          <a:xfrm>
            <a:off x="6347399" y="3115177"/>
            <a:ext cx="289681" cy="72420"/>
          </a:xfrm>
          <a:prstGeom prst="ellipse">
            <a:avLst/>
          </a:prstGeom>
          <a:solidFill>
            <a:srgbClr val="146C99"/>
          </a:solidFill>
          <a:ln w="13970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S15_三智_图标_盘2"/>
          <p:cNvSpPr/>
          <p:nvPr/>
        </p:nvSpPr>
        <p:spPr>
          <a:xfrm>
            <a:off x="6347399" y="3195645"/>
            <a:ext cx="289681" cy="72420"/>
          </a:xfrm>
          <a:prstGeom prst="ellipse">
            <a:avLst/>
          </a:prstGeom>
          <a:solidFill>
            <a:srgbClr val="146C99"/>
          </a:solidFill>
          <a:ln w="13970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S15_三智_图标_盘3"/>
          <p:cNvSpPr/>
          <p:nvPr/>
        </p:nvSpPr>
        <p:spPr>
          <a:xfrm>
            <a:off x="6347399" y="3276112"/>
            <a:ext cx="289681" cy="72420"/>
          </a:xfrm>
          <a:prstGeom prst="ellipse">
            <a:avLst/>
          </a:prstGeom>
          <a:solidFill>
            <a:srgbClr val="146C99"/>
          </a:solidFill>
          <a:ln w="13970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S15_四队_平台_光环1"/>
          <p:cNvSpPr/>
          <p:nvPr/>
        </p:nvSpPr>
        <p:spPr>
          <a:xfrm>
            <a:off x="9089136" y="2916936"/>
            <a:ext cx="749808" cy="164592"/>
          </a:xfrm>
          <a:prstGeom prst="ellipse">
            <a:avLst/>
          </a:prstGeom>
          <a:noFill/>
          <a:ln w="22352">
            <a:solidFill>
              <a:srgbClr val="63ECFF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S15_四队_平台_光环2"/>
          <p:cNvSpPr/>
          <p:nvPr/>
        </p:nvSpPr>
        <p:spPr>
          <a:xfrm>
            <a:off x="9179112" y="2936687"/>
            <a:ext cx="569854" cy="125089"/>
          </a:xfrm>
          <a:prstGeom prst="ellipse">
            <a:avLst/>
          </a:prstGeom>
          <a:noFill/>
          <a:ln w="13970">
            <a:solidFill>
              <a:srgbClr val="63ECFF">
                <a:alpha val="6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S15_四队_平台_光环3"/>
          <p:cNvSpPr/>
          <p:nvPr/>
        </p:nvSpPr>
        <p:spPr>
          <a:xfrm>
            <a:off x="9269089" y="2956438"/>
            <a:ext cx="389900" cy="85587"/>
          </a:xfrm>
          <a:prstGeom prst="ellipse">
            <a:avLst/>
          </a:prstGeom>
          <a:noFill/>
          <a:ln w="13970">
            <a:solidFill>
              <a:srgbClr val="63ECFF">
                <a:alpha val="49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S15_四队_图标_头1"/>
          <p:cNvSpPr/>
          <p:nvPr/>
        </p:nvSpPr>
        <p:spPr>
          <a:xfrm>
            <a:off x="9343339" y="2604211"/>
            <a:ext cx="64373" cy="64373"/>
          </a:xfrm>
          <a:prstGeom prst="ellipse">
            <a:avLst/>
          </a:prstGeom>
          <a:solidFill>
            <a:srgbClr val="63ECFF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S15_四队_图标_身1"/>
          <p:cNvSpPr/>
          <p:nvPr/>
        </p:nvSpPr>
        <p:spPr>
          <a:xfrm>
            <a:off x="9323222" y="2700771"/>
            <a:ext cx="104607" cy="120700"/>
          </a:xfrm>
          <a:prstGeom prst="roundRect">
            <a:avLst/>
          </a:prstGeom>
          <a:solidFill>
            <a:srgbClr val="12628E">
              <a:alpha val="100000"/>
            </a:srgbClr>
          </a:solidFill>
          <a:ln w="9779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S15_四队_图标_头2"/>
          <p:cNvSpPr/>
          <p:nvPr/>
        </p:nvSpPr>
        <p:spPr>
          <a:xfrm>
            <a:off x="9431853" y="2604211"/>
            <a:ext cx="64373" cy="64373"/>
          </a:xfrm>
          <a:prstGeom prst="ellipse">
            <a:avLst/>
          </a:prstGeom>
          <a:solidFill>
            <a:srgbClr val="FFC928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S15_四队_图标_身2"/>
          <p:cNvSpPr/>
          <p:nvPr/>
        </p:nvSpPr>
        <p:spPr>
          <a:xfrm>
            <a:off x="9411736" y="2700771"/>
            <a:ext cx="104607" cy="120700"/>
          </a:xfrm>
          <a:prstGeom prst="roundRect">
            <a:avLst/>
          </a:prstGeom>
          <a:solidFill>
            <a:srgbClr val="12628E">
              <a:alpha val="100000"/>
            </a:srgbClr>
          </a:solidFill>
          <a:ln w="9779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S15_四队_图标_头3"/>
          <p:cNvSpPr/>
          <p:nvPr/>
        </p:nvSpPr>
        <p:spPr>
          <a:xfrm>
            <a:off x="9520367" y="2604211"/>
            <a:ext cx="64373" cy="64373"/>
          </a:xfrm>
          <a:prstGeom prst="ellipse">
            <a:avLst/>
          </a:prstGeom>
          <a:solidFill>
            <a:srgbClr val="63ECFF">
              <a:alpha val="100000"/>
            </a:srgbClr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S15_四队_图标_身3"/>
          <p:cNvSpPr/>
          <p:nvPr/>
        </p:nvSpPr>
        <p:spPr>
          <a:xfrm>
            <a:off x="9500250" y="2700771"/>
            <a:ext cx="104607" cy="120700"/>
          </a:xfrm>
          <a:prstGeom prst="roundRect">
            <a:avLst/>
          </a:prstGeom>
          <a:solidFill>
            <a:srgbClr val="12628E">
              <a:alpha val="100000"/>
            </a:srgbClr>
          </a:solidFill>
          <a:ln w="9779">
            <a:solidFill>
              <a:srgbClr val="63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原生可编辑文字_S15_001_双击编辑"/>
          <p:cNvSpPr txBox="1"/>
          <p:nvPr/>
        </p:nvSpPr>
        <p:spPr>
          <a:xfrm>
            <a:off x="822960" y="289560"/>
            <a:ext cx="10568940" cy="111252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800">
                <a:solidFill>
                  <a:srgbClr val="F7FCFF"/>
                </a:solidFill>
                <a:latin typeface="Noto Serif CJK SC"/>
              </a:rPr>
              <a:t>总结：一套“智烤管家”，把难题变成闭环</a:t>
            </a:r>
          </a:p>
        </p:txBody>
      </p:sp>
      <p:sp>
        <p:nvSpPr>
          <p:cNvPr id="11" name="原生可编辑文字_S15_002_双击编辑"/>
          <p:cNvSpPr txBox="1"/>
          <p:nvPr/>
        </p:nvSpPr>
        <p:spPr>
          <a:xfrm>
            <a:off x="2933700" y="1219200"/>
            <a:ext cx="6263640" cy="46482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800">
                <a:solidFill>
                  <a:srgbClr val="F7FCFF"/>
                </a:solidFill>
                <a:latin typeface="Noto Sans CJK SC"/>
              </a:rPr>
              <a:t>一库清底 — 双模决策 — 三智落地 — 四队长效</a:t>
            </a:r>
          </a:p>
        </p:txBody>
      </p:sp>
      <p:sp>
        <p:nvSpPr>
          <p:cNvPr id="13" name="原生可编辑文字_S15_003_双击编辑"/>
          <p:cNvSpPr txBox="1"/>
          <p:nvPr/>
        </p:nvSpPr>
        <p:spPr>
          <a:xfrm>
            <a:off x="4297680" y="2148840"/>
            <a:ext cx="784860" cy="5943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744">
                <a:solidFill>
                  <a:srgbClr val="FFC928"/>
                </a:solidFill>
                <a:latin typeface="Noto Serif CJK SC"/>
              </a:rPr>
              <a:t>02</a:t>
            </a:r>
          </a:p>
        </p:txBody>
      </p:sp>
      <p:sp>
        <p:nvSpPr>
          <p:cNvPr id="15" name="原生可编辑文字_S15_004_双击编辑"/>
          <p:cNvSpPr txBox="1"/>
          <p:nvPr/>
        </p:nvSpPr>
        <p:spPr>
          <a:xfrm>
            <a:off x="4084320" y="2667000"/>
            <a:ext cx="1303020" cy="48768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611">
                <a:solidFill>
                  <a:srgbClr val="FFC928"/>
                </a:solidFill>
                <a:latin typeface="Noto Serif CJK SC"/>
              </a:rPr>
              <a:t>双模决策</a:t>
            </a:r>
          </a:p>
        </p:txBody>
      </p:sp>
      <p:sp>
        <p:nvSpPr>
          <p:cNvPr id="17" name="原生可编辑文字_S15_005_双击编辑"/>
          <p:cNvSpPr txBox="1"/>
          <p:nvPr/>
        </p:nvSpPr>
        <p:spPr>
          <a:xfrm>
            <a:off x="7155180" y="1882139"/>
            <a:ext cx="784860" cy="57912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647">
                <a:solidFill>
                  <a:srgbClr val="FFC928"/>
                </a:solidFill>
                <a:latin typeface="Noto Serif CJK SC"/>
              </a:rPr>
              <a:t>03</a:t>
            </a:r>
          </a:p>
        </p:txBody>
      </p:sp>
      <p:sp>
        <p:nvSpPr>
          <p:cNvPr id="19" name="原生可编辑文字_S15_006_双击编辑"/>
          <p:cNvSpPr txBox="1"/>
          <p:nvPr/>
        </p:nvSpPr>
        <p:spPr>
          <a:xfrm>
            <a:off x="6972300" y="2400300"/>
            <a:ext cx="1264920" cy="472439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529">
                <a:solidFill>
                  <a:srgbClr val="FFC928"/>
                </a:solidFill>
                <a:latin typeface="Noto Serif CJK SC"/>
              </a:rPr>
              <a:t>三智落地</a:t>
            </a:r>
          </a:p>
        </p:txBody>
      </p:sp>
      <p:sp>
        <p:nvSpPr>
          <p:cNvPr id="21" name="原生可编辑文字_S15_007_双击编辑"/>
          <p:cNvSpPr txBox="1"/>
          <p:nvPr/>
        </p:nvSpPr>
        <p:spPr>
          <a:xfrm>
            <a:off x="9845040" y="1661160"/>
            <a:ext cx="784860" cy="5943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744">
                <a:solidFill>
                  <a:srgbClr val="FFC928"/>
                </a:solidFill>
                <a:latin typeface="Noto Serif CJK SC"/>
              </a:rPr>
              <a:t>04</a:t>
            </a:r>
          </a:p>
        </p:txBody>
      </p:sp>
      <p:sp>
        <p:nvSpPr>
          <p:cNvPr id="23" name="原生可编辑文字_S15_008_双击编辑"/>
          <p:cNvSpPr txBox="1"/>
          <p:nvPr/>
        </p:nvSpPr>
        <p:spPr>
          <a:xfrm>
            <a:off x="9707880" y="2141220"/>
            <a:ext cx="1242060" cy="46482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488">
                <a:solidFill>
                  <a:srgbClr val="FFC928"/>
                </a:solidFill>
                <a:latin typeface="Noto Serif CJK SC"/>
              </a:rPr>
              <a:t>四队长效</a:t>
            </a:r>
          </a:p>
        </p:txBody>
      </p:sp>
      <p:sp>
        <p:nvSpPr>
          <p:cNvPr id="25" name="原生可编辑文字_S15_009_双击编辑"/>
          <p:cNvSpPr txBox="1"/>
          <p:nvPr/>
        </p:nvSpPr>
        <p:spPr>
          <a:xfrm>
            <a:off x="1623060" y="2667000"/>
            <a:ext cx="731520" cy="57912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647">
                <a:solidFill>
                  <a:srgbClr val="FFC928"/>
                </a:solidFill>
                <a:latin typeface="Noto Serif CJK SC"/>
              </a:rPr>
              <a:t>01</a:t>
            </a:r>
          </a:p>
        </p:txBody>
      </p:sp>
      <p:sp>
        <p:nvSpPr>
          <p:cNvPr id="27" name="原生可编辑文字_S15_010_双击编辑"/>
          <p:cNvSpPr txBox="1"/>
          <p:nvPr/>
        </p:nvSpPr>
        <p:spPr>
          <a:xfrm>
            <a:off x="1356360" y="3124200"/>
            <a:ext cx="1356360" cy="48768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611">
                <a:solidFill>
                  <a:srgbClr val="FFC928"/>
                </a:solidFill>
                <a:latin typeface="Noto Serif CJK SC"/>
              </a:rPr>
              <a:t>一库清底</a:t>
            </a:r>
          </a:p>
        </p:txBody>
      </p:sp>
      <p:sp>
        <p:nvSpPr>
          <p:cNvPr id="29" name="原生可编辑文字_S15_011_双击编辑"/>
          <p:cNvSpPr txBox="1"/>
          <p:nvPr/>
        </p:nvSpPr>
        <p:spPr>
          <a:xfrm>
            <a:off x="9387840" y="3558540"/>
            <a:ext cx="2080260" cy="39624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16">
                <a:solidFill>
                  <a:srgbClr val="F2F8FF"/>
                </a:solidFill>
                <a:latin typeface="Noto Sans CJK SC"/>
              </a:rPr>
              <a:t>专班 / 服务 / 管护 / 保障</a:t>
            </a:r>
          </a:p>
        </p:txBody>
      </p:sp>
      <p:sp>
        <p:nvSpPr>
          <p:cNvPr id="31" name="原生可编辑文字_S15_012_双击编辑"/>
          <p:cNvSpPr txBox="1"/>
          <p:nvPr/>
        </p:nvSpPr>
        <p:spPr>
          <a:xfrm>
            <a:off x="6850380" y="3840480"/>
            <a:ext cx="1668780" cy="39624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16">
                <a:solidFill>
                  <a:srgbClr val="F2F8FF"/>
                </a:solidFill>
                <a:latin typeface="Noto Sans CJK SC"/>
              </a:rPr>
              <a:t>智用 / 智投 / 智管</a:t>
            </a:r>
          </a:p>
        </p:txBody>
      </p:sp>
      <p:sp>
        <p:nvSpPr>
          <p:cNvPr id="33" name="原生可编辑文字_S15_013_双击编辑"/>
          <p:cNvSpPr txBox="1"/>
          <p:nvPr/>
        </p:nvSpPr>
        <p:spPr>
          <a:xfrm>
            <a:off x="1638300" y="4472940"/>
            <a:ext cx="914400" cy="3810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b="0" sz="1650">
                <a:solidFill>
                  <a:srgbClr val="F2F8FF"/>
                </a:solidFill>
                <a:latin typeface="Noto Sans CJK SC"/>
              </a:rPr>
              <a:t>一房一档
家底清楚</a:t>
            </a:r>
          </a:p>
        </p:txBody>
      </p:sp>
      <p:sp>
        <p:nvSpPr>
          <p:cNvPr id="35" name="原生可编辑文字_S15_014_双击编辑"/>
          <p:cNvSpPr txBox="1"/>
          <p:nvPr/>
        </p:nvSpPr>
        <p:spPr>
          <a:xfrm>
            <a:off x="1638300" y="4671060"/>
            <a:ext cx="929640" cy="39624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16">
                <a:solidFill>
                  <a:srgbClr val="F2F8FF"/>
                </a:solidFill>
                <a:latin typeface="Noto Sans CJK SC"/>
              </a:rPr>
              <a:t>家底清楚</a:t>
            </a:r>
          </a:p>
        </p:txBody>
      </p:sp>
      <p:sp>
        <p:nvSpPr>
          <p:cNvPr id="37" name="原生可编辑文字_S15_015_双击编辑"/>
          <p:cNvSpPr txBox="1"/>
          <p:nvPr/>
        </p:nvSpPr>
        <p:spPr>
          <a:xfrm>
            <a:off x="1226820" y="5486400"/>
            <a:ext cx="3230880" cy="69342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100">
                <a:solidFill>
                  <a:srgbClr val="F2F8FF"/>
                </a:solidFill>
                <a:latin typeface="Noto Serif CJK SC"/>
              </a:rPr>
              <a:t>都有一份可计算、</a:t>
            </a:r>
          </a:p>
        </p:txBody>
      </p:sp>
      <p:sp>
        <p:nvSpPr>
          <p:cNvPr id="39" name="原生可编辑文字_S15_016_双击编辑"/>
          <p:cNvSpPr txBox="1"/>
          <p:nvPr/>
        </p:nvSpPr>
        <p:spPr>
          <a:xfrm>
            <a:off x="4244340" y="4084320"/>
            <a:ext cx="1143000" cy="3962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b="0" sz="1716">
                <a:solidFill>
                  <a:srgbClr val="F2F8FF"/>
                </a:solidFill>
                <a:latin typeface="Noto Sans CJK SC"/>
              </a:rPr>
              <a:t>评估 + 推演
量化决策</a:t>
            </a:r>
          </a:p>
        </p:txBody>
      </p:sp>
      <p:sp>
        <p:nvSpPr>
          <p:cNvPr id="41" name="原生可编辑文字_S15_017_双击编辑"/>
          <p:cNvSpPr txBox="1"/>
          <p:nvPr/>
        </p:nvSpPr>
        <p:spPr>
          <a:xfrm>
            <a:off x="4351020" y="4297680"/>
            <a:ext cx="929640" cy="39624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16">
                <a:solidFill>
                  <a:srgbClr val="F2F8FF"/>
                </a:solidFill>
                <a:latin typeface="Noto Sans CJK SC"/>
              </a:rPr>
              <a:t>量化决策</a:t>
            </a:r>
          </a:p>
        </p:txBody>
      </p:sp>
      <p:sp>
        <p:nvSpPr>
          <p:cNvPr id="43" name="原生可编辑文字_S15_018_双击编辑"/>
          <p:cNvSpPr txBox="1"/>
          <p:nvPr/>
        </p:nvSpPr>
        <p:spPr>
          <a:xfrm>
            <a:off x="4716780" y="4914900"/>
            <a:ext cx="2994660" cy="78486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213">
                <a:solidFill>
                  <a:srgbClr val="FFC928"/>
                </a:solidFill>
                <a:latin typeface="Noto Serif CJK SC"/>
              </a:rPr>
              <a:t>让每一座烤房，</a:t>
            </a:r>
          </a:p>
        </p:txBody>
      </p:sp>
      <p:sp>
        <p:nvSpPr>
          <p:cNvPr id="45" name="原生可编辑文字_S15_019_双击编辑"/>
          <p:cNvSpPr txBox="1"/>
          <p:nvPr/>
        </p:nvSpPr>
        <p:spPr>
          <a:xfrm>
            <a:off x="4427220" y="5486400"/>
            <a:ext cx="6530340" cy="69342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100">
                <a:solidFill>
                  <a:srgbClr val="F2F8FF"/>
                </a:solidFill>
                <a:latin typeface="Noto Serif CJK SC"/>
              </a:rPr>
              <a:t>可调度、可运维、可决策的健康档案</a:t>
            </a:r>
          </a:p>
        </p:txBody>
      </p:sp>
      <p:sp>
        <p:nvSpPr>
          <p:cNvPr id="47" name="原生可编辑文字_S15_020_双击编辑"/>
          <p:cNvSpPr txBox="1"/>
          <p:nvPr/>
        </p:nvSpPr>
        <p:spPr>
          <a:xfrm>
            <a:off x="4069080" y="6248400"/>
            <a:ext cx="4152900" cy="381000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650">
                <a:solidFill>
                  <a:srgbClr val="F2F8FF"/>
                </a:solidFill>
                <a:latin typeface="Noto Sans CJK SC"/>
              </a:rPr>
              <a:t>—  湖北烟草创客大赛  ·  决赛发布  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