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6" r:id="rId3"/>
    <p:sldId id="267" r:id="rId4"/>
    <p:sldId id="268" r:id="rId5"/>
    <p:sldId id="269" r:id="rId6"/>
    <p:sldId id="27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6" Type="http://schemas.openxmlformats.org/officeDocument/2006/relationships/slideLayout" Target="../slideLayouts/slideLayout7.xml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6" Type="http://schemas.openxmlformats.org/officeDocument/2006/relationships/slideLayout" Target="../slideLayouts/slideLayout7.xml"/><Relationship Id="rId35" Type="http://schemas.openxmlformats.org/officeDocument/2006/relationships/image" Target="../media/image80.png"/><Relationship Id="rId34" Type="http://schemas.openxmlformats.org/officeDocument/2006/relationships/image" Target="../media/image79.png"/><Relationship Id="rId33" Type="http://schemas.openxmlformats.org/officeDocument/2006/relationships/image" Target="../media/image78.png"/><Relationship Id="rId32" Type="http://schemas.openxmlformats.org/officeDocument/2006/relationships/image" Target="../media/image77.png"/><Relationship Id="rId31" Type="http://schemas.openxmlformats.org/officeDocument/2006/relationships/image" Target="../media/image76.png"/><Relationship Id="rId30" Type="http://schemas.openxmlformats.org/officeDocument/2006/relationships/image" Target="../media/image75.png"/><Relationship Id="rId3" Type="http://schemas.openxmlformats.org/officeDocument/2006/relationships/image" Target="../media/image48.png"/><Relationship Id="rId29" Type="http://schemas.openxmlformats.org/officeDocument/2006/relationships/image" Target="../media/image74.png"/><Relationship Id="rId28" Type="http://schemas.openxmlformats.org/officeDocument/2006/relationships/image" Target="../media/image73.png"/><Relationship Id="rId27" Type="http://schemas.openxmlformats.org/officeDocument/2006/relationships/image" Target="../media/image72.png"/><Relationship Id="rId26" Type="http://schemas.openxmlformats.org/officeDocument/2006/relationships/image" Target="../media/image71.png"/><Relationship Id="rId25" Type="http://schemas.openxmlformats.org/officeDocument/2006/relationships/image" Target="../media/image70.png"/><Relationship Id="rId24" Type="http://schemas.openxmlformats.org/officeDocument/2006/relationships/image" Target="../media/image69.png"/><Relationship Id="rId23" Type="http://schemas.openxmlformats.org/officeDocument/2006/relationships/image" Target="../media/image68.png"/><Relationship Id="rId22" Type="http://schemas.openxmlformats.org/officeDocument/2006/relationships/image" Target="../media/image67.png"/><Relationship Id="rId21" Type="http://schemas.openxmlformats.org/officeDocument/2006/relationships/image" Target="../media/image66.png"/><Relationship Id="rId20" Type="http://schemas.openxmlformats.org/officeDocument/2006/relationships/image" Target="../media/image65.png"/><Relationship Id="rId2" Type="http://schemas.openxmlformats.org/officeDocument/2006/relationships/image" Target="../media/image47.png"/><Relationship Id="rId19" Type="http://schemas.openxmlformats.org/officeDocument/2006/relationships/image" Target="../media/image64.png"/><Relationship Id="rId18" Type="http://schemas.openxmlformats.org/officeDocument/2006/relationships/image" Target="../media/image63.png"/><Relationship Id="rId17" Type="http://schemas.openxmlformats.org/officeDocument/2006/relationships/image" Target="../media/image62.png"/><Relationship Id="rId16" Type="http://schemas.openxmlformats.org/officeDocument/2006/relationships/image" Target="../media/image61.png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9.png"/><Relationship Id="rId8" Type="http://schemas.openxmlformats.org/officeDocument/2006/relationships/image" Target="../media/image88.png"/><Relationship Id="rId7" Type="http://schemas.openxmlformats.org/officeDocument/2006/relationships/image" Target="../media/image87.png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96.png"/><Relationship Id="rId15" Type="http://schemas.openxmlformats.org/officeDocument/2006/relationships/image" Target="../media/image95.png"/><Relationship Id="rId14" Type="http://schemas.openxmlformats.org/officeDocument/2006/relationships/image" Target="../media/image94.png"/><Relationship Id="rId13" Type="http://schemas.openxmlformats.org/officeDocument/2006/relationships/image" Target="../media/image93.png"/><Relationship Id="rId12" Type="http://schemas.openxmlformats.org/officeDocument/2006/relationships/image" Target="../media/image92.png"/><Relationship Id="rId11" Type="http://schemas.openxmlformats.org/officeDocument/2006/relationships/image" Target="../media/image91.png"/><Relationship Id="rId10" Type="http://schemas.openxmlformats.org/officeDocument/2006/relationships/image" Target="../media/image90.png"/><Relationship Id="rId1" Type="http://schemas.openxmlformats.org/officeDocument/2006/relationships/image" Target="../media/image8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.png"/><Relationship Id="rId8" Type="http://schemas.openxmlformats.org/officeDocument/2006/relationships/image" Target="../media/image104.png"/><Relationship Id="rId7" Type="http://schemas.openxmlformats.org/officeDocument/2006/relationships/image" Target="../media/image103.png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10.png"/><Relationship Id="rId13" Type="http://schemas.openxmlformats.org/officeDocument/2006/relationships/image" Target="../media/image109.png"/><Relationship Id="rId12" Type="http://schemas.openxmlformats.org/officeDocument/2006/relationships/image" Target="../media/image108.png"/><Relationship Id="rId11" Type="http://schemas.openxmlformats.org/officeDocument/2006/relationships/image" Target="../media/image107.png"/><Relationship Id="rId10" Type="http://schemas.openxmlformats.org/officeDocument/2006/relationships/image" Target="../media/image106.png"/><Relationship Id="rId1" Type="http://schemas.openxmlformats.org/officeDocument/2006/relationships/image" Target="../media/image9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png"/><Relationship Id="rId8" Type="http://schemas.openxmlformats.org/officeDocument/2006/relationships/image" Target="../media/image118.png"/><Relationship Id="rId7" Type="http://schemas.openxmlformats.org/officeDocument/2006/relationships/image" Target="../media/image117.png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Relationship Id="rId3" Type="http://schemas.openxmlformats.org/officeDocument/2006/relationships/image" Target="../media/image113.png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31.png"/><Relationship Id="rId20" Type="http://schemas.openxmlformats.org/officeDocument/2006/relationships/image" Target="../media/image130.png"/><Relationship Id="rId2" Type="http://schemas.openxmlformats.org/officeDocument/2006/relationships/image" Target="../media/image112.png"/><Relationship Id="rId19" Type="http://schemas.openxmlformats.org/officeDocument/2006/relationships/image" Target="../media/image129.png"/><Relationship Id="rId18" Type="http://schemas.openxmlformats.org/officeDocument/2006/relationships/image" Target="../media/image128.png"/><Relationship Id="rId17" Type="http://schemas.openxmlformats.org/officeDocument/2006/relationships/image" Target="../media/image127.png"/><Relationship Id="rId16" Type="http://schemas.openxmlformats.org/officeDocument/2006/relationships/image" Target="../media/image126.png"/><Relationship Id="rId15" Type="http://schemas.openxmlformats.org/officeDocument/2006/relationships/image" Target="../media/image125.png"/><Relationship Id="rId14" Type="http://schemas.openxmlformats.org/officeDocument/2006/relationships/image" Target="../media/image124.png"/><Relationship Id="rId13" Type="http://schemas.openxmlformats.org/officeDocument/2006/relationships/image" Target="../media/image123.png"/><Relationship Id="rId12" Type="http://schemas.openxmlformats.org/officeDocument/2006/relationships/image" Target="../media/image122.png"/><Relationship Id="rId11" Type="http://schemas.openxmlformats.org/officeDocument/2006/relationships/image" Target="../media/image121.png"/><Relationship Id="rId10" Type="http://schemas.openxmlformats.org/officeDocument/2006/relationships/image" Target="../media/image120.png"/><Relationship Id="rId1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1_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381000"/>
            <a:ext cx="8107680" cy="838200"/>
          </a:xfrm>
          <a:prstGeom prst="rect">
            <a:avLst/>
          </a:prstGeom>
        </p:spPr>
      </p:pic>
      <p:pic>
        <p:nvPicPr>
          <p:cNvPr id="4" name="Picture 3" descr="s1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5660" y="1104900"/>
            <a:ext cx="5394960" cy="472439"/>
          </a:xfrm>
          <a:prstGeom prst="rect">
            <a:avLst/>
          </a:prstGeom>
        </p:spPr>
      </p:pic>
      <p:pic>
        <p:nvPicPr>
          <p:cNvPr id="5" name="Picture 4" descr="s11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" y="1813560"/>
            <a:ext cx="716280" cy="556260"/>
          </a:xfrm>
          <a:prstGeom prst="rect">
            <a:avLst/>
          </a:prstGeom>
        </p:spPr>
      </p:pic>
      <p:pic>
        <p:nvPicPr>
          <p:cNvPr id="6" name="Picture 5" descr="s11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889759"/>
            <a:ext cx="1295400" cy="487680"/>
          </a:xfrm>
          <a:prstGeom prst="rect">
            <a:avLst/>
          </a:prstGeom>
        </p:spPr>
      </p:pic>
      <p:pic>
        <p:nvPicPr>
          <p:cNvPr id="7" name="Picture 6" descr="s11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346960"/>
            <a:ext cx="1905000" cy="388620"/>
          </a:xfrm>
          <a:prstGeom prst="rect">
            <a:avLst/>
          </a:prstGeom>
        </p:spPr>
      </p:pic>
      <p:pic>
        <p:nvPicPr>
          <p:cNvPr id="8" name="Picture 7" descr="s11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420" y="2849880"/>
            <a:ext cx="662940" cy="327660"/>
          </a:xfrm>
          <a:prstGeom prst="rect">
            <a:avLst/>
          </a:prstGeom>
        </p:spPr>
      </p:pic>
      <p:pic>
        <p:nvPicPr>
          <p:cNvPr id="9" name="Picture 8" descr="s11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420" y="3040379"/>
            <a:ext cx="411480" cy="327660"/>
          </a:xfrm>
          <a:prstGeom prst="rect">
            <a:avLst/>
          </a:prstGeom>
        </p:spPr>
      </p:pic>
      <p:pic>
        <p:nvPicPr>
          <p:cNvPr id="10" name="Picture 9" descr="s11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420" y="3230880"/>
            <a:ext cx="411480" cy="327660"/>
          </a:xfrm>
          <a:prstGeom prst="rect">
            <a:avLst/>
          </a:prstGeom>
        </p:spPr>
      </p:pic>
      <p:pic>
        <p:nvPicPr>
          <p:cNvPr id="11" name="Picture 10" descr="s11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" y="3429000"/>
            <a:ext cx="396240" cy="297180"/>
          </a:xfrm>
          <a:prstGeom prst="rect">
            <a:avLst/>
          </a:prstGeom>
        </p:spPr>
      </p:pic>
      <p:pic>
        <p:nvPicPr>
          <p:cNvPr id="12" name="Picture 11" descr="s11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180" y="3611879"/>
            <a:ext cx="426720" cy="327660"/>
          </a:xfrm>
          <a:prstGeom prst="rect">
            <a:avLst/>
          </a:prstGeom>
        </p:spPr>
      </p:pic>
      <p:pic>
        <p:nvPicPr>
          <p:cNvPr id="13" name="Picture 12" descr="s11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7760" y="3093720"/>
            <a:ext cx="434340" cy="304800"/>
          </a:xfrm>
          <a:prstGeom prst="rect">
            <a:avLst/>
          </a:prstGeom>
        </p:spPr>
      </p:pic>
      <p:pic>
        <p:nvPicPr>
          <p:cNvPr id="14" name="Picture 13" descr="s11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43000" y="3268979"/>
            <a:ext cx="419100" cy="297180"/>
          </a:xfrm>
          <a:prstGeom prst="rect">
            <a:avLst/>
          </a:prstGeom>
        </p:spPr>
      </p:pic>
      <p:pic>
        <p:nvPicPr>
          <p:cNvPr id="15" name="Picture 14" descr="s11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000" y="3467100"/>
            <a:ext cx="419100" cy="289560"/>
          </a:xfrm>
          <a:prstGeom prst="rect">
            <a:avLst/>
          </a:prstGeom>
        </p:spPr>
      </p:pic>
      <p:pic>
        <p:nvPicPr>
          <p:cNvPr id="16" name="Picture 15" descr="s11_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5860" y="3642360"/>
            <a:ext cx="342900" cy="274320"/>
          </a:xfrm>
          <a:prstGeom prst="rect">
            <a:avLst/>
          </a:prstGeom>
        </p:spPr>
      </p:pic>
      <p:pic>
        <p:nvPicPr>
          <p:cNvPr id="17" name="Picture 16" descr="s11_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78380" y="3238500"/>
            <a:ext cx="716280" cy="327660"/>
          </a:xfrm>
          <a:prstGeom prst="rect">
            <a:avLst/>
          </a:prstGeom>
        </p:spPr>
      </p:pic>
      <p:pic>
        <p:nvPicPr>
          <p:cNvPr id="18" name="Picture 17" descr="s11_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11879" y="1882139"/>
            <a:ext cx="792480" cy="640080"/>
          </a:xfrm>
          <a:prstGeom prst="rect">
            <a:avLst/>
          </a:prstGeom>
        </p:spPr>
      </p:pic>
      <p:pic>
        <p:nvPicPr>
          <p:cNvPr id="19" name="Picture 18" descr="s11_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9120" y="1988819"/>
            <a:ext cx="411480" cy="419100"/>
          </a:xfrm>
          <a:prstGeom prst="rect">
            <a:avLst/>
          </a:prstGeom>
        </p:spPr>
      </p:pic>
      <p:pic>
        <p:nvPicPr>
          <p:cNvPr id="20" name="Picture 19" descr="s11_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5840" y="1988819"/>
            <a:ext cx="1295400" cy="480060"/>
          </a:xfrm>
          <a:prstGeom prst="rect">
            <a:avLst/>
          </a:prstGeom>
        </p:spPr>
      </p:pic>
      <p:pic>
        <p:nvPicPr>
          <p:cNvPr id="21" name="Picture 20" descr="s11_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27120" y="2438400"/>
            <a:ext cx="2537460" cy="381000"/>
          </a:xfrm>
          <a:prstGeom prst="rect">
            <a:avLst/>
          </a:prstGeom>
        </p:spPr>
      </p:pic>
      <p:pic>
        <p:nvPicPr>
          <p:cNvPr id="22" name="Picture 21" descr="s11_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20440" y="2910840"/>
            <a:ext cx="960120" cy="327660"/>
          </a:xfrm>
          <a:prstGeom prst="rect">
            <a:avLst/>
          </a:prstGeom>
        </p:spPr>
      </p:pic>
      <p:pic>
        <p:nvPicPr>
          <p:cNvPr id="23" name="Picture 22" descr="s11_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58540" y="3108960"/>
            <a:ext cx="922020" cy="312420"/>
          </a:xfrm>
          <a:prstGeom prst="rect">
            <a:avLst/>
          </a:prstGeom>
        </p:spPr>
      </p:pic>
      <p:pic>
        <p:nvPicPr>
          <p:cNvPr id="24" name="Picture 23" descr="s11_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40480" y="3307080"/>
            <a:ext cx="426720" cy="327660"/>
          </a:xfrm>
          <a:prstGeom prst="rect">
            <a:avLst/>
          </a:prstGeom>
        </p:spPr>
      </p:pic>
      <p:pic>
        <p:nvPicPr>
          <p:cNvPr id="25" name="Picture 24" descr="s11_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631180" y="2964180"/>
            <a:ext cx="548640" cy="350520"/>
          </a:xfrm>
          <a:prstGeom prst="rect">
            <a:avLst/>
          </a:prstGeom>
        </p:spPr>
      </p:pic>
      <p:pic>
        <p:nvPicPr>
          <p:cNvPr id="26" name="Picture 25" descr="s11_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646420" y="3375660"/>
            <a:ext cx="556260" cy="381000"/>
          </a:xfrm>
          <a:prstGeom prst="rect">
            <a:avLst/>
          </a:prstGeom>
        </p:spPr>
      </p:pic>
      <p:pic>
        <p:nvPicPr>
          <p:cNvPr id="27" name="Picture 26" descr="s11_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21780" y="1958340"/>
            <a:ext cx="853440" cy="541020"/>
          </a:xfrm>
          <a:prstGeom prst="rect">
            <a:avLst/>
          </a:prstGeom>
        </p:spPr>
      </p:pic>
      <p:pic>
        <p:nvPicPr>
          <p:cNvPr id="28" name="Picture 27" descr="s11_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30439" y="1996439"/>
            <a:ext cx="396240" cy="426720"/>
          </a:xfrm>
          <a:prstGeom prst="rect">
            <a:avLst/>
          </a:prstGeom>
        </p:spPr>
      </p:pic>
      <p:pic>
        <p:nvPicPr>
          <p:cNvPr id="29" name="Picture 28" descr="s11_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772400" y="1996439"/>
            <a:ext cx="1333500" cy="487680"/>
          </a:xfrm>
          <a:prstGeom prst="rect">
            <a:avLst/>
          </a:prstGeom>
        </p:spPr>
      </p:pic>
      <p:pic>
        <p:nvPicPr>
          <p:cNvPr id="30" name="Picture 29" descr="s11_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06540" y="2385060"/>
            <a:ext cx="2682240" cy="518160"/>
          </a:xfrm>
          <a:prstGeom prst="rect">
            <a:avLst/>
          </a:prstGeom>
        </p:spPr>
      </p:pic>
      <p:pic>
        <p:nvPicPr>
          <p:cNvPr id="31" name="Picture 30" descr="s11_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694420" y="2827020"/>
            <a:ext cx="624840" cy="312420"/>
          </a:xfrm>
          <a:prstGeom prst="rect">
            <a:avLst/>
          </a:prstGeom>
        </p:spPr>
      </p:pic>
      <p:pic>
        <p:nvPicPr>
          <p:cNvPr id="32" name="Picture 31" descr="s11_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679180" y="3002280"/>
            <a:ext cx="640080" cy="350520"/>
          </a:xfrm>
          <a:prstGeom prst="rect">
            <a:avLst/>
          </a:prstGeom>
        </p:spPr>
      </p:pic>
      <p:pic>
        <p:nvPicPr>
          <p:cNvPr id="33" name="Picture 32" descr="s11_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694420" y="3215640"/>
            <a:ext cx="624840" cy="327660"/>
          </a:xfrm>
          <a:prstGeom prst="rect">
            <a:avLst/>
          </a:prstGeom>
        </p:spPr>
      </p:pic>
      <p:pic>
        <p:nvPicPr>
          <p:cNvPr id="34" name="Picture 33" descr="s11_3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694420" y="3398520"/>
            <a:ext cx="624840" cy="327660"/>
          </a:xfrm>
          <a:prstGeom prst="rect">
            <a:avLst/>
          </a:prstGeom>
        </p:spPr>
      </p:pic>
      <p:pic>
        <p:nvPicPr>
          <p:cNvPr id="35" name="Picture 34" descr="s11_3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441180" y="1905000"/>
            <a:ext cx="731520" cy="571500"/>
          </a:xfrm>
          <a:prstGeom prst="rect">
            <a:avLst/>
          </a:prstGeom>
        </p:spPr>
      </p:pic>
      <p:pic>
        <p:nvPicPr>
          <p:cNvPr id="36" name="Picture 35" descr="s11_3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538460" y="1859280"/>
            <a:ext cx="1310640" cy="563880"/>
          </a:xfrm>
          <a:prstGeom prst="rect">
            <a:avLst/>
          </a:prstGeom>
        </p:spPr>
      </p:pic>
      <p:pic>
        <p:nvPicPr>
          <p:cNvPr id="37" name="Picture 36" descr="s11_3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45040" y="2270760"/>
            <a:ext cx="2186940" cy="579120"/>
          </a:xfrm>
          <a:prstGeom prst="rect">
            <a:avLst/>
          </a:prstGeom>
        </p:spPr>
      </p:pic>
      <p:pic>
        <p:nvPicPr>
          <p:cNvPr id="38" name="Picture 37" descr="s11_35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07880" y="2918460"/>
            <a:ext cx="800100" cy="365760"/>
          </a:xfrm>
          <a:prstGeom prst="rect">
            <a:avLst/>
          </a:prstGeom>
        </p:spPr>
      </p:pic>
      <p:pic>
        <p:nvPicPr>
          <p:cNvPr id="39" name="Picture 38" descr="s11_36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707880" y="3177540"/>
            <a:ext cx="800100" cy="365760"/>
          </a:xfrm>
          <a:prstGeom prst="rect">
            <a:avLst/>
          </a:prstGeom>
        </p:spPr>
      </p:pic>
      <p:pic>
        <p:nvPicPr>
          <p:cNvPr id="40" name="Picture 39" descr="s11_37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9707880" y="3451860"/>
            <a:ext cx="800100" cy="358140"/>
          </a:xfrm>
          <a:prstGeom prst="rect">
            <a:avLst/>
          </a:prstGeom>
        </p:spPr>
      </p:pic>
      <p:pic>
        <p:nvPicPr>
          <p:cNvPr id="41" name="Picture 40" descr="s11_38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407140" y="2849880"/>
            <a:ext cx="502920" cy="327660"/>
          </a:xfrm>
          <a:prstGeom prst="rect">
            <a:avLst/>
          </a:prstGeom>
        </p:spPr>
      </p:pic>
      <p:pic>
        <p:nvPicPr>
          <p:cNvPr id="42" name="Picture 41" descr="s11_39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1407140" y="3093720"/>
            <a:ext cx="480060" cy="350520"/>
          </a:xfrm>
          <a:prstGeom prst="rect">
            <a:avLst/>
          </a:prstGeom>
        </p:spPr>
      </p:pic>
      <p:pic>
        <p:nvPicPr>
          <p:cNvPr id="43" name="Picture 42" descr="s11_40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1407140" y="3352800"/>
            <a:ext cx="502920" cy="335280"/>
          </a:xfrm>
          <a:prstGeom prst="rect">
            <a:avLst/>
          </a:prstGeom>
        </p:spPr>
      </p:pic>
      <p:pic>
        <p:nvPicPr>
          <p:cNvPr id="44" name="Picture 43" descr="s11_41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667000" y="3802380"/>
            <a:ext cx="701040" cy="342900"/>
          </a:xfrm>
          <a:prstGeom prst="rect">
            <a:avLst/>
          </a:prstGeom>
        </p:spPr>
      </p:pic>
      <p:pic>
        <p:nvPicPr>
          <p:cNvPr id="45" name="Picture 44" descr="s11_42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00500" y="5341620"/>
            <a:ext cx="4343400" cy="594360"/>
          </a:xfrm>
          <a:prstGeom prst="rect">
            <a:avLst/>
          </a:prstGeom>
        </p:spPr>
      </p:pic>
      <p:pic>
        <p:nvPicPr>
          <p:cNvPr id="46" name="Picture 45" descr="s11_43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451860" y="6088380"/>
            <a:ext cx="5013960" cy="541020"/>
          </a:xfrm>
          <a:prstGeom prst="rect">
            <a:avLst/>
          </a:prstGeom>
        </p:spPr>
      </p:pic>
      <p:sp>
        <p:nvSpPr>
          <p:cNvPr id="4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2_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0" y="396240"/>
            <a:ext cx="10088880" cy="769620"/>
          </a:xfrm>
          <a:prstGeom prst="rect">
            <a:avLst/>
          </a:prstGeom>
        </p:spPr>
      </p:pic>
      <p:pic>
        <p:nvPicPr>
          <p:cNvPr id="4" name="Picture 3" descr="s12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8460" y="1066800"/>
            <a:ext cx="6347460" cy="472439"/>
          </a:xfrm>
          <a:prstGeom prst="rect">
            <a:avLst/>
          </a:prstGeom>
        </p:spPr>
      </p:pic>
      <p:pic>
        <p:nvPicPr>
          <p:cNvPr id="5" name="Picture 4" descr="s12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39" y="1813560"/>
            <a:ext cx="998219" cy="388620"/>
          </a:xfrm>
          <a:prstGeom prst="rect">
            <a:avLst/>
          </a:prstGeom>
        </p:spPr>
      </p:pic>
      <p:pic>
        <p:nvPicPr>
          <p:cNvPr id="6" name="Picture 5" descr="s12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639" y="2103120"/>
            <a:ext cx="998219" cy="381000"/>
          </a:xfrm>
          <a:prstGeom prst="rect">
            <a:avLst/>
          </a:prstGeom>
        </p:spPr>
      </p:pic>
      <p:pic>
        <p:nvPicPr>
          <p:cNvPr id="7" name="Picture 6" descr="s12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6439" y="2438400"/>
            <a:ext cx="678180" cy="327660"/>
          </a:xfrm>
          <a:prstGeom prst="rect">
            <a:avLst/>
          </a:prstGeom>
        </p:spPr>
      </p:pic>
      <p:pic>
        <p:nvPicPr>
          <p:cNvPr id="8" name="Picture 7" descr="s12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1160" y="2667000"/>
            <a:ext cx="449580" cy="434340"/>
          </a:xfrm>
          <a:prstGeom prst="rect">
            <a:avLst/>
          </a:prstGeom>
        </p:spPr>
      </p:pic>
      <p:pic>
        <p:nvPicPr>
          <p:cNvPr id="9" name="Picture 8" descr="s12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6439" y="2720340"/>
            <a:ext cx="693420" cy="342900"/>
          </a:xfrm>
          <a:prstGeom prst="rect">
            <a:avLst/>
          </a:prstGeom>
        </p:spPr>
      </p:pic>
      <p:pic>
        <p:nvPicPr>
          <p:cNvPr id="10" name="Picture 9" descr="s12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7100" y="1706880"/>
            <a:ext cx="1722120" cy="632460"/>
          </a:xfrm>
          <a:prstGeom prst="rect">
            <a:avLst/>
          </a:prstGeom>
        </p:spPr>
      </p:pic>
      <p:pic>
        <p:nvPicPr>
          <p:cNvPr id="11" name="Picture 10" descr="s12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7620" y="2278380"/>
            <a:ext cx="1836420" cy="381000"/>
          </a:xfrm>
          <a:prstGeom prst="rect">
            <a:avLst/>
          </a:prstGeom>
        </p:spPr>
      </p:pic>
      <p:pic>
        <p:nvPicPr>
          <p:cNvPr id="12" name="Picture 11" descr="s12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5759" y="1676400"/>
            <a:ext cx="838200" cy="632460"/>
          </a:xfrm>
          <a:prstGeom prst="rect">
            <a:avLst/>
          </a:prstGeom>
        </p:spPr>
      </p:pic>
      <p:pic>
        <p:nvPicPr>
          <p:cNvPr id="13" name="Picture 12" descr="s12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47760" y="1729740"/>
            <a:ext cx="1104900" cy="594360"/>
          </a:xfrm>
          <a:prstGeom prst="rect">
            <a:avLst/>
          </a:prstGeom>
        </p:spPr>
      </p:pic>
      <p:pic>
        <p:nvPicPr>
          <p:cNvPr id="14" name="Picture 13" descr="s12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5759" y="2278380"/>
            <a:ext cx="1798320" cy="403860"/>
          </a:xfrm>
          <a:prstGeom prst="rect">
            <a:avLst/>
          </a:prstGeom>
        </p:spPr>
      </p:pic>
      <p:pic>
        <p:nvPicPr>
          <p:cNvPr id="15" name="Picture 14" descr="s12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6500" y="1836420"/>
            <a:ext cx="944879" cy="381000"/>
          </a:xfrm>
          <a:prstGeom prst="rect">
            <a:avLst/>
          </a:prstGeom>
        </p:spPr>
      </p:pic>
      <p:pic>
        <p:nvPicPr>
          <p:cNvPr id="16" name="Picture 15" descr="s12_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073640" y="2148840"/>
            <a:ext cx="967740" cy="381000"/>
          </a:xfrm>
          <a:prstGeom prst="rect">
            <a:avLst/>
          </a:prstGeom>
        </p:spPr>
      </p:pic>
      <p:pic>
        <p:nvPicPr>
          <p:cNvPr id="17" name="Picture 16" descr="s12_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073640" y="2491740"/>
            <a:ext cx="472439" cy="381000"/>
          </a:xfrm>
          <a:prstGeom prst="rect">
            <a:avLst/>
          </a:prstGeom>
        </p:spPr>
      </p:pic>
      <p:pic>
        <p:nvPicPr>
          <p:cNvPr id="18" name="Picture 17" descr="s12_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340340" y="2506980"/>
            <a:ext cx="701040" cy="342900"/>
          </a:xfrm>
          <a:prstGeom prst="rect">
            <a:avLst/>
          </a:prstGeom>
        </p:spPr>
      </p:pic>
      <p:pic>
        <p:nvPicPr>
          <p:cNvPr id="19" name="Picture 18" descr="s12_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73640" y="2811780"/>
            <a:ext cx="967740" cy="365760"/>
          </a:xfrm>
          <a:prstGeom prst="rect">
            <a:avLst/>
          </a:prstGeom>
        </p:spPr>
      </p:pic>
      <p:pic>
        <p:nvPicPr>
          <p:cNvPr id="20" name="Picture 19" descr="s12_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71600" y="4229100"/>
            <a:ext cx="701040" cy="327660"/>
          </a:xfrm>
          <a:prstGeom prst="rect">
            <a:avLst/>
          </a:prstGeom>
        </p:spPr>
      </p:pic>
      <p:pic>
        <p:nvPicPr>
          <p:cNvPr id="21" name="Picture 20" descr="s12_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71600" y="4564380"/>
            <a:ext cx="716280" cy="342900"/>
          </a:xfrm>
          <a:prstGeom prst="rect">
            <a:avLst/>
          </a:prstGeom>
        </p:spPr>
      </p:pic>
      <p:pic>
        <p:nvPicPr>
          <p:cNvPr id="22" name="Picture 21" descr="s12_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89660" y="4861560"/>
            <a:ext cx="1104900" cy="365760"/>
          </a:xfrm>
          <a:prstGeom prst="rect">
            <a:avLst/>
          </a:prstGeom>
        </p:spPr>
      </p:pic>
      <p:pic>
        <p:nvPicPr>
          <p:cNvPr id="23" name="Picture 22" descr="s12_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79220" y="5204460"/>
            <a:ext cx="708660" cy="342900"/>
          </a:xfrm>
          <a:prstGeom prst="rect">
            <a:avLst/>
          </a:prstGeom>
        </p:spPr>
      </p:pic>
      <p:pic>
        <p:nvPicPr>
          <p:cNvPr id="24" name="Picture 23" descr="s12_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697480" y="4114800"/>
            <a:ext cx="1805939" cy="746760"/>
          </a:xfrm>
          <a:prstGeom prst="rect">
            <a:avLst/>
          </a:prstGeom>
        </p:spPr>
      </p:pic>
      <p:pic>
        <p:nvPicPr>
          <p:cNvPr id="25" name="Picture 24" descr="s12_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59480" y="4632960"/>
            <a:ext cx="1813560" cy="434340"/>
          </a:xfrm>
          <a:prstGeom prst="rect">
            <a:avLst/>
          </a:prstGeom>
        </p:spPr>
      </p:pic>
      <p:pic>
        <p:nvPicPr>
          <p:cNvPr id="26" name="Picture 25" descr="s12_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53840" y="5151120"/>
            <a:ext cx="396240" cy="396240"/>
          </a:xfrm>
          <a:prstGeom prst="rect">
            <a:avLst/>
          </a:prstGeom>
        </p:spPr>
      </p:pic>
      <p:pic>
        <p:nvPicPr>
          <p:cNvPr id="27" name="Picture 26" descr="s12_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11040" y="3924300"/>
            <a:ext cx="3108960" cy="685800"/>
          </a:xfrm>
          <a:prstGeom prst="rect">
            <a:avLst/>
          </a:prstGeom>
        </p:spPr>
      </p:pic>
      <p:pic>
        <p:nvPicPr>
          <p:cNvPr id="28" name="Picture 27" descr="s12_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787639" y="4122419"/>
            <a:ext cx="1036320" cy="594360"/>
          </a:xfrm>
          <a:prstGeom prst="rect">
            <a:avLst/>
          </a:prstGeom>
        </p:spPr>
      </p:pic>
      <p:pic>
        <p:nvPicPr>
          <p:cNvPr id="29" name="Picture 28" descr="s12_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709660" y="4137660"/>
            <a:ext cx="1127760" cy="594360"/>
          </a:xfrm>
          <a:prstGeom prst="rect">
            <a:avLst/>
          </a:prstGeom>
        </p:spPr>
      </p:pic>
      <p:pic>
        <p:nvPicPr>
          <p:cNvPr id="30" name="Picture 29" descr="s12_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054340" y="4671060"/>
            <a:ext cx="1851660" cy="381000"/>
          </a:xfrm>
          <a:prstGeom prst="rect">
            <a:avLst/>
          </a:prstGeom>
        </p:spPr>
      </p:pic>
      <p:pic>
        <p:nvPicPr>
          <p:cNvPr id="31" name="Picture 30" descr="s12_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020300" y="4244340"/>
            <a:ext cx="998219" cy="381000"/>
          </a:xfrm>
          <a:prstGeom prst="rect">
            <a:avLst/>
          </a:prstGeom>
        </p:spPr>
      </p:pic>
      <p:pic>
        <p:nvPicPr>
          <p:cNvPr id="32" name="Picture 31" descr="s12_29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20300" y="4564380"/>
            <a:ext cx="1021080" cy="403860"/>
          </a:xfrm>
          <a:prstGeom prst="rect">
            <a:avLst/>
          </a:prstGeom>
        </p:spPr>
      </p:pic>
      <p:pic>
        <p:nvPicPr>
          <p:cNvPr id="33" name="Picture 32" descr="s12_30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05060" y="4884420"/>
            <a:ext cx="1036320" cy="396240"/>
          </a:xfrm>
          <a:prstGeom prst="rect">
            <a:avLst/>
          </a:prstGeom>
        </p:spPr>
      </p:pic>
      <p:pic>
        <p:nvPicPr>
          <p:cNvPr id="34" name="Picture 33" descr="s12_31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256520" y="5234940"/>
            <a:ext cx="784860" cy="342900"/>
          </a:xfrm>
          <a:prstGeom prst="rect">
            <a:avLst/>
          </a:prstGeom>
        </p:spPr>
      </p:pic>
      <p:pic>
        <p:nvPicPr>
          <p:cNvPr id="35" name="Picture 34" descr="s12_32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423160" y="6118860"/>
            <a:ext cx="7338060" cy="487680"/>
          </a:xfrm>
          <a:prstGeom prst="rect">
            <a:avLst/>
          </a:prstGeom>
        </p:spPr>
      </p:pic>
      <p:pic>
        <p:nvPicPr>
          <p:cNvPr id="36" name="Picture 35" descr="s12_33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193780" y="2065020"/>
            <a:ext cx="411480" cy="365760"/>
          </a:xfrm>
          <a:prstGeom prst="rect">
            <a:avLst/>
          </a:prstGeom>
        </p:spPr>
      </p:pic>
      <p:sp>
        <p:nvSpPr>
          <p:cNvPr id="3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3_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20" y="403860"/>
            <a:ext cx="7901939" cy="838200"/>
          </a:xfrm>
          <a:prstGeom prst="rect">
            <a:avLst/>
          </a:prstGeom>
        </p:spPr>
      </p:pic>
      <p:pic>
        <p:nvPicPr>
          <p:cNvPr id="4" name="Picture 3" descr="s13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740" y="1181100"/>
            <a:ext cx="4137660" cy="472439"/>
          </a:xfrm>
          <a:prstGeom prst="rect">
            <a:avLst/>
          </a:prstGeom>
        </p:spPr>
      </p:pic>
      <p:pic>
        <p:nvPicPr>
          <p:cNvPr id="5" name="Picture 4" descr="s13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1729740"/>
            <a:ext cx="960120" cy="678180"/>
          </a:xfrm>
          <a:prstGeom prst="rect">
            <a:avLst/>
          </a:prstGeom>
        </p:spPr>
      </p:pic>
      <p:pic>
        <p:nvPicPr>
          <p:cNvPr id="6" name="Picture 5" descr="s13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7040" y="2171700"/>
            <a:ext cx="876300" cy="678180"/>
          </a:xfrm>
          <a:prstGeom prst="rect">
            <a:avLst/>
          </a:prstGeom>
        </p:spPr>
      </p:pic>
      <p:pic>
        <p:nvPicPr>
          <p:cNvPr id="7" name="Picture 6" descr="s13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300" y="2613660"/>
            <a:ext cx="998219" cy="678180"/>
          </a:xfrm>
          <a:prstGeom prst="rect">
            <a:avLst/>
          </a:prstGeom>
        </p:spPr>
      </p:pic>
      <p:pic>
        <p:nvPicPr>
          <p:cNvPr id="8" name="Picture 7" descr="s13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9820" y="2506980"/>
            <a:ext cx="1348740" cy="502920"/>
          </a:xfrm>
          <a:prstGeom prst="rect">
            <a:avLst/>
          </a:prstGeom>
        </p:spPr>
      </p:pic>
      <p:pic>
        <p:nvPicPr>
          <p:cNvPr id="9" name="Picture 8" descr="s13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1660" y="2880360"/>
            <a:ext cx="2362200" cy="358140"/>
          </a:xfrm>
          <a:prstGeom prst="rect">
            <a:avLst/>
          </a:prstGeom>
        </p:spPr>
      </p:pic>
      <p:pic>
        <p:nvPicPr>
          <p:cNvPr id="10" name="Picture 9" descr="s13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918460"/>
            <a:ext cx="944879" cy="678180"/>
          </a:xfrm>
          <a:prstGeom prst="rect">
            <a:avLst/>
          </a:prstGeom>
        </p:spPr>
      </p:pic>
      <p:pic>
        <p:nvPicPr>
          <p:cNvPr id="11" name="Picture 10" descr="s13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99020" y="2933700"/>
            <a:ext cx="1318260" cy="487680"/>
          </a:xfrm>
          <a:prstGeom prst="rect">
            <a:avLst/>
          </a:prstGeom>
        </p:spPr>
      </p:pic>
      <p:pic>
        <p:nvPicPr>
          <p:cNvPr id="12" name="Picture 11" descr="s13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5140" y="3322320"/>
            <a:ext cx="2362200" cy="365760"/>
          </a:xfrm>
          <a:prstGeom prst="rect">
            <a:avLst/>
          </a:prstGeom>
        </p:spPr>
      </p:pic>
      <p:pic>
        <p:nvPicPr>
          <p:cNvPr id="13" name="Picture 12" descr="s13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32960" y="3337560"/>
            <a:ext cx="1318260" cy="487680"/>
          </a:xfrm>
          <a:prstGeom prst="rect">
            <a:avLst/>
          </a:prstGeom>
        </p:spPr>
      </p:pic>
      <p:pic>
        <p:nvPicPr>
          <p:cNvPr id="14" name="Picture 13" descr="s13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84320" y="3749039"/>
            <a:ext cx="2415540" cy="358140"/>
          </a:xfrm>
          <a:prstGeom prst="rect">
            <a:avLst/>
          </a:prstGeom>
        </p:spPr>
      </p:pic>
      <p:pic>
        <p:nvPicPr>
          <p:cNvPr id="15" name="Picture 14" descr="s13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84960" y="3695700"/>
            <a:ext cx="1371600" cy="487680"/>
          </a:xfrm>
          <a:prstGeom prst="rect">
            <a:avLst/>
          </a:prstGeom>
        </p:spPr>
      </p:pic>
      <p:pic>
        <p:nvPicPr>
          <p:cNvPr id="16" name="Picture 15" descr="s13_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7740" y="4084320"/>
            <a:ext cx="2644140" cy="365760"/>
          </a:xfrm>
          <a:prstGeom prst="rect">
            <a:avLst/>
          </a:prstGeom>
        </p:spPr>
      </p:pic>
      <p:pic>
        <p:nvPicPr>
          <p:cNvPr id="17" name="Picture 16" descr="s13_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87040" y="6004560"/>
            <a:ext cx="6172200" cy="556260"/>
          </a:xfrm>
          <a:prstGeom prst="rect">
            <a:avLst/>
          </a:prstGeom>
        </p:spPr>
      </p:pic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4_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620" y="434340"/>
            <a:ext cx="9220200" cy="876300"/>
          </a:xfrm>
          <a:prstGeom prst="rect">
            <a:avLst/>
          </a:prstGeom>
        </p:spPr>
      </p:pic>
      <p:pic>
        <p:nvPicPr>
          <p:cNvPr id="4" name="Picture 3" descr="s14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480" y="1173480"/>
            <a:ext cx="5113020" cy="487680"/>
          </a:xfrm>
          <a:prstGeom prst="rect">
            <a:avLst/>
          </a:prstGeom>
        </p:spPr>
      </p:pic>
      <p:pic>
        <p:nvPicPr>
          <p:cNvPr id="5" name="Picture 4" descr="s14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740" y="2095499"/>
            <a:ext cx="2118360" cy="792480"/>
          </a:xfrm>
          <a:prstGeom prst="rect">
            <a:avLst/>
          </a:prstGeom>
        </p:spPr>
      </p:pic>
      <p:pic>
        <p:nvPicPr>
          <p:cNvPr id="6" name="Picture 5" descr="s14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2842260"/>
            <a:ext cx="1623060" cy="434340"/>
          </a:xfrm>
          <a:prstGeom prst="rect">
            <a:avLst/>
          </a:prstGeom>
        </p:spPr>
      </p:pic>
      <p:pic>
        <p:nvPicPr>
          <p:cNvPr id="7" name="Picture 6" descr="s14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2103120"/>
            <a:ext cx="2110740" cy="807720"/>
          </a:xfrm>
          <a:prstGeom prst="rect">
            <a:avLst/>
          </a:prstGeom>
        </p:spPr>
      </p:pic>
      <p:pic>
        <p:nvPicPr>
          <p:cNvPr id="8" name="Picture 7" descr="s14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6440" y="2857500"/>
            <a:ext cx="2057400" cy="434340"/>
          </a:xfrm>
          <a:prstGeom prst="rect">
            <a:avLst/>
          </a:prstGeom>
        </p:spPr>
      </p:pic>
      <p:pic>
        <p:nvPicPr>
          <p:cNvPr id="9" name="Picture 8" descr="s14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2072640"/>
            <a:ext cx="2004059" cy="914400"/>
          </a:xfrm>
          <a:prstGeom prst="rect">
            <a:avLst/>
          </a:prstGeom>
        </p:spPr>
      </p:pic>
      <p:pic>
        <p:nvPicPr>
          <p:cNvPr id="10" name="Picture 9" descr="s14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60280" y="2857500"/>
            <a:ext cx="1691639" cy="434340"/>
          </a:xfrm>
          <a:prstGeom prst="rect">
            <a:avLst/>
          </a:prstGeom>
        </p:spPr>
      </p:pic>
      <p:pic>
        <p:nvPicPr>
          <p:cNvPr id="11" name="Picture 10" descr="s14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10940" y="3901440"/>
            <a:ext cx="1996439" cy="838200"/>
          </a:xfrm>
          <a:prstGeom prst="rect">
            <a:avLst/>
          </a:prstGeom>
        </p:spPr>
      </p:pic>
      <p:pic>
        <p:nvPicPr>
          <p:cNvPr id="12" name="Picture 11" descr="s14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40480" y="4655820"/>
            <a:ext cx="2080260" cy="434340"/>
          </a:xfrm>
          <a:prstGeom prst="rect">
            <a:avLst/>
          </a:prstGeom>
        </p:spPr>
      </p:pic>
      <p:pic>
        <p:nvPicPr>
          <p:cNvPr id="13" name="Picture 12" descr="s14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47660" y="3909060"/>
            <a:ext cx="1051560" cy="784860"/>
          </a:xfrm>
          <a:prstGeom prst="rect">
            <a:avLst/>
          </a:prstGeom>
        </p:spPr>
      </p:pic>
      <p:pic>
        <p:nvPicPr>
          <p:cNvPr id="14" name="Picture 13" descr="s14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54340" y="4655820"/>
            <a:ext cx="1935480" cy="434340"/>
          </a:xfrm>
          <a:prstGeom prst="rect">
            <a:avLst/>
          </a:prstGeom>
        </p:spPr>
      </p:pic>
      <p:pic>
        <p:nvPicPr>
          <p:cNvPr id="15" name="Picture 14" descr="s14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96540" y="6103620"/>
            <a:ext cx="6911340" cy="525780"/>
          </a:xfrm>
          <a:prstGeom prst="rect">
            <a:avLst/>
          </a:prstGeom>
        </p:spPr>
      </p:pic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15_ba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1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9560"/>
            <a:ext cx="10568940" cy="1112520"/>
          </a:xfrm>
          <a:prstGeom prst="rect">
            <a:avLst/>
          </a:prstGeom>
        </p:spPr>
      </p:pic>
      <p:pic>
        <p:nvPicPr>
          <p:cNvPr id="4" name="Picture 3" descr="s15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700" y="1219200"/>
            <a:ext cx="6263640" cy="464820"/>
          </a:xfrm>
          <a:prstGeom prst="rect">
            <a:avLst/>
          </a:prstGeom>
        </p:spPr>
      </p:pic>
      <p:pic>
        <p:nvPicPr>
          <p:cNvPr id="5" name="Picture 4" descr="s15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148840"/>
            <a:ext cx="784860" cy="594360"/>
          </a:xfrm>
          <a:prstGeom prst="rect">
            <a:avLst/>
          </a:prstGeom>
        </p:spPr>
      </p:pic>
      <p:pic>
        <p:nvPicPr>
          <p:cNvPr id="6" name="Picture 5" descr="s15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4320" y="2667000"/>
            <a:ext cx="1303020" cy="487680"/>
          </a:xfrm>
          <a:prstGeom prst="rect">
            <a:avLst/>
          </a:prstGeom>
        </p:spPr>
      </p:pic>
      <p:pic>
        <p:nvPicPr>
          <p:cNvPr id="7" name="Picture 6" descr="s15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5180" y="1882139"/>
            <a:ext cx="784860" cy="579120"/>
          </a:xfrm>
          <a:prstGeom prst="rect">
            <a:avLst/>
          </a:prstGeom>
        </p:spPr>
      </p:pic>
      <p:pic>
        <p:nvPicPr>
          <p:cNvPr id="8" name="Picture 7" descr="s15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2400300"/>
            <a:ext cx="1264920" cy="472439"/>
          </a:xfrm>
          <a:prstGeom prst="rect">
            <a:avLst/>
          </a:prstGeom>
        </p:spPr>
      </p:pic>
      <p:pic>
        <p:nvPicPr>
          <p:cNvPr id="9" name="Picture 8" descr="s15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5040" y="1661160"/>
            <a:ext cx="784860" cy="594360"/>
          </a:xfrm>
          <a:prstGeom prst="rect">
            <a:avLst/>
          </a:prstGeom>
        </p:spPr>
      </p:pic>
      <p:pic>
        <p:nvPicPr>
          <p:cNvPr id="10" name="Picture 9" descr="s15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7880" y="2141220"/>
            <a:ext cx="1242060" cy="464820"/>
          </a:xfrm>
          <a:prstGeom prst="rect">
            <a:avLst/>
          </a:prstGeom>
        </p:spPr>
      </p:pic>
      <p:pic>
        <p:nvPicPr>
          <p:cNvPr id="11" name="Picture 10" descr="s15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3060" y="2667000"/>
            <a:ext cx="731520" cy="579120"/>
          </a:xfrm>
          <a:prstGeom prst="rect">
            <a:avLst/>
          </a:prstGeom>
        </p:spPr>
      </p:pic>
      <p:pic>
        <p:nvPicPr>
          <p:cNvPr id="12" name="Picture 11" descr="s15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56360" y="3124200"/>
            <a:ext cx="1356360" cy="487680"/>
          </a:xfrm>
          <a:prstGeom prst="rect">
            <a:avLst/>
          </a:prstGeom>
        </p:spPr>
      </p:pic>
      <p:pic>
        <p:nvPicPr>
          <p:cNvPr id="13" name="Picture 12" descr="s15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87840" y="3558540"/>
            <a:ext cx="2080260" cy="396240"/>
          </a:xfrm>
          <a:prstGeom prst="rect">
            <a:avLst/>
          </a:prstGeom>
        </p:spPr>
      </p:pic>
      <p:pic>
        <p:nvPicPr>
          <p:cNvPr id="14" name="Picture 13" descr="s15_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0380" y="3840480"/>
            <a:ext cx="1668780" cy="396240"/>
          </a:xfrm>
          <a:prstGeom prst="rect">
            <a:avLst/>
          </a:prstGeom>
        </p:spPr>
      </p:pic>
      <p:pic>
        <p:nvPicPr>
          <p:cNvPr id="15" name="Picture 14" descr="s15_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" y="4472940"/>
            <a:ext cx="914400" cy="381000"/>
          </a:xfrm>
          <a:prstGeom prst="rect">
            <a:avLst/>
          </a:prstGeom>
        </p:spPr>
      </p:pic>
      <p:pic>
        <p:nvPicPr>
          <p:cNvPr id="16" name="Picture 15" descr="s15_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38300" y="4671060"/>
            <a:ext cx="929640" cy="396240"/>
          </a:xfrm>
          <a:prstGeom prst="rect">
            <a:avLst/>
          </a:prstGeom>
        </p:spPr>
      </p:pic>
      <p:pic>
        <p:nvPicPr>
          <p:cNvPr id="17" name="Picture 16" descr="s15_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26820" y="5486400"/>
            <a:ext cx="3230880" cy="693420"/>
          </a:xfrm>
          <a:prstGeom prst="rect">
            <a:avLst/>
          </a:prstGeom>
        </p:spPr>
      </p:pic>
      <p:pic>
        <p:nvPicPr>
          <p:cNvPr id="18" name="Picture 17" descr="s15_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44340" y="4084320"/>
            <a:ext cx="1143000" cy="396240"/>
          </a:xfrm>
          <a:prstGeom prst="rect">
            <a:avLst/>
          </a:prstGeom>
        </p:spPr>
      </p:pic>
      <p:pic>
        <p:nvPicPr>
          <p:cNvPr id="19" name="Picture 18" descr="s15_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51020" y="4297680"/>
            <a:ext cx="929640" cy="396240"/>
          </a:xfrm>
          <a:prstGeom prst="rect">
            <a:avLst/>
          </a:prstGeom>
        </p:spPr>
      </p:pic>
      <p:pic>
        <p:nvPicPr>
          <p:cNvPr id="20" name="Picture 19" descr="s15_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716780" y="4914900"/>
            <a:ext cx="2994660" cy="784860"/>
          </a:xfrm>
          <a:prstGeom prst="rect">
            <a:avLst/>
          </a:prstGeom>
        </p:spPr>
      </p:pic>
      <p:pic>
        <p:nvPicPr>
          <p:cNvPr id="21" name="Picture 20" descr="s15_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27220" y="5486400"/>
            <a:ext cx="6530340" cy="693420"/>
          </a:xfrm>
          <a:prstGeom prst="rect">
            <a:avLst/>
          </a:prstGeom>
        </p:spPr>
      </p:pic>
      <p:pic>
        <p:nvPicPr>
          <p:cNvPr id="22" name="Picture 21" descr="s15_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69080" y="6248400"/>
            <a:ext cx="4152900" cy="381000"/>
          </a:xfrm>
          <a:prstGeom prst="rect">
            <a:avLst/>
          </a:prstGeom>
        </p:spPr>
      </p:pic>
      <p:sp>
        <p:nvSpPr>
          <p:cNvPr id="2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90204"/>
                <a:ea typeface="宋体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90204"/>
              <a:ea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WPS 文字</Application>
  <PresentationFormat>On-screen Show (4:3)</PresentationFormat>
  <Paragraphs>10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汉仪旗黑</vt:lpstr>
      <vt:lpstr>宋体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上善若水</cp:lastModifiedBy>
  <cp:revision>3</cp:revision>
  <dcterms:created xsi:type="dcterms:W3CDTF">2026-10-03T06:49:46Z</dcterms:created>
  <dcterms:modified xsi:type="dcterms:W3CDTF">2026-10-03T06:49:46Z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8AC551277CD3DA37F8A4C06ABAC137B7_42</vt:lpwstr>
  </property>
  <property fmtid="{D5CDD505-2E9C-101B-9397-08002B2CF9AE}" pid="3" name="KSOProductBuildVer">
    <vt:lpwstr>2052-12.1.25869.25869</vt:lpwstr>
  </property>
</Properties>
</file>