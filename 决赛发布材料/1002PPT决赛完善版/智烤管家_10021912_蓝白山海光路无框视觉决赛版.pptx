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封面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三大难题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三链断裂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1234方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一库清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模型1健康评估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模型2发展导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双模决策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三智落地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智用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智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智管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四队长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应用成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总结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